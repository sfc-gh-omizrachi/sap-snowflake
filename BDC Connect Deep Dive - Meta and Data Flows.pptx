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7" r:id="rId4"/>
    <p:sldMasterId id="2147483778" r:id="rId5"/>
    <p:sldMasterId id="2147483779" r:id="rId6"/>
    <p:sldMasterId id="214748378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y="5143500" cx="9144000"/>
  <p:notesSz cx="6858000" cy="9144000"/>
  <p:embeddedFontLst>
    <p:embeddedFont>
      <p:font typeface="Montserrat"/>
      <p:regular r:id="rId52"/>
      <p:bold r:id="rId53"/>
      <p:italic r:id="rId54"/>
      <p:boldItalic r:id="rId55"/>
    </p:embeddedFont>
    <p:embeddedFont>
      <p:font typeface="Lato"/>
      <p:regular r:id="rId56"/>
      <p:bold r:id="rId57"/>
      <p:italic r:id="rId58"/>
      <p:boldItalic r:id="rId59"/>
    </p:embeddedFont>
    <p:embeddedFont>
      <p:font typeface="Tahoma"/>
      <p:regular r:id="rId60"/>
      <p:bold r:id="rId61"/>
    </p:embeddedFont>
    <p:embeddedFont>
      <p:font typeface="Arial Black"/>
      <p:regular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1F3968-063D-4B55-815F-77BD0EEB315D}">
  <a:tblStyle styleId="{561F3968-063D-4B55-815F-77BD0EEB315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ArialBlack-regular.fntdata"/><Relationship Id="rId61" Type="http://schemas.openxmlformats.org/officeDocument/2006/relationships/font" Target="fonts/Tahoma-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Tahoma-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3.xml"/><Relationship Id="rId55" Type="http://schemas.openxmlformats.org/officeDocument/2006/relationships/font" Target="fonts/Montserrat-boldItalic.fntdata"/><Relationship Id="rId10" Type="http://schemas.openxmlformats.org/officeDocument/2006/relationships/slide" Target="slides/slide2.xml"/><Relationship Id="rId54" Type="http://schemas.openxmlformats.org/officeDocument/2006/relationships/font" Target="fonts/Montserrat-italic.fntdata"/><Relationship Id="rId13" Type="http://schemas.openxmlformats.org/officeDocument/2006/relationships/slide" Target="slides/slide5.xml"/><Relationship Id="rId57" Type="http://schemas.openxmlformats.org/officeDocument/2006/relationships/font" Target="fonts/Lato-bold.fntdata"/><Relationship Id="rId12" Type="http://schemas.openxmlformats.org/officeDocument/2006/relationships/slide" Target="slides/slide4.xml"/><Relationship Id="rId56" Type="http://schemas.openxmlformats.org/officeDocument/2006/relationships/font" Target="fonts/Lato-regular.fntdata"/><Relationship Id="rId15" Type="http://schemas.openxmlformats.org/officeDocument/2006/relationships/slide" Target="slides/slide7.xml"/><Relationship Id="rId59" Type="http://schemas.openxmlformats.org/officeDocument/2006/relationships/font" Target="fonts/Lato-boldItalic.fntdata"/><Relationship Id="rId14" Type="http://schemas.openxmlformats.org/officeDocument/2006/relationships/slide" Target="slides/slide6.xml"/><Relationship Id="rId58" Type="http://schemas.openxmlformats.org/officeDocument/2006/relationships/font" Target="fonts/Lato-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nowflake.enterprise.slack.com/team/WEHAPCSRY"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delta-io/delta-sharing/blob/main/PROTOCOL.md#read-data-from-a-table"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delta-io/delta-sharing/blob/main/PROTOCOL.md#read-data-from-a-table"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help.sap.com/docs/business-data-cloud/administering-sap-business-data-cloud/integrate-sap-business-data-cloud-provisioned-systems" TargetMode="External"/><Relationship Id="rId3" Type="http://schemas.openxmlformats.org/officeDocument/2006/relationships/hyperlink" Target="https://help.sap.com/docs/business-data-cloud/administering-sap-business-data-cloud/integrate-sap-business-data-cloud-provisioned-systems" TargetMode="External"/><Relationship Id="rId4" Type="http://schemas.openxmlformats.org/officeDocument/2006/relationships/hyperlink" Target="https://help.sap.com/docs/business-data-cloud/administering-sap-business-data-cloud/integrate-sap-business-data-cloud-provisioned-systems" TargetMode="External"/><Relationship Id="rId5" Type="http://schemas.openxmlformats.org/officeDocument/2006/relationships/hyperlink" Target="https://help.sap.com/docs/business-data-cloud/administering-sap-business-data-cloud/integrate-sap-business-data-cloud-provisioned-systems" TargetMode="External"/><Relationship Id="rId6" Type="http://schemas.openxmlformats.org/officeDocument/2006/relationships/hyperlink" Target="https://github.com/delta-io/delta-sharing/blob/main/PROTOCOL.md#read-data-from-a-table"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mmunity.sap.com/t5/technology-blog-posts-by-sap/sap-business-data-cloud-series-part-1-introduction-to-data-products/ba-p/14142919"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W185yhf61XNqWhEVOfWzFuquFtVGNhTERvew_IPvmfo/edit?usp=sharing" TargetMode="External"/><Relationship Id="rId3" Type="http://schemas.openxmlformats.org/officeDocument/2006/relationships/hyperlink" Target="https://docs.google.com/presentation/d/1b9ofXmKkyPw1XFmCx4MbEK8S2DSGvSRMa9JeldmrG1k/edit?usp=drivesdk" TargetMode="External"/><Relationship Id="rId4" Type="http://schemas.openxmlformats.org/officeDocument/2006/relationships/hyperlink" Target="https://docs.google.com/presentation/d/1b9ofXmKkyPw1XFmCx4MbEK8S2DSGvSRMa9JeldmrG1k/edit?usp=sharing"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ae70069dd2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3ae70069dd2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3ae70069dd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7" name="Google Shape;1077;g3ae70069dd2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457200" rtl="0" algn="l">
              <a:spcBef>
                <a:spcPts val="1000"/>
              </a:spcBef>
              <a:spcAft>
                <a:spcPts val="0"/>
              </a:spcAft>
              <a:buClr>
                <a:schemeClr val="dk1"/>
              </a:buClr>
              <a:buSzPts val="1200"/>
              <a:buChar char="●"/>
            </a:pPr>
            <a:r>
              <a:rPr lang="en" sz="1200">
                <a:solidFill>
                  <a:srgbClr val="222222"/>
                </a:solidFill>
              </a:rPr>
              <a:t>If you are planning to share these slides externally (customers, partners, prospects, events, etc.):</a:t>
            </a:r>
            <a:endParaRPr sz="1200">
              <a:solidFill>
                <a:srgbClr val="222222"/>
              </a:solidFill>
            </a:endParaRPr>
          </a:p>
          <a:p>
            <a:pPr indent="-304800" lvl="1" marL="914400" rtl="0" algn="l">
              <a:spcBef>
                <a:spcPts val="1000"/>
              </a:spcBef>
              <a:spcAft>
                <a:spcPts val="0"/>
              </a:spcAft>
              <a:buClr>
                <a:srgbClr val="222222"/>
              </a:buClr>
              <a:buSzPts val="1200"/>
              <a:buChar char="○"/>
            </a:pPr>
            <a:r>
              <a:rPr lang="en" sz="1200">
                <a:solidFill>
                  <a:srgbClr val="222222"/>
                </a:solidFill>
              </a:rPr>
              <a:t>You must include this Safe Harbor and Disclaimers slide as the first or second slide of your presentation.</a:t>
            </a:r>
            <a:endParaRPr sz="1200">
              <a:solidFill>
                <a:srgbClr val="222222"/>
              </a:solidFill>
            </a:endParaRPr>
          </a:p>
          <a:p>
            <a:pPr indent="-304800" lvl="1" marL="914400" rtl="0" algn="l">
              <a:spcBef>
                <a:spcPts val="1000"/>
              </a:spcBef>
              <a:spcAft>
                <a:spcPts val="0"/>
              </a:spcAft>
              <a:buClr>
                <a:srgbClr val="222222"/>
              </a:buClr>
              <a:buSzPts val="1200"/>
              <a:buChar char="○"/>
            </a:pPr>
            <a:r>
              <a:rPr lang="en" sz="1200">
                <a:solidFill>
                  <a:srgbClr val="222222"/>
                </a:solidFill>
              </a:rPr>
              <a:t>You must ensure that the “© 2025 Snowflake Inc. All Rights Reserved” footer is at the bottom of each slide.</a:t>
            </a:r>
            <a:endParaRPr sz="1200">
              <a:solidFill>
                <a:srgbClr val="222222"/>
              </a:solidFill>
            </a:endParaRPr>
          </a:p>
          <a:p>
            <a:pPr indent="-304800" lvl="1" marL="914400" rtl="0" algn="l">
              <a:spcBef>
                <a:spcPts val="1000"/>
              </a:spcBef>
              <a:spcAft>
                <a:spcPts val="0"/>
              </a:spcAft>
              <a:buClr>
                <a:srgbClr val="222222"/>
              </a:buClr>
              <a:buSzPts val="1200"/>
              <a:buChar char="○"/>
            </a:pPr>
            <a:r>
              <a:rPr lang="en" sz="1200">
                <a:solidFill>
                  <a:srgbClr val="222222"/>
                </a:solidFill>
              </a:rPr>
              <a:t>You must ensure that all references to products and features that are not generally available are appropriately tagged as in development, in public preview, or in private preview within the slides.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de93b49f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3de93b49f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c97664a6d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3c97664a6d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aa316a4c94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3aa316a4c94_0_393:notes"/>
          <p:cNvSpPr txBox="1"/>
          <p:nvPr>
            <p:ph idx="1" type="body"/>
          </p:nvPr>
        </p:nvSpPr>
        <p:spPr>
          <a:xfrm>
            <a:off x="685800" y="4336186"/>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 sz="1150">
                <a:solidFill>
                  <a:srgbClr val="1D1C1D"/>
                </a:solidFill>
              </a:rPr>
              <a:t>Part One;</a:t>
            </a:r>
            <a:endParaRPr sz="1150">
              <a:solidFill>
                <a:srgbClr val="1D1C1D"/>
              </a:solidFill>
            </a:endParaRPr>
          </a:p>
          <a:p>
            <a:pPr indent="0" lvl="0" marL="457200" rtl="0" algn="l">
              <a:spcBef>
                <a:spcPts val="0"/>
              </a:spcBef>
              <a:spcAft>
                <a:spcPts val="0"/>
              </a:spcAft>
              <a:buClr>
                <a:schemeClr val="dk1"/>
              </a:buClr>
              <a:buSzPts val="1100"/>
              <a:buFont typeface="Arial"/>
              <a:buNone/>
            </a:pPr>
            <a:r>
              <a:rPr lang="en" sz="1150">
                <a:solidFill>
                  <a:srgbClr val="1D1C1D"/>
                </a:solidFill>
              </a:rPr>
              <a:t>We are in the process of documenting this, and at a high-level below are the pre-reqs / steps for Brownfield customers. ie. they have an existing Snowflake account.</a:t>
            </a:r>
            <a:endParaRPr sz="1150">
              <a:solidFill>
                <a:srgbClr val="1D1C1D"/>
              </a:solidFill>
            </a:endParaRPr>
          </a:p>
          <a:p>
            <a:pPr indent="0" lvl="0" marL="457200" rtl="0" algn="l">
              <a:spcBef>
                <a:spcPts val="0"/>
              </a:spcBef>
              <a:spcAft>
                <a:spcPts val="0"/>
              </a:spcAft>
              <a:buClr>
                <a:schemeClr val="dk1"/>
              </a:buClr>
              <a:buSzPts val="1100"/>
              <a:buFont typeface="Arial"/>
              <a:buNone/>
            </a:pPr>
            <a:r>
              <a:rPr lang="en" sz="1150">
                <a:solidFill>
                  <a:srgbClr val="1D1C1D"/>
                </a:solidFill>
              </a:rPr>
              <a:t>Overview of CUJ:</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Procure SAP BDC and ensure they have BDC Data products available to share</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Obtain an SAP BDC invitation link from SAP4ME by providing their Snowflake account URL</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Use the UX in SAP to create a formation that includes SAP BDC Connect for Snowflake</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In Snowflake, install Openflow, create a deployment &amp; runtime, install the Openflow connector for SAP BDC in runtime, configure the connector with the invitation link &amp; other parameters and run it</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Share data products from SAP BDC to Snowflake from step 3</a:t>
            </a:r>
            <a:endParaRPr sz="1150">
              <a:solidFill>
                <a:srgbClr val="1D1C1D"/>
              </a:solidFill>
            </a:endParaRPr>
          </a:p>
          <a:p>
            <a:pPr indent="0" lvl="0" marL="0" rtl="0" algn="l">
              <a:lnSpc>
                <a:spcPct val="115000"/>
              </a:lnSpc>
              <a:spcBef>
                <a:spcPts val="0"/>
              </a:spcBef>
              <a:spcAft>
                <a:spcPts val="0"/>
              </a:spcAft>
              <a:buClr>
                <a:schemeClr val="dk1"/>
              </a:buClr>
              <a:buSzPts val="1100"/>
              <a:buFont typeface="Arial"/>
              <a:buNone/>
            </a:pPr>
            <a:r>
              <a:rPr lang="en" sz="1150">
                <a:solidFill>
                  <a:srgbClr val="1D1C1D"/>
                </a:solidFill>
              </a:rPr>
              <a:t>After this, data products shared from SAP BDC to Snowflake will show up as CLDs in Snowflake that they can query and “mash up” with other data in Snowflake.</a:t>
            </a:r>
            <a:endParaRPr sz="1150">
              <a:solidFill>
                <a:srgbClr val="1D1C1D"/>
              </a:solidFill>
            </a:endParaRPr>
          </a:p>
          <a:p>
            <a:pPr indent="0" lvl="0" marL="457200" rtl="0" algn="l">
              <a:spcBef>
                <a:spcPts val="0"/>
              </a:spcBef>
              <a:spcAft>
                <a:spcPts val="0"/>
              </a:spcAft>
              <a:buClr>
                <a:schemeClr val="dk1"/>
              </a:buClr>
              <a:buSzPts val="1100"/>
              <a:buFont typeface="Arial"/>
              <a:buNone/>
            </a:pPr>
            <a:r>
              <a:rPr lang="en" sz="1150">
                <a:solidFill>
                  <a:srgbClr val="1D1C1D"/>
                </a:solidFill>
              </a:rPr>
              <a:t>I'll also note that for Restricted release, we will qualify and invite customers from the list </a:t>
            </a:r>
            <a:r>
              <a:rPr lang="en" sz="1150">
                <a:solidFill>
                  <a:srgbClr val="1264A3"/>
                </a:solidFill>
                <a:uFill>
                  <a:noFill/>
                </a:uFill>
                <a:hlinkClick r:id="rId2">
                  <a:extLst>
                    <a:ext uri="{A12FA001-AC4F-418D-AE19-62706E023703}">
                      <ahyp:hlinkClr val="tx"/>
                    </a:ext>
                  </a:extLst>
                </a:hlinkClick>
              </a:rPr>
              <a:t>@Liana Shuma</a:t>
            </a:r>
            <a:r>
              <a:rPr lang="en" sz="1150">
                <a:solidFill>
                  <a:srgbClr val="1D1C1D"/>
                </a:solidFill>
              </a:rPr>
              <a:t> maintains, so important to get your candidate customers in there.</a:t>
            </a:r>
            <a:endParaRPr sz="1150">
              <a:solidFill>
                <a:srgbClr val="1D1C1D"/>
              </a:solidFill>
            </a:endParaRPr>
          </a:p>
          <a:p>
            <a:pPr indent="0" lvl="0" marL="45720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150">
                <a:solidFill>
                  <a:srgbClr val="1D1C1D"/>
                </a:solidFill>
              </a:rPr>
              <a:t>Part Deux:</a:t>
            </a:r>
            <a:endParaRPr sz="1150">
              <a:solidFill>
                <a:srgbClr val="1D1C1D"/>
              </a:solidFill>
            </a:endParaRPr>
          </a:p>
          <a:p>
            <a:pPr indent="0" lvl="0" marL="457200" rtl="0" algn="l">
              <a:spcBef>
                <a:spcPts val="0"/>
              </a:spcBef>
              <a:spcAft>
                <a:spcPts val="0"/>
              </a:spcAft>
              <a:buClr>
                <a:schemeClr val="dk1"/>
              </a:buClr>
              <a:buSzPts val="1100"/>
              <a:buFont typeface="Arial"/>
              <a:buNone/>
            </a:pPr>
            <a:r>
              <a:t/>
            </a:r>
            <a:endParaRPr sz="1150">
              <a:solidFill>
                <a:srgbClr val="1D1C1D"/>
              </a:solidFill>
            </a:endParaRPr>
          </a:p>
          <a:p>
            <a:pPr indent="0" lvl="0" marL="457200" rtl="0" algn="l">
              <a:spcBef>
                <a:spcPts val="0"/>
              </a:spcBef>
              <a:spcAft>
                <a:spcPts val="0"/>
              </a:spcAft>
              <a:buClr>
                <a:schemeClr val="dk1"/>
              </a:buClr>
              <a:buSzPts val="1100"/>
              <a:buFont typeface="Arial"/>
              <a:buNone/>
            </a:pPr>
            <a:r>
              <a:rPr lang="en" sz="1150">
                <a:solidFill>
                  <a:srgbClr val="1D1C1D"/>
                </a:solidFill>
              </a:rPr>
              <a:t>Customers can also create the catalog integration and the CLDs via SQL (as an alternate to step 4) and I've been asked a few times “Why Openflow? Are we doing ETL?”</a:t>
            </a:r>
            <a:endParaRPr sz="1150">
              <a:solidFill>
                <a:srgbClr val="1D1C1D"/>
              </a:solidFill>
            </a:endParaRPr>
          </a:p>
          <a:p>
            <a:pPr indent="0" lvl="0" marL="457200" rtl="0" algn="l">
              <a:spcBef>
                <a:spcPts val="0"/>
              </a:spcBef>
              <a:spcAft>
                <a:spcPts val="0"/>
              </a:spcAft>
              <a:buClr>
                <a:schemeClr val="dk1"/>
              </a:buClr>
              <a:buSzPts val="1100"/>
              <a:buFont typeface="Arial"/>
              <a:buNone/>
            </a:pPr>
            <a:r>
              <a:t/>
            </a:r>
            <a:endParaRPr sz="1150">
              <a:solidFill>
                <a:srgbClr val="1D1C1D"/>
              </a:solidFill>
            </a:endParaRPr>
          </a:p>
          <a:p>
            <a:pPr indent="0" lvl="0" marL="457200" rtl="0" algn="l">
              <a:spcBef>
                <a:spcPts val="0"/>
              </a:spcBef>
              <a:spcAft>
                <a:spcPts val="0"/>
              </a:spcAft>
              <a:buClr>
                <a:schemeClr val="dk1"/>
              </a:buClr>
              <a:buSzPts val="1100"/>
              <a:buFont typeface="Arial"/>
              <a:buNone/>
            </a:pPr>
            <a:r>
              <a:rPr lang="en" sz="1150">
                <a:solidFill>
                  <a:srgbClr val="1D1C1D"/>
                </a:solidFill>
              </a:rPr>
              <a:t>Here's why: first off, the Openflow connector for SAP BDC is a “zero-copy” connector (likely a first for Openflow!).</a:t>
            </a:r>
            <a:endParaRPr sz="1150">
              <a:solidFill>
                <a:srgbClr val="1D1C1D"/>
              </a:solidFill>
            </a:endParaRPr>
          </a:p>
          <a:p>
            <a:pPr indent="0" lvl="0" marL="457200" rtl="0" algn="l">
              <a:spcBef>
                <a:spcPts val="0"/>
              </a:spcBef>
              <a:spcAft>
                <a:spcPts val="0"/>
              </a:spcAft>
              <a:buClr>
                <a:schemeClr val="dk1"/>
              </a:buClr>
              <a:buSzPts val="1100"/>
              <a:buFont typeface="Arial"/>
              <a:buNone/>
            </a:pPr>
            <a:r>
              <a:t/>
            </a:r>
            <a:endParaRPr sz="1150">
              <a:solidFill>
                <a:srgbClr val="1D1C1D"/>
              </a:solidFill>
            </a:endParaRPr>
          </a:p>
          <a:p>
            <a:pPr indent="0" lvl="0" marL="457200" rtl="0" algn="l">
              <a:spcBef>
                <a:spcPts val="0"/>
              </a:spcBef>
              <a:spcAft>
                <a:spcPts val="0"/>
              </a:spcAft>
              <a:buClr>
                <a:schemeClr val="dk1"/>
              </a:buClr>
              <a:buSzPts val="1100"/>
              <a:buFont typeface="Arial"/>
              <a:buNone/>
            </a:pPr>
            <a:r>
              <a:rPr lang="en" sz="1150">
                <a:solidFill>
                  <a:srgbClr val="1D1C1D"/>
                </a:solidFill>
              </a:rPr>
              <a:t>It does NOT do ETL; instead, it calls the appropriate catalog integration SQL under the covers to ensure metadata is automatically refreshed in Snowflake.</a:t>
            </a:r>
            <a:endParaRPr sz="1150">
              <a:solidFill>
                <a:srgbClr val="1D1C1D"/>
              </a:solidFill>
            </a:endParaRPr>
          </a:p>
          <a:p>
            <a:pPr indent="0" lvl="0" marL="457200" rtl="0" algn="l">
              <a:spcBef>
                <a:spcPts val="0"/>
              </a:spcBef>
              <a:spcAft>
                <a:spcPts val="0"/>
              </a:spcAft>
              <a:buClr>
                <a:schemeClr val="dk1"/>
              </a:buClr>
              <a:buSzPts val="1100"/>
              <a:buFont typeface="Arial"/>
              <a:buNone/>
            </a:pPr>
            <a:r>
              <a:t/>
            </a:r>
            <a:endParaRPr sz="1150">
              <a:solidFill>
                <a:srgbClr val="1D1C1D"/>
              </a:solidFill>
            </a:endParaRPr>
          </a:p>
          <a:p>
            <a:pPr indent="0" lvl="0" marL="457200" rtl="0" algn="l">
              <a:spcBef>
                <a:spcPts val="0"/>
              </a:spcBef>
              <a:spcAft>
                <a:spcPts val="0"/>
              </a:spcAft>
              <a:buClr>
                <a:schemeClr val="dk1"/>
              </a:buClr>
              <a:buSzPts val="1100"/>
              <a:buFont typeface="Arial"/>
              <a:buNone/>
            </a:pPr>
            <a:r>
              <a:rPr lang="en" sz="1150">
                <a:solidFill>
                  <a:srgbClr val="1D1C1D"/>
                </a:solidFill>
              </a:rPr>
              <a:t>The Openflow connector for SAP BDC offers the following customer benefits over using straight SQL:</a:t>
            </a:r>
            <a:endParaRPr sz="1150">
              <a:solidFill>
                <a:srgbClr val="1D1C1D"/>
              </a:solidFill>
            </a:endParaRPr>
          </a:p>
          <a:p>
            <a:pPr indent="0" lvl="0" marL="457200" rtl="0" algn="l">
              <a:spcBef>
                <a:spcPts val="0"/>
              </a:spcBef>
              <a:spcAft>
                <a:spcPts val="0"/>
              </a:spcAft>
              <a:buClr>
                <a:schemeClr val="dk1"/>
              </a:buClr>
              <a:buSzPts val="1100"/>
              <a:buFont typeface="Arial"/>
              <a:buNone/>
            </a:pPr>
            <a:r>
              <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Can create the necessary catalog integration with the provided invitation link. This is useful when customers want to create a new enrollment to the same or different BDC in the same Snowflake account. Ideal for data harmonizing scenarios where you want data products shared from multiple BDCs in the same Snowflake account.</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Can use an existing catalog integration instead of requiring an invitation link. This is useful in Greenfield scenarios where our workflow automatically creates a catalog integration as part of account provisioning. This is also useful when you want to share two sets of data products from the same BDC into the same Snowflake account.</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When data products are shared from BDC to Snowflake, it automatically discovers them and creates CLDs for them. With SQL, you need to do this manually each time a new data product is shared.</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When data products are un-shared from BDC to Snowflake, it drops the CLDs as appropriate. With SQL, you need to do this manually each time a new data product is un-shared.</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Lastly, (and probably the best customer value), it automatically obtains the Core Schema Notation (CSN) metadata from BDC for all data products shared, parses them and creates Semantic Views in Snowflake in a DB you specify. This is effectively brings over the rich business object metadata from SAP to Snowflake. This is what turns the raw tables with 5-letter column names into something like “CashflowForecast” and is ideal for scenarios where customers want to “point” Snowflake Intelligence or Cortex Agents to the data products shared from BDC to derive rich insights.</a:t>
            </a:r>
            <a:endParaRPr sz="1150">
              <a:solidFill>
                <a:srgbClr val="1D1C1D"/>
              </a:solidFill>
            </a:endParaRPr>
          </a:p>
          <a:p>
            <a:pPr indent="-301625" lvl="0" marL="647700" rtl="0" algn="l">
              <a:lnSpc>
                <a:spcPct val="115000"/>
              </a:lnSpc>
              <a:spcBef>
                <a:spcPts val="0"/>
              </a:spcBef>
              <a:spcAft>
                <a:spcPts val="0"/>
              </a:spcAft>
              <a:buClr>
                <a:srgbClr val="1D1C1D"/>
              </a:buClr>
              <a:buSzPts val="1150"/>
              <a:buChar char="●"/>
            </a:pPr>
            <a:r>
              <a:rPr lang="en" sz="1150">
                <a:solidFill>
                  <a:srgbClr val="1D1C1D"/>
                </a:solidFill>
              </a:rPr>
              <a:t>And yes, it automatically drops the appropriate  SemViews when data products are un-shared.</a:t>
            </a:r>
            <a:endParaRPr sz="1150">
              <a:solidFill>
                <a:srgbClr val="1D1C1D"/>
              </a:solidFill>
            </a:endParaRPr>
          </a:p>
          <a:p>
            <a:pPr indent="0" lvl="0" marL="457200" rtl="0" algn="l">
              <a:spcBef>
                <a:spcPts val="0"/>
              </a:spcBef>
              <a:spcAft>
                <a:spcPts val="0"/>
              </a:spcAft>
              <a:buNone/>
            </a:pPr>
            <a:r>
              <a:t/>
            </a:r>
            <a:endParaRPr sz="10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b86fcf8e82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3b86fcf8e8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ea780204fd_1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3ea780204fd_1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ea780204fd_1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3ea780204fd_1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c8dfc28ba5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3c8dfc28ba5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b5cc0d89db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3b5cc0d89d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rPr>
              <a:t>How do we know when it’s a delete? Replication flow should capture deletes as well. </a:t>
            </a:r>
            <a:endParaRPr sz="10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a5d3c90b0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3a5d3c90b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3b5cc0d89d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g3b5cc0d89d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rPr>
              <a:t>Verify we do not use this: </a:t>
            </a:r>
            <a:r>
              <a:rPr lang="en" sz="1000" u="sng">
                <a:solidFill>
                  <a:schemeClr val="hlink"/>
                </a:solidFill>
                <a:hlinkClick r:id="rId2"/>
              </a:rPr>
              <a:t>https://github.com/delta-io/delta-sharing/blob/main/PROTOCOL.md#read-data-from-a-table</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b80759454b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3b80759454b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rPr>
              <a:t>Verify we do not use this: </a:t>
            </a:r>
            <a:r>
              <a:rPr lang="en" sz="1000" u="sng">
                <a:solidFill>
                  <a:schemeClr val="hlink"/>
                </a:solidFill>
                <a:hlinkClick r:id="rId2"/>
              </a:rPr>
              <a:t>https://github.com/delta-io/delta-sharing/blob/main/PROTOCOL.md#read-data-from-a-table</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2481282e55d1c9a8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2481282e55d1c9a8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g3b7392a5f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g3b7392a5f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chemeClr val="dk1"/>
                </a:solidFill>
              </a:rPr>
              <a:t>Metadata &amp; Data Refresh </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Snowflake-&gt;BDC</a:t>
            </a:r>
            <a:br>
              <a:rPr b="1" lang="en" sz="1000">
                <a:solidFill>
                  <a:schemeClr val="dk1"/>
                </a:solidFill>
              </a:rPr>
            </a:br>
            <a:endParaRPr b="1"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Snowflake Openflow UI used to publish Snowflake tables as “Remote Tables” into BDC where they will appear as Data Products in the BDC catalog.</a:t>
            </a:r>
            <a:br>
              <a:rPr lang="en" sz="1000">
                <a:solidFill>
                  <a:schemeClr val="dk1"/>
                </a:solidFill>
              </a:rPr>
            </a:b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BDC (Datasphere) uses the Snowflake JDBC connector and SQL Rest API to query Snowflake tables on demand. This uses Snowflake Virtual Warehouse computation, providing concurrency and performance.</a:t>
            </a:r>
            <a:br>
              <a:rPr lang="en" sz="1000">
                <a:solidFill>
                  <a:schemeClr val="dk1"/>
                </a:solidFill>
              </a:rPr>
            </a:br>
            <a:br>
              <a:rPr lang="en" sz="1000">
                <a:solidFill>
                  <a:schemeClr val="dk1"/>
                </a:solidFill>
              </a:rPr>
            </a:b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SAC can also use generic connector to import/export data directly to/from Snowflake.</a:t>
            </a:r>
            <a:endParaRPr sz="10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g3b5cc0d89d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5" name="Google Shape;1565;g3b5cc0d89d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Prerequisites</a:t>
            </a:r>
            <a:endParaRPr b="1"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BDC trial or purchase</a:t>
            </a:r>
            <a:endParaRPr sz="1200">
              <a:solidFill>
                <a:schemeClr val="dk1"/>
              </a:solidFill>
            </a:endParaRPr>
          </a:p>
          <a:p>
            <a:pPr indent="-304800" lvl="0" marL="457200" rtl="0" algn="l">
              <a:spcBef>
                <a:spcPts val="0"/>
              </a:spcBef>
              <a:spcAft>
                <a:spcPts val="0"/>
              </a:spcAft>
              <a:buSzPts val="1200"/>
              <a:buAutoNum type="arabicPeriod"/>
            </a:pPr>
            <a:r>
              <a:rPr lang="en" sz="1200">
                <a:solidFill>
                  <a:schemeClr val="dk1"/>
                </a:solidFill>
              </a:rPr>
              <a:t>Intelligent app access:</a:t>
            </a:r>
            <a:r>
              <a:rPr lang="en" sz="1200" u="sng">
                <a:solidFill>
                  <a:schemeClr val="hlink"/>
                </a:solidFill>
                <a:hlinkClick r:id="rId2"/>
              </a:rPr>
              <a:t> </a:t>
            </a:r>
            <a:r>
              <a:rPr lang="en" sz="1200" u="sng">
                <a:solidFill>
                  <a:schemeClr val="hlink"/>
                </a:solidFill>
                <a:highlight>
                  <a:srgbClr val="FFFFFF"/>
                </a:highlight>
                <a:hlinkClick r:id="rId3"/>
              </a:rPr>
              <a:t>For SAP S/4HANA Cloud Private Edition system to function properly in </a:t>
            </a:r>
            <a:r>
              <a:rPr b="1" lang="en" sz="1200" u="sng">
                <a:solidFill>
                  <a:schemeClr val="hlink"/>
                </a:solidFill>
                <a:highlight>
                  <a:srgbClr val="FFFFFF"/>
                </a:highlight>
                <a:hlinkClick r:id="rId4"/>
              </a:rPr>
              <a:t>Integration with SAP Business Data Cloud</a:t>
            </a:r>
            <a:r>
              <a:rPr lang="en" sz="1200" u="sng">
                <a:solidFill>
                  <a:schemeClr val="hlink"/>
                </a:solidFill>
                <a:highlight>
                  <a:srgbClr val="FFFFFF"/>
                </a:highlight>
                <a:hlinkClick r:id="rId5"/>
              </a:rPr>
              <a:t> formations, you must possess the Cloud ERP Intelligence license</a:t>
            </a:r>
            <a:endParaRPr sz="1200">
              <a:solidFill>
                <a:srgbClr val="223548"/>
              </a:solidFill>
              <a:highlight>
                <a:srgbClr val="FFFFFF"/>
              </a:highlight>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More details on the flow: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Catalog Linked Database (CLD) refreshes against BDC Catalog at regular intervals.</a:t>
            </a:r>
            <a:br>
              <a:rPr lang="en" sz="1000">
                <a:solidFill>
                  <a:schemeClr val="dk1"/>
                </a:solidFill>
              </a:rPr>
            </a:b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Snowflake queries directly against BDC Data using Snowflake compute.  </a:t>
            </a:r>
            <a:br>
              <a:rPr lang="en" sz="1000">
                <a:solidFill>
                  <a:schemeClr val="dk1"/>
                </a:solidFill>
              </a:rPr>
            </a:br>
            <a:br>
              <a:rPr lang="en" sz="1000">
                <a:solidFill>
                  <a:schemeClr val="dk1"/>
                </a:solidFill>
              </a:rPr>
            </a:br>
            <a:r>
              <a:rPr lang="en" sz="1000">
                <a:solidFill>
                  <a:schemeClr val="dk1"/>
                </a:solidFill>
              </a:rPr>
              <a:t>A. Query path optimization and execution is done in Snowflake.</a:t>
            </a:r>
            <a:br>
              <a:rPr lang="en" sz="1000">
                <a:solidFill>
                  <a:schemeClr val="dk1"/>
                </a:solidFill>
              </a:rPr>
            </a:br>
            <a:endParaRPr sz="1000">
              <a:solidFill>
                <a:schemeClr val="dk1"/>
              </a:solidFill>
            </a:endParaRPr>
          </a:p>
          <a:p>
            <a:pPr indent="0" lvl="0" marL="457200" rtl="0" algn="l">
              <a:spcBef>
                <a:spcPts val="0"/>
              </a:spcBef>
              <a:spcAft>
                <a:spcPts val="0"/>
              </a:spcAft>
              <a:buClr>
                <a:schemeClr val="dk1"/>
              </a:buClr>
              <a:buSzPts val="1100"/>
              <a:buFont typeface="Arial"/>
              <a:buNone/>
            </a:pPr>
            <a:r>
              <a:rPr lang="en" sz="1000">
                <a:solidFill>
                  <a:schemeClr val="dk1"/>
                </a:solidFill>
              </a:rPr>
              <a:t>B. Temporary token is requested for secure connection (api call). Snowflake hits directly against the BDC files.</a:t>
            </a:r>
            <a:br>
              <a:rPr lang="en" sz="1000">
                <a:solidFill>
                  <a:schemeClr val="dk1"/>
                </a:solidFill>
              </a:rPr>
            </a:br>
            <a:br>
              <a:rPr lang="en" sz="1000">
                <a:solidFill>
                  <a:schemeClr val="dk1"/>
                </a:solidFill>
              </a:rPr>
            </a:br>
            <a:r>
              <a:rPr lang="en" sz="1000">
                <a:solidFill>
                  <a:schemeClr val="dk1"/>
                </a:solidFill>
              </a:rPr>
              <a:t>C. Caching of results at virtual warehouse and global services layer. Persisting in Snowflake allowed for performance reasons.*</a:t>
            </a:r>
            <a:br>
              <a:rPr lang="en" sz="1000">
                <a:solidFill>
                  <a:schemeClr val="dk1"/>
                </a:solidFill>
              </a:rPr>
            </a:br>
            <a:endParaRPr sz="1000">
              <a:solidFill>
                <a:schemeClr val="dk1"/>
              </a:solidFill>
            </a:endParaRPr>
          </a:p>
          <a:p>
            <a:pPr indent="-292100" lvl="0" marL="457200" rtl="0" algn="l">
              <a:spcBef>
                <a:spcPts val="0"/>
              </a:spcBef>
              <a:spcAft>
                <a:spcPts val="0"/>
              </a:spcAft>
              <a:buClr>
                <a:schemeClr val="dk1"/>
              </a:buClr>
              <a:buSzPts val="1000"/>
              <a:buAutoNum type="arabicPeriod"/>
            </a:pPr>
            <a:r>
              <a:rPr lang="en" sz="1000">
                <a:solidFill>
                  <a:schemeClr val="dk1"/>
                </a:solidFill>
              </a:rPr>
              <a:t>All Snowflake workloads (data engineering, data quality, marketplace (</a:t>
            </a:r>
            <a:r>
              <a:rPr i="1" lang="en" sz="1000">
                <a:solidFill>
                  <a:schemeClr val="dk1"/>
                </a:solidFill>
              </a:rPr>
              <a:t>restricted in Restricted GA</a:t>
            </a:r>
            <a:r>
              <a:rPr lang="en" sz="1000">
                <a:solidFill>
                  <a:schemeClr val="dk1"/>
                </a:solidFill>
              </a:rPr>
              <a:t>), AI/ML, Snowflake Intelligence) can be used on incoming data.</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*If  the data is transformed in Snowflake  it is no longer an SAP data product, and the rules of data product usage no longer apply.</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Verify we do not use this: </a:t>
            </a:r>
            <a:r>
              <a:rPr lang="en" sz="1000" u="sng">
                <a:solidFill>
                  <a:schemeClr val="hlink"/>
                </a:solidFill>
                <a:hlinkClick r:id="rId6"/>
              </a:rPr>
              <a:t>https://github.com/delta-io/delta-sharing/blob/main/PROTOCOL.md#read-data-from-a-table</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3b80759454b_5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3b80759454b_5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g3b5f3a5faf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6" name="Google Shape;1606;g3b5f3a5faf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https://community.sap.com/t5/technology-blog-posts-by-sap/sap-business-data-cloud-series-part-1-introduction-to-data-products/ba-p/14142919</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g3b5f3a5faff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8" name="Google Shape;1628;g3b5f3a5faf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have already enhanced the underlying CDS views or entities in your SAP S/4HANA Private Cloud Edition (PCE) system before activating the corresponding data package or installing the intelligent application, the good news is that your custom fields will automatically flow into the Data Product upon activation. No additional steps required!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@AbapCatalog.sqlViewAppendName:  'ZEXTSALESORDER'</a:t>
            </a:r>
            <a:endParaRPr/>
          </a:p>
          <a:p>
            <a:pPr indent="0" lvl="0" marL="0" rtl="0" algn="l">
              <a:spcBef>
                <a:spcPts val="0"/>
              </a:spcBef>
              <a:spcAft>
                <a:spcPts val="0"/>
              </a:spcAft>
              <a:buNone/>
            </a:pPr>
            <a:r>
              <a:rPr lang="en"/>
              <a:t>@EndUserText.label: 'Extension View for I_SalesOrder'</a:t>
            </a:r>
            <a:endParaRPr/>
          </a:p>
          <a:p>
            <a:pPr indent="0" lvl="0" marL="0" rtl="0" algn="l">
              <a:spcBef>
                <a:spcPts val="0"/>
              </a:spcBef>
              <a:spcAft>
                <a:spcPts val="0"/>
              </a:spcAft>
              <a:buNone/>
            </a:pPr>
            <a:r>
              <a:rPr lang="en"/>
              <a:t>extend view I_SalesOrder with ZEXTEND_SALESORDER</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ZZ1_Custom1_SDH as ZZ_CUSTOM1</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SAP-managed Data products cannot be activated individually. They only can be activated via Intelligent Application or on data package level. That means that all the data products within the data package or Intelligent Application are activated in one step.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 We need to extend an already installed data product. How should we handle this situation?</a:t>
            </a:r>
            <a:endParaRPr/>
          </a:p>
          <a:p>
            <a:pPr indent="0" lvl="0" marL="0" rtl="0" algn="l">
              <a:spcBef>
                <a:spcPts val="0"/>
              </a:spcBef>
              <a:spcAft>
                <a:spcPts val="0"/>
              </a:spcAft>
              <a:buNone/>
            </a:pPr>
            <a:r>
              <a:rPr lang="en"/>
              <a:t>A: Currently, when you need to extend or change an existing data product, the process On the SAP S/4HANA source side, any changes you make will be handled within the existing framework. On the SAP BDC side, however, you must either deactivate the entire data package or uninstall the intelligent application and then activate or reinstall it to incorporate the new changes to the data product. It is not the most efficient way to handle a small change of adding new field to the data product. The product team is aware of this and is working on a solution to provide more granular control at the data product level, which would allow for more targeted updates in the future.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3b5f3a5faff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0" name="Google Shape;1650;g3b5f3a5faff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3b86fcf8e82_3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3b86fcf8e82_3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Amit Gupta</a:t>
            </a:r>
            <a:endParaRPr/>
          </a:p>
          <a:p>
            <a:pPr indent="0" lvl="0" marL="0" rtl="0" algn="l">
              <a:spcBef>
                <a:spcPts val="0"/>
              </a:spcBef>
              <a:spcAft>
                <a:spcPts val="0"/>
              </a:spcAft>
              <a:buNone/>
            </a:pPr>
            <a:r>
              <a:rPr lang="en" u="sng">
                <a:solidFill>
                  <a:schemeClr val="hlink"/>
                </a:solidFill>
                <a:hlinkClick r:id="rId2"/>
              </a:rPr>
              <a:t>https://docs.google.com/document/d/1W185yhf61XNqWhEVOfWzFuquFtVGNhTERvew_IPvmfo/edit?usp=sharing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https://docs.google.com/presentation/d/1b9ofXmKkyPw1XFmCx4MbEK8S2DSGvSRMa9JeldmrG1k/edit?usp=drivesdk</a:t>
            </a:r>
            <a:endParaRPr/>
          </a:p>
          <a:p>
            <a:pPr indent="0" lvl="0" marL="0" rtl="0" algn="l">
              <a:spcBef>
                <a:spcPts val="0"/>
              </a:spcBef>
              <a:spcAft>
                <a:spcPts val="0"/>
              </a:spcAft>
              <a:buNone/>
            </a:pPr>
            <a:r>
              <a:rPr lang="en" u="sng">
                <a:solidFill>
                  <a:schemeClr val="hlink"/>
                </a:solidFill>
                <a:hlinkClick r:id="rId4"/>
              </a:rPr>
              <a:t>https://docs.google.com/presentation/d/1b9ofXmKkyPw1XFmCx4MbEK8S2DSGvSRMa9JeldmrG1k/edit?usp=sharing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3b80759454b_5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3" name="Google Shape;1683;g3b80759454b_5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g3c53a38fb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7" name="Google Shape;1687;g3c53a38fb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e6a83a9c5f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g3e6a83a9c5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3e53404906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3e53404906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7" name="Shape 1737"/>
        <p:cNvGrpSpPr/>
        <p:nvPr/>
      </p:nvGrpSpPr>
      <p:grpSpPr>
        <a:xfrm>
          <a:off x="0" y="0"/>
          <a:ext cx="0" cy="0"/>
          <a:chOff x="0" y="0"/>
          <a:chExt cx="0" cy="0"/>
        </a:xfrm>
      </p:grpSpPr>
      <p:sp>
        <p:nvSpPr>
          <p:cNvPr id="1738" name="Google Shape;1738;g3c518d8115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9" name="Google Shape;1739;g3c518d8115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3958e879a4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1" name="Google Shape;1771;g3958e879a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g3cea6d74b03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3" name="Google Shape;1803;g3cea6d74b03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g3c518d81159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0" name="Google Shape;1820;g3c518d81159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3cacc9f635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4" name="Google Shape;1834;g3cacc9f635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3c518d81159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3c518d81159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g3e7968e652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6" name="Google Shape;1866;g3e7968e652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g3e0adbcca7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3" name="Google Shape;1883;g3e0adbcca7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g4305a4951760a8ff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2" name="Google Shape;1902;g4305a4951760a8ff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Confluent optimizing the data streams. Using as key for pass-through.</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3e0adbcca71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3e0adbcca71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g3e3340a27e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5" name="Google Shape;1945;g3e3340a27e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3e3340a27eb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3e3340a27eb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9" name="Shape 1989"/>
        <p:cNvGrpSpPr/>
        <p:nvPr/>
      </p:nvGrpSpPr>
      <p:grpSpPr>
        <a:xfrm>
          <a:off x="0" y="0"/>
          <a:ext cx="0" cy="0"/>
          <a:chOff x="0" y="0"/>
          <a:chExt cx="0" cy="0"/>
        </a:xfrm>
      </p:grpSpPr>
      <p:sp>
        <p:nvSpPr>
          <p:cNvPr id="1990" name="Google Shape;1990;g3e3408e186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1" name="Google Shape;1991;g3e3408e186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3ea350f56b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6" name="Google Shape;2036;g3ea350f56b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3eab34e97f9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3eab34e97f9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g3ea350f56bb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7" name="Google Shape;2067;g3ea350f56bb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g3eab34e97f9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4" name="Google Shape;2094;g3eab34e97f9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3f11892e21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3f11892e21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7.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11" name="Google Shape;11;p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3" name="Google Shape;13;p2"/>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4" name="Google Shape;14;p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5" name="Google Shape;15;p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 name="Google Shape;16;p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7" name="Google Shape;17;p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8" name="Shape 18"/>
        <p:cNvGrpSpPr/>
        <p:nvPr/>
      </p:nvGrpSpPr>
      <p:grpSpPr>
        <a:xfrm>
          <a:off x="0" y="0"/>
          <a:ext cx="0" cy="0"/>
          <a:chOff x="0" y="0"/>
          <a:chExt cx="0" cy="0"/>
        </a:xfrm>
      </p:grpSpPr>
      <p:sp>
        <p:nvSpPr>
          <p:cNvPr id="19" name="Google Shape;19;p3"/>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lvl1pPr indent="-228600" lvl="0" marL="457200" rtl="0">
              <a:lnSpc>
                <a:spcPct val="105000"/>
              </a:lnSpc>
              <a:spcBef>
                <a:spcPts val="0"/>
              </a:spcBef>
              <a:spcAft>
                <a:spcPts val="0"/>
              </a:spcAft>
              <a:buClr>
                <a:schemeClr val="dk1"/>
              </a:buClr>
              <a:buSzPts val="2600"/>
              <a:buNone/>
              <a:defRPr b="1" i="0" sz="2600" cap="none">
                <a:solidFill>
                  <a:schemeClr val="dk1"/>
                </a:solidFill>
              </a:defRPr>
            </a:lvl1pPr>
            <a:lvl2pPr indent="-342900" lvl="1" marL="914400" rtl="0">
              <a:lnSpc>
                <a:spcPct val="105000"/>
              </a:lnSpc>
              <a:spcBef>
                <a:spcPts val="1000"/>
              </a:spcBef>
              <a:spcAft>
                <a:spcPts val="0"/>
              </a:spcAft>
              <a:buClr>
                <a:schemeClr val="dk1"/>
              </a:buClr>
              <a:buSzPts val="1800"/>
              <a:buChar char="•"/>
              <a:defRPr b="1"/>
            </a:lvl2pPr>
            <a:lvl3pPr indent="-342900" lvl="2" marL="1371600" rtl="0">
              <a:lnSpc>
                <a:spcPct val="105000"/>
              </a:lnSpc>
              <a:spcBef>
                <a:spcPts val="1000"/>
              </a:spcBef>
              <a:spcAft>
                <a:spcPts val="0"/>
              </a:spcAft>
              <a:buClr>
                <a:schemeClr val="dk1"/>
              </a:buClr>
              <a:buSzPts val="1800"/>
              <a:buChar char="•"/>
              <a:defRPr b="1" sz="1800"/>
            </a:lvl3pPr>
            <a:lvl4pPr indent="-317500" lvl="3" marL="1828800" rtl="0">
              <a:lnSpc>
                <a:spcPct val="105000"/>
              </a:lnSpc>
              <a:spcBef>
                <a:spcPts val="1000"/>
              </a:spcBef>
              <a:spcAft>
                <a:spcPts val="0"/>
              </a:spcAft>
              <a:buClr>
                <a:schemeClr val="dk1"/>
              </a:buClr>
              <a:buSzPts val="1400"/>
              <a:buChar char="•"/>
              <a:defRPr b="1"/>
            </a:lvl4pPr>
            <a:lvl5pPr indent="-317500" lvl="4" marL="2286000" rtl="0">
              <a:lnSpc>
                <a:spcPct val="105000"/>
              </a:lnSpc>
              <a:spcBef>
                <a:spcPts val="1000"/>
              </a:spcBef>
              <a:spcAft>
                <a:spcPts val="0"/>
              </a:spcAft>
              <a:buClr>
                <a:schemeClr val="dk1"/>
              </a:buClr>
              <a:buSzPts val="1400"/>
              <a:buChar char="•"/>
              <a:defRPr b="1"/>
            </a:lvl5pPr>
            <a:lvl6pPr indent="-317500" lvl="5" marL="2743200" rtl="0">
              <a:lnSpc>
                <a:spcPct val="105000"/>
              </a:lnSpc>
              <a:spcBef>
                <a:spcPts val="1000"/>
              </a:spcBef>
              <a:spcAft>
                <a:spcPts val="0"/>
              </a:spcAft>
              <a:buClr>
                <a:schemeClr val="dk1"/>
              </a:buClr>
              <a:buSzPts val="1400"/>
              <a:buChar char="•"/>
              <a:defRPr b="1"/>
            </a:lvl6pPr>
            <a:lvl7pPr indent="-317500" lvl="6" marL="3200400" rtl="0">
              <a:lnSpc>
                <a:spcPct val="105000"/>
              </a:lnSpc>
              <a:spcBef>
                <a:spcPts val="1000"/>
              </a:spcBef>
              <a:spcAft>
                <a:spcPts val="0"/>
              </a:spcAft>
              <a:buClr>
                <a:schemeClr val="dk1"/>
              </a:buClr>
              <a:buSzPts val="1400"/>
              <a:buChar char="•"/>
              <a:defRPr b="1"/>
            </a:lvl7pPr>
            <a:lvl8pPr indent="-317500" lvl="7" marL="3657600" rtl="0">
              <a:lnSpc>
                <a:spcPct val="105000"/>
              </a:lnSpc>
              <a:spcBef>
                <a:spcPts val="1000"/>
              </a:spcBef>
              <a:spcAft>
                <a:spcPts val="0"/>
              </a:spcAft>
              <a:buClr>
                <a:schemeClr val="dk1"/>
              </a:buClr>
              <a:buSzPts val="1400"/>
              <a:buChar char="•"/>
              <a:defRPr b="1"/>
            </a:lvl8pPr>
            <a:lvl9pPr indent="-317500" lvl="8" marL="4114800" rtl="0">
              <a:lnSpc>
                <a:spcPct val="105000"/>
              </a:lnSpc>
              <a:spcBef>
                <a:spcPts val="1000"/>
              </a:spcBef>
              <a:spcAft>
                <a:spcPts val="1000"/>
              </a:spcAft>
              <a:buClr>
                <a:schemeClr val="dk1"/>
              </a:buClr>
              <a:buSzPts val="1400"/>
              <a:buChar char="•"/>
              <a:defRPr b="1"/>
            </a:lvl9pPr>
          </a:lstStyle>
          <a:p/>
        </p:txBody>
      </p:sp>
      <p:sp>
        <p:nvSpPr>
          <p:cNvPr id="21" name="Google Shape;21;p3"/>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EFEFEF"/>
                </a:solidFill>
              </a:defRPr>
            </a:lvl1pPr>
            <a:lvl2pPr indent="0" lvl="1" marL="0" marR="0" rtl="0" algn="r">
              <a:spcBef>
                <a:spcPts val="0"/>
              </a:spcBef>
              <a:buNone/>
              <a:defRPr i="0" sz="600">
                <a:solidFill>
                  <a:srgbClr val="EFEFEF"/>
                </a:solidFill>
              </a:defRPr>
            </a:lvl2pPr>
            <a:lvl3pPr indent="0" lvl="2" marL="0" marR="0" rtl="0" algn="r">
              <a:spcBef>
                <a:spcPts val="0"/>
              </a:spcBef>
              <a:buNone/>
              <a:defRPr i="0" sz="600">
                <a:solidFill>
                  <a:srgbClr val="EFEFEF"/>
                </a:solidFill>
              </a:defRPr>
            </a:lvl3pPr>
            <a:lvl4pPr indent="0" lvl="3" marL="0" marR="0" rtl="0" algn="r">
              <a:spcBef>
                <a:spcPts val="0"/>
              </a:spcBef>
              <a:buNone/>
              <a:defRPr i="0" sz="600">
                <a:solidFill>
                  <a:srgbClr val="EFEFEF"/>
                </a:solidFill>
              </a:defRPr>
            </a:lvl4pPr>
            <a:lvl5pPr indent="0" lvl="4" marL="0" marR="0" rtl="0" algn="r">
              <a:spcBef>
                <a:spcPts val="0"/>
              </a:spcBef>
              <a:buNone/>
              <a:defRPr i="0" sz="600">
                <a:solidFill>
                  <a:srgbClr val="EFEFEF"/>
                </a:solidFill>
              </a:defRPr>
            </a:lvl5pPr>
            <a:lvl6pPr indent="0" lvl="5" marL="0" marR="0" rtl="0" algn="r">
              <a:spcBef>
                <a:spcPts val="0"/>
              </a:spcBef>
              <a:buNone/>
              <a:defRPr i="0" sz="600">
                <a:solidFill>
                  <a:srgbClr val="EFEFEF"/>
                </a:solidFill>
              </a:defRPr>
            </a:lvl6pPr>
            <a:lvl7pPr indent="0" lvl="6" marL="0" marR="0" rtl="0" algn="r">
              <a:spcBef>
                <a:spcPts val="0"/>
              </a:spcBef>
              <a:buNone/>
              <a:defRPr i="0" sz="600">
                <a:solidFill>
                  <a:srgbClr val="EFEFEF"/>
                </a:solidFill>
              </a:defRPr>
            </a:lvl7pPr>
            <a:lvl8pPr indent="0" lvl="7" marL="0" marR="0" rtl="0" algn="r">
              <a:spcBef>
                <a:spcPts val="0"/>
              </a:spcBef>
              <a:buNone/>
              <a:defRPr i="0" sz="600">
                <a:solidFill>
                  <a:srgbClr val="EFEFEF"/>
                </a:solidFill>
              </a:defRPr>
            </a:lvl8pPr>
            <a:lvl9pPr indent="0" lvl="8" marL="0" marR="0" rtl="0" algn="r">
              <a:spcBef>
                <a:spcPts val="0"/>
              </a:spcBef>
              <a:buNone/>
              <a:defRPr i="0" sz="600">
                <a:solidFill>
                  <a:srgbClr val="EFEFEF"/>
                </a:solidFill>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 name="Google Shape;23;p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24" name="Google Shape;24;p3"/>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solidFill>
                  <a:srgbClr val="FFFFFF"/>
                </a:solidFill>
              </a:defRPr>
            </a:lvl1pPr>
            <a:lvl2pPr indent="-342900" lvl="1" marL="914400" rtl="0">
              <a:spcBef>
                <a:spcPts val="1000"/>
              </a:spcBef>
              <a:spcAft>
                <a:spcPts val="0"/>
              </a:spcAft>
              <a:buSzPts val="1800"/>
              <a:buChar char="•"/>
              <a:defRPr>
                <a:solidFill>
                  <a:srgbClr val="FFFFFF"/>
                </a:solidFill>
              </a:defRPr>
            </a:lvl2pPr>
            <a:lvl3pPr indent="-317500" lvl="2" marL="1371600" rtl="0">
              <a:spcBef>
                <a:spcPts val="1000"/>
              </a:spcBef>
              <a:spcAft>
                <a:spcPts val="0"/>
              </a:spcAft>
              <a:buSzPts val="1400"/>
              <a:buChar char="•"/>
              <a:defRPr>
                <a:solidFill>
                  <a:srgbClr val="FFFFFF"/>
                </a:solidFill>
              </a:defRPr>
            </a:lvl3pPr>
            <a:lvl4pPr indent="-317500" lvl="3" marL="1828800" rtl="0">
              <a:spcBef>
                <a:spcPts val="1000"/>
              </a:spcBef>
              <a:spcAft>
                <a:spcPts val="0"/>
              </a:spcAft>
              <a:buSzPts val="1400"/>
              <a:buChar char="•"/>
              <a:defRPr>
                <a:solidFill>
                  <a:srgbClr val="FFFFFF"/>
                </a:solidFill>
              </a:defRPr>
            </a:lvl4pPr>
            <a:lvl5pPr indent="-317500" lvl="4" marL="2286000" rtl="0">
              <a:spcBef>
                <a:spcPts val="1000"/>
              </a:spcBef>
              <a:spcAft>
                <a:spcPts val="0"/>
              </a:spcAft>
              <a:buSzPts val="1400"/>
              <a:buChar char="•"/>
              <a:defRPr>
                <a:solidFill>
                  <a:srgbClr val="FFFFFF"/>
                </a:solidFill>
              </a:defRPr>
            </a:lvl5pPr>
            <a:lvl6pPr indent="-317500" lvl="5" marL="2743200" rtl="0">
              <a:spcBef>
                <a:spcPts val="1000"/>
              </a:spcBef>
              <a:spcAft>
                <a:spcPts val="0"/>
              </a:spcAft>
              <a:buSzPts val="1400"/>
              <a:buChar char="•"/>
              <a:defRPr>
                <a:solidFill>
                  <a:srgbClr val="FFFFFF"/>
                </a:solidFill>
              </a:defRPr>
            </a:lvl6pPr>
            <a:lvl7pPr indent="-317500" lvl="6" marL="3200400" rtl="0">
              <a:spcBef>
                <a:spcPts val="1000"/>
              </a:spcBef>
              <a:spcAft>
                <a:spcPts val="0"/>
              </a:spcAft>
              <a:buSzPts val="1400"/>
              <a:buChar char="•"/>
              <a:defRPr>
                <a:solidFill>
                  <a:srgbClr val="FFFFFF"/>
                </a:solidFill>
              </a:defRPr>
            </a:lvl7pPr>
            <a:lvl8pPr indent="-317500" lvl="7" marL="3657600" rtl="0">
              <a:spcBef>
                <a:spcPts val="1000"/>
              </a:spcBef>
              <a:spcAft>
                <a:spcPts val="0"/>
              </a:spcAft>
              <a:buSzPts val="1400"/>
              <a:buChar char="•"/>
              <a:defRPr>
                <a:solidFill>
                  <a:srgbClr val="FFFFFF"/>
                </a:solidFill>
              </a:defRPr>
            </a:lvl8pPr>
            <a:lvl9pPr indent="-317500" lvl="8" marL="4114800" rtl="0">
              <a:spcBef>
                <a:spcPts val="1000"/>
              </a:spcBef>
              <a:spcAft>
                <a:spcPts val="1000"/>
              </a:spcAft>
              <a:buSzPts val="1400"/>
              <a:buChar char="•"/>
              <a:defRPr>
                <a:solidFill>
                  <a:srgbClr val="FFFFFF"/>
                </a:solidFill>
              </a:defRPr>
            </a:lvl9pPr>
          </a:lstStyle>
          <a:p/>
        </p:txBody>
      </p:sp>
      <p:sp>
        <p:nvSpPr>
          <p:cNvPr id="25" name="Google Shape;25;p3"/>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2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26" name="Google Shape;26;p3"/>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2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27" name="Google Shape;27;p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 name="Google Shape;28;p3"/>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29" name="Shape 29"/>
        <p:cNvGrpSpPr/>
        <p:nvPr/>
      </p:nvGrpSpPr>
      <p:grpSpPr>
        <a:xfrm>
          <a:off x="0" y="0"/>
          <a:ext cx="0" cy="0"/>
          <a:chOff x="0" y="0"/>
          <a:chExt cx="0" cy="0"/>
        </a:xfrm>
      </p:grpSpPr>
      <p:sp>
        <p:nvSpPr>
          <p:cNvPr id="30" name="Google Shape;30;p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2" name="Google Shape;32;p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33" name="Google Shape;33;p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34" name="Shape 34"/>
        <p:cNvGrpSpPr/>
        <p:nvPr/>
      </p:nvGrpSpPr>
      <p:grpSpPr>
        <a:xfrm>
          <a:off x="0" y="0"/>
          <a:ext cx="0" cy="0"/>
          <a:chOff x="0" y="0"/>
          <a:chExt cx="0" cy="0"/>
        </a:xfrm>
      </p:grpSpPr>
      <p:grpSp>
        <p:nvGrpSpPr>
          <p:cNvPr id="35" name="Google Shape;35;p5"/>
          <p:cNvGrpSpPr/>
          <p:nvPr/>
        </p:nvGrpSpPr>
        <p:grpSpPr>
          <a:xfrm>
            <a:off x="-10" y="3770439"/>
            <a:ext cx="9143997" cy="1371564"/>
            <a:chOff x="-10" y="3735321"/>
            <a:chExt cx="9139427" cy="1408177"/>
          </a:xfrm>
        </p:grpSpPr>
        <p:pic>
          <p:nvPicPr>
            <p:cNvPr id="36" name="Google Shape;36;p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37" name="Google Shape;37;p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38" name="Google Shape;38;p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39" name="Google Shape;39;p5"/>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grpSp>
        <p:nvGrpSpPr>
          <p:cNvPr id="40" name="Google Shape;40;p5"/>
          <p:cNvGrpSpPr/>
          <p:nvPr/>
        </p:nvGrpSpPr>
        <p:grpSpPr>
          <a:xfrm>
            <a:off x="-10" y="3770439"/>
            <a:ext cx="9143997" cy="1371564"/>
            <a:chOff x="-10" y="3735321"/>
            <a:chExt cx="9139427" cy="1408177"/>
          </a:xfrm>
        </p:grpSpPr>
        <p:pic>
          <p:nvPicPr>
            <p:cNvPr id="41" name="Google Shape;41;p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42" name="Google Shape;42;p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43" name="Google Shape;43;p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44" name="Google Shape;44;p5"/>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dk1"/>
                </a:solidFill>
              </a:rPr>
              <a:t>© 2025 </a:t>
            </a:r>
            <a:r>
              <a:rPr b="0" i="0" lang="en" sz="600">
                <a:solidFill>
                  <a:schemeClr val="dk1"/>
                </a:solidFill>
                <a:latin typeface="Arial"/>
                <a:ea typeface="Arial"/>
                <a:cs typeface="Arial"/>
                <a:sym typeface="Arial"/>
              </a:rPr>
              <a:t>Snowflake Inc. All Rights Reserved</a:t>
            </a:r>
            <a:endParaRPr sz="600">
              <a:solidFill>
                <a:schemeClr val="dk1"/>
              </a:solidFill>
              <a:latin typeface="Arial"/>
              <a:ea typeface="Arial"/>
              <a:cs typeface="Arial"/>
              <a:sym typeface="Arial"/>
            </a:endParaRPr>
          </a:p>
        </p:txBody>
      </p:sp>
      <p:sp>
        <p:nvSpPr>
          <p:cNvPr id="45" name="Google Shape;45;p5"/>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rtl="0">
              <a:lnSpc>
                <a:spcPct val="74000"/>
              </a:lnSpc>
              <a:spcBef>
                <a:spcPts val="0"/>
              </a:spcBef>
              <a:spcAft>
                <a:spcPts val="0"/>
              </a:spcAft>
              <a:buClr>
                <a:schemeClr val="dk1"/>
              </a:buClr>
              <a:buSzPts val="4400"/>
              <a:buNone/>
              <a:defRPr b="1" i="0" sz="4400" u="none" cap="none" strike="noStrike">
                <a:solidFill>
                  <a:schemeClr val="dk1"/>
                </a:solidFill>
              </a:defRPr>
            </a:lvl1pPr>
            <a:lvl2pPr lvl="1" rtl="0">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46" name="Google Shape;46;p5"/>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b="0" i="0" sz="18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47" name="Google Shape;47;p5"/>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b="0" i="0" sz="14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48" name="Google Shape;48;p5"/>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49" name="Shape 49"/>
        <p:cNvGrpSpPr/>
        <p:nvPr/>
      </p:nvGrpSpPr>
      <p:grpSpPr>
        <a:xfrm>
          <a:off x="0" y="0"/>
          <a:ext cx="0" cy="0"/>
          <a:chOff x="0" y="0"/>
          <a:chExt cx="0" cy="0"/>
        </a:xfrm>
      </p:grpSpPr>
      <p:sp>
        <p:nvSpPr>
          <p:cNvPr id="50" name="Google Shape;50;p6"/>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nSpc>
                <a:spcPct val="74000"/>
              </a:lnSpc>
              <a:spcBef>
                <a:spcPts val="10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
        <p:nvSpPr>
          <p:cNvPr id="51" name="Google Shape;51;p6"/>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52" name="Google Shape;52;p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53" name="Shape 53"/>
        <p:cNvGrpSpPr/>
        <p:nvPr/>
      </p:nvGrpSpPr>
      <p:grpSpPr>
        <a:xfrm>
          <a:off x="0" y="0"/>
          <a:ext cx="0" cy="0"/>
          <a:chOff x="0" y="0"/>
          <a:chExt cx="0" cy="0"/>
        </a:xfrm>
      </p:grpSpPr>
      <p:sp>
        <p:nvSpPr>
          <p:cNvPr id="54" name="Google Shape;54;p7"/>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55" name="Google Shape;55;p7"/>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56" name="Google Shape;56;p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 name="Google Shape;57;p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58" name="Google Shape;58;p7"/>
          <p:cNvGrpSpPr/>
          <p:nvPr/>
        </p:nvGrpSpPr>
        <p:grpSpPr>
          <a:xfrm>
            <a:off x="457209" y="474129"/>
            <a:ext cx="1177786" cy="857849"/>
            <a:chOff x="865451" y="2114550"/>
            <a:chExt cx="3399093" cy="2475755"/>
          </a:xfrm>
        </p:grpSpPr>
        <p:sp>
          <p:nvSpPr>
            <p:cNvPr id="59" name="Google Shape;59;p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 name="Google Shape;60;p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61" name="Google Shape;61;p7"/>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62" name="Shape 62"/>
        <p:cNvGrpSpPr/>
        <p:nvPr/>
      </p:nvGrpSpPr>
      <p:grpSpPr>
        <a:xfrm>
          <a:off x="0" y="0"/>
          <a:ext cx="0" cy="0"/>
          <a:chOff x="0" y="0"/>
          <a:chExt cx="0" cy="0"/>
        </a:xfrm>
      </p:grpSpPr>
      <p:sp>
        <p:nvSpPr>
          <p:cNvPr id="63" name="Google Shape;63;p8"/>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64" name="Google Shape;64;p8"/>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65" name="Google Shape;65;p8"/>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66" name="Google Shape;66;p8"/>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396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1">
  <p:cSld name="Split Layout_1">
    <p:spTree>
      <p:nvGrpSpPr>
        <p:cNvPr id="67" name="Shape 67"/>
        <p:cNvGrpSpPr/>
        <p:nvPr/>
      </p:nvGrpSpPr>
      <p:grpSpPr>
        <a:xfrm>
          <a:off x="0" y="0"/>
          <a:ext cx="0" cy="0"/>
          <a:chOff x="0" y="0"/>
          <a:chExt cx="0" cy="0"/>
        </a:xfrm>
      </p:grpSpPr>
      <p:sp>
        <p:nvSpPr>
          <p:cNvPr id="68" name="Google Shape;68;p9"/>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69" name="Google Shape;69;p9"/>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0" name="Google Shape;70;p9"/>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1" name="Google Shape;71;p9"/>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2" name="Google Shape;72;p9"/>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7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3" name="Google Shape;73;p9"/>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4" name="Google Shape;74;p9"/>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5" name="Google Shape;75;p9"/>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6" name="Google Shape;76;p9"/>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7" name="Google Shape;77;p9"/>
          <p:cNvSpPr txBox="1"/>
          <p:nvPr>
            <p:ph idx="1" type="body"/>
          </p:nvPr>
        </p:nvSpPr>
        <p:spPr>
          <a:xfrm>
            <a:off x="4819650" y="904875"/>
            <a:ext cx="4048200" cy="39147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chemeClr val="lt1"/>
              </a:buClr>
              <a:buSzPts val="1400"/>
              <a:buFont typeface="Arial"/>
              <a:buNone/>
              <a:defRPr sz="1400">
                <a:solidFill>
                  <a:schemeClr val="lt1"/>
                </a:solidFill>
              </a:defRPr>
            </a:lvl1pPr>
            <a:lvl2pPr indent="-228600" lvl="1" marL="914400" rtl="0" algn="l">
              <a:lnSpc>
                <a:spcPct val="90000"/>
              </a:lnSpc>
              <a:spcBef>
                <a:spcPts val="1000"/>
              </a:spcBef>
              <a:spcAft>
                <a:spcPts val="0"/>
              </a:spcAft>
              <a:buClr>
                <a:schemeClr val="lt1"/>
              </a:buClr>
              <a:buSzPts val="1400"/>
              <a:buFont typeface="Arial"/>
              <a:buNone/>
              <a:defRPr>
                <a:solidFill>
                  <a:schemeClr val="lt1"/>
                </a:solidFill>
              </a:defRPr>
            </a:lvl2pPr>
            <a:lvl3pPr indent="-228600" lvl="2" marL="1371600" rtl="0" algn="l">
              <a:lnSpc>
                <a:spcPct val="90000"/>
              </a:lnSpc>
              <a:spcBef>
                <a:spcPts val="1000"/>
              </a:spcBef>
              <a:spcAft>
                <a:spcPts val="0"/>
              </a:spcAft>
              <a:buClr>
                <a:schemeClr val="lt1"/>
              </a:buClr>
              <a:buSzPts val="1200"/>
              <a:buFont typeface="Arial"/>
              <a:buNone/>
              <a:defRPr>
                <a:solidFill>
                  <a:schemeClr val="lt1"/>
                </a:solidFill>
              </a:defRPr>
            </a:lvl3pPr>
            <a:lvl4pPr indent="-228600" lvl="3" marL="1828800" rtl="0" algn="l">
              <a:lnSpc>
                <a:spcPct val="90000"/>
              </a:lnSpc>
              <a:spcBef>
                <a:spcPts val="1000"/>
              </a:spcBef>
              <a:spcAft>
                <a:spcPts val="0"/>
              </a:spcAft>
              <a:buClr>
                <a:schemeClr val="lt1"/>
              </a:buClr>
              <a:buSzPts val="1200"/>
              <a:buFont typeface="Arial"/>
              <a:buNone/>
              <a:defRPr>
                <a:solidFill>
                  <a:schemeClr val="lt1"/>
                </a:solidFill>
              </a:defRPr>
            </a:lvl4pPr>
            <a:lvl5pPr indent="-228600" lvl="4" marL="2286000" rtl="0" algn="l">
              <a:lnSpc>
                <a:spcPct val="90000"/>
              </a:lnSpc>
              <a:spcBef>
                <a:spcPts val="1000"/>
              </a:spcBef>
              <a:spcAft>
                <a:spcPts val="0"/>
              </a:spcAft>
              <a:buClr>
                <a:schemeClr val="lt1"/>
              </a:buClr>
              <a:buSzPts val="1200"/>
              <a:buFont typeface="Arial"/>
              <a:buNone/>
              <a:defRPr>
                <a:solidFill>
                  <a:schemeClr val="lt1"/>
                </a:solidFill>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78" name="Google Shape;78;p9"/>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7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9" name="Google Shape;79;p9"/>
          <p:cNvSpPr txBox="1"/>
          <p:nvPr>
            <p:ph idx="2" type="body"/>
          </p:nvPr>
        </p:nvSpPr>
        <p:spPr>
          <a:xfrm>
            <a:off x="302895" y="226036"/>
            <a:ext cx="3997500" cy="543000"/>
          </a:xfrm>
          <a:prstGeom prst="rect">
            <a:avLst/>
          </a:prstGeom>
          <a:noFill/>
          <a:ln>
            <a:noFill/>
          </a:ln>
        </p:spPr>
        <p:txBody>
          <a:bodyPr anchorCtr="0" anchor="t" bIns="45700" lIns="91425" spcFirstLastPara="1" rIns="91425" wrap="square" tIns="45700">
            <a:spAutoFit/>
          </a:bodyPr>
          <a:lstStyle>
            <a:lvl1pPr indent="-228600" lvl="0" marL="457200" rtl="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80" name="Google Shape;80;p9"/>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81" name="Google Shape;81;p9"/>
          <p:cNvSpPr txBox="1"/>
          <p:nvPr/>
        </p:nvSpPr>
        <p:spPr>
          <a:xfrm>
            <a:off x="8390386" y="4898914"/>
            <a:ext cx="473700" cy="9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 sz="600">
                <a:solidFill>
                  <a:schemeClr val="lt1"/>
                </a:solidFill>
                <a:latin typeface="Arial"/>
                <a:ea typeface="Arial"/>
                <a:cs typeface="Arial"/>
                <a:sym typeface="Arial"/>
              </a:rPr>
              <a:t>‹#›</a:t>
            </a:fld>
            <a:endParaRPr b="0" i="0" sz="600">
              <a:solidFill>
                <a:schemeClr val="lt1"/>
              </a:solidFill>
              <a:latin typeface="Arial"/>
              <a:ea typeface="Arial"/>
              <a:cs typeface="Arial"/>
              <a:sym typeface="Arial"/>
            </a:endParaRPr>
          </a:p>
        </p:txBody>
      </p:sp>
      <p:sp>
        <p:nvSpPr>
          <p:cNvPr id="82" name="Google Shape;82;p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3" name="Google Shape;83;p9"/>
          <p:cNvSpPr txBox="1"/>
          <p:nvPr>
            <p:ph idx="3" type="body"/>
          </p:nvPr>
        </p:nvSpPr>
        <p:spPr>
          <a:xfrm>
            <a:off x="302895" y="731520"/>
            <a:ext cx="4021500" cy="2949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 Column">
  <p:cSld name="1_1 Column">
    <p:spTree>
      <p:nvGrpSpPr>
        <p:cNvPr id="84" name="Shape 84"/>
        <p:cNvGrpSpPr/>
        <p:nvPr/>
      </p:nvGrpSpPr>
      <p:grpSpPr>
        <a:xfrm>
          <a:off x="0" y="0"/>
          <a:ext cx="0" cy="0"/>
          <a:chOff x="0" y="0"/>
          <a:chExt cx="0" cy="0"/>
        </a:xfrm>
      </p:grpSpPr>
      <p:sp>
        <p:nvSpPr>
          <p:cNvPr id="85" name="Google Shape;85;p10"/>
          <p:cNvSpPr txBox="1"/>
          <p:nvPr>
            <p:ph idx="1" type="body"/>
          </p:nvPr>
        </p:nvSpPr>
        <p:spPr>
          <a:xfrm>
            <a:off x="382084" y="1102996"/>
            <a:ext cx="8385600" cy="3497700"/>
          </a:xfrm>
          <a:prstGeom prst="rect">
            <a:avLst/>
          </a:prstGeom>
          <a:noFill/>
          <a:ln>
            <a:noFill/>
          </a:ln>
        </p:spPr>
        <p:txBody>
          <a:bodyPr anchorCtr="0" anchor="t" bIns="34275" lIns="68575" spcFirstLastPara="1" rIns="68575" wrap="square" tIns="34275">
            <a:spAutoFit/>
          </a:bodyPr>
          <a:lstStyle>
            <a:lvl1pPr indent="-317500" lvl="0" marL="457200" rtl="0" algn="l">
              <a:lnSpc>
                <a:spcPct val="90000"/>
              </a:lnSpc>
              <a:spcBef>
                <a:spcPts val="800"/>
              </a:spcBef>
              <a:spcAft>
                <a:spcPts val="0"/>
              </a:spcAft>
              <a:buClr>
                <a:schemeClr val="accent2"/>
              </a:buClr>
              <a:buSzPts val="1400"/>
              <a:buFont typeface="Arial"/>
              <a:buChar char="•"/>
              <a:defRPr b="0" i="0" sz="1800">
                <a:solidFill>
                  <a:srgbClr val="53585F"/>
                </a:solidFill>
                <a:latin typeface="Arial"/>
                <a:ea typeface="Arial"/>
                <a:cs typeface="Arial"/>
                <a:sym typeface="Arial"/>
              </a:defRPr>
            </a:lvl1pPr>
            <a:lvl2pPr indent="-304800" lvl="1" marL="914400" rtl="0" algn="l">
              <a:lnSpc>
                <a:spcPct val="90000"/>
              </a:lnSpc>
              <a:spcBef>
                <a:spcPts val="400"/>
              </a:spcBef>
              <a:spcAft>
                <a:spcPts val="0"/>
              </a:spcAft>
              <a:buClr>
                <a:schemeClr val="accent2"/>
              </a:buClr>
              <a:buSzPts val="1200"/>
              <a:buFont typeface="Arial"/>
              <a:buChar char="•"/>
              <a:defRPr b="0" i="0" sz="1350">
                <a:solidFill>
                  <a:srgbClr val="53585F"/>
                </a:solidFill>
                <a:latin typeface="Arial"/>
                <a:ea typeface="Arial"/>
                <a:cs typeface="Arial"/>
                <a:sym typeface="Arial"/>
              </a:defRPr>
            </a:lvl2pPr>
            <a:lvl3pPr indent="-304800" lvl="2" marL="1371600" rtl="0" algn="l">
              <a:lnSpc>
                <a:spcPct val="90000"/>
              </a:lnSpc>
              <a:spcBef>
                <a:spcPts val="400"/>
              </a:spcBef>
              <a:spcAft>
                <a:spcPts val="0"/>
              </a:spcAft>
              <a:buClr>
                <a:schemeClr val="accent2"/>
              </a:buClr>
              <a:buSzPts val="1200"/>
              <a:buFont typeface="Arial"/>
              <a:buChar char="•"/>
              <a:defRPr b="0" i="0" sz="1200">
                <a:solidFill>
                  <a:srgbClr val="53585F"/>
                </a:solidFill>
                <a:latin typeface="Arial"/>
                <a:ea typeface="Arial"/>
                <a:cs typeface="Arial"/>
                <a:sym typeface="Arial"/>
              </a:defRPr>
            </a:lvl3pPr>
            <a:lvl4pPr indent="-304800" lvl="3" marL="1828800" rtl="0" algn="l">
              <a:lnSpc>
                <a:spcPct val="90000"/>
              </a:lnSpc>
              <a:spcBef>
                <a:spcPts val="400"/>
              </a:spcBef>
              <a:spcAft>
                <a:spcPts val="0"/>
              </a:spcAft>
              <a:buClr>
                <a:schemeClr val="accent2"/>
              </a:buClr>
              <a:buSzPts val="1200"/>
              <a:buFont typeface="Arial"/>
              <a:buChar char="•"/>
              <a:defRPr b="0" i="0" sz="1050">
                <a:solidFill>
                  <a:srgbClr val="53585F"/>
                </a:solidFill>
                <a:latin typeface="Arial"/>
                <a:ea typeface="Arial"/>
                <a:cs typeface="Arial"/>
                <a:sym typeface="Arial"/>
              </a:defRPr>
            </a:lvl4pPr>
            <a:lvl5pPr indent="-304800" lvl="4" marL="2286000" rtl="0" algn="l">
              <a:lnSpc>
                <a:spcPct val="90000"/>
              </a:lnSpc>
              <a:spcBef>
                <a:spcPts val="400"/>
              </a:spcBef>
              <a:spcAft>
                <a:spcPts val="0"/>
              </a:spcAft>
              <a:buClr>
                <a:schemeClr val="accent2"/>
              </a:buClr>
              <a:buSzPts val="1200"/>
              <a:buFont typeface="Arial"/>
              <a:buChar char="•"/>
              <a:defRPr b="0" i="0" sz="900">
                <a:solidFill>
                  <a:srgbClr val="53585F"/>
                </a:solidFill>
                <a:latin typeface="Arial"/>
                <a:ea typeface="Arial"/>
                <a:cs typeface="Arial"/>
                <a:sym typeface="Arial"/>
              </a:defRPr>
            </a:lvl5pPr>
            <a:lvl6pPr indent="-228600" lvl="5" marL="2743200" rtl="0" algn="l">
              <a:lnSpc>
                <a:spcPct val="90000"/>
              </a:lnSpc>
              <a:spcBef>
                <a:spcPts val="400"/>
              </a:spcBef>
              <a:spcAft>
                <a:spcPts val="0"/>
              </a:spcAft>
              <a:buSzPts val="1400"/>
              <a:buNone/>
              <a:defRPr sz="788"/>
            </a:lvl6pPr>
            <a:lvl7pPr indent="-317500" lvl="6" marL="3200400" rtl="0" algn="l">
              <a:lnSpc>
                <a:spcPct val="90000"/>
              </a:lnSpc>
              <a:spcBef>
                <a:spcPts val="400"/>
              </a:spcBef>
              <a:spcAft>
                <a:spcPts val="0"/>
              </a:spcAft>
              <a:buSzPts val="1400"/>
              <a:buChar char="•"/>
              <a:defRPr/>
            </a:lvl7pPr>
            <a:lvl8pPr indent="-317500" lvl="7" marL="3657600" rtl="0" algn="l">
              <a:lnSpc>
                <a:spcPct val="90000"/>
              </a:lnSpc>
              <a:spcBef>
                <a:spcPts val="400"/>
              </a:spcBef>
              <a:spcAft>
                <a:spcPts val="0"/>
              </a:spcAft>
              <a:buSzPts val="1400"/>
              <a:buChar char="•"/>
              <a:defRPr/>
            </a:lvl8pPr>
            <a:lvl9pPr indent="-317500" lvl="8" marL="4114800" rtl="0" algn="l">
              <a:lnSpc>
                <a:spcPct val="90000"/>
              </a:lnSpc>
              <a:spcBef>
                <a:spcPts val="400"/>
              </a:spcBef>
              <a:spcAft>
                <a:spcPts val="0"/>
              </a:spcAft>
              <a:buSzPts val="1400"/>
              <a:buChar char="•"/>
              <a:defRPr/>
            </a:lvl9pPr>
          </a:lstStyle>
          <a:p/>
        </p:txBody>
      </p:sp>
      <p:sp>
        <p:nvSpPr>
          <p:cNvPr id="86" name="Google Shape;86;p10"/>
          <p:cNvSpPr txBox="1"/>
          <p:nvPr>
            <p:ph type="title"/>
          </p:nvPr>
        </p:nvSpPr>
        <p:spPr>
          <a:xfrm>
            <a:off x="386109" y="273845"/>
            <a:ext cx="8381400" cy="654600"/>
          </a:xfrm>
          <a:prstGeom prst="rect">
            <a:avLst/>
          </a:prstGeom>
          <a:noFill/>
          <a:ln>
            <a:noFill/>
          </a:ln>
        </p:spPr>
        <p:txBody>
          <a:bodyPr anchorCtr="0" anchor="ctr" bIns="34275" lIns="68575" spcFirstLastPara="1" rIns="68575" wrap="square" tIns="34275">
            <a:spAutoFit/>
          </a:bodyPr>
          <a:lstStyle>
            <a:lvl1pPr lvl="0" rtl="0" algn="ctr">
              <a:lnSpc>
                <a:spcPct val="90000"/>
              </a:lnSpc>
              <a:spcBef>
                <a:spcPts val="0"/>
              </a:spcBef>
              <a:spcAft>
                <a:spcPts val="0"/>
              </a:spcAft>
              <a:buSzPts val="33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_2">
    <p:spTree>
      <p:nvGrpSpPr>
        <p:cNvPr id="87" name="Shape 87"/>
        <p:cNvGrpSpPr/>
        <p:nvPr/>
      </p:nvGrpSpPr>
      <p:grpSpPr>
        <a:xfrm>
          <a:off x="0" y="0"/>
          <a:ext cx="0" cy="0"/>
          <a:chOff x="0" y="0"/>
          <a:chExt cx="0" cy="0"/>
        </a:xfrm>
      </p:grpSpPr>
      <p:pic>
        <p:nvPicPr>
          <p:cNvPr id="88" name="Google Shape;88;p1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9" name="Google Shape;89;p11"/>
          <p:cNvSpPr/>
          <p:nvPr/>
        </p:nvSpPr>
        <p:spPr>
          <a:xfrm>
            <a:off x="4115009" y="3036749"/>
            <a:ext cx="139574" cy="113509"/>
          </a:xfrm>
          <a:custGeom>
            <a:rect b="b" l="l" r="r" t="t"/>
            <a:pathLst>
              <a:path extrusionOk="0" h="764" w="94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0" name="Google Shape;90;p11"/>
          <p:cNvSpPr/>
          <p:nvPr/>
        </p:nvSpPr>
        <p:spPr>
          <a:xfrm>
            <a:off x="4365370" y="3032916"/>
            <a:ext cx="29138" cy="121174"/>
          </a:xfrm>
          <a:custGeom>
            <a:rect b="b" l="l" r="r" t="t"/>
            <a:pathLst>
              <a:path extrusionOk="0" h="978" w="235">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1" name="Google Shape;91;p11"/>
          <p:cNvSpPr/>
          <p:nvPr/>
        </p:nvSpPr>
        <p:spPr>
          <a:xfrm>
            <a:off x="4408307" y="3071229"/>
            <a:ext cx="78380" cy="82862"/>
          </a:xfrm>
          <a:custGeom>
            <a:rect b="b" l="l" r="r" t="t"/>
            <a:pathLst>
              <a:path extrusionOk="0" h="669" w="633">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2" name="Google Shape;92;p11"/>
          <p:cNvSpPr/>
          <p:nvPr/>
        </p:nvSpPr>
        <p:spPr>
          <a:xfrm>
            <a:off x="4597473" y="3054337"/>
            <a:ext cx="128560" cy="90081"/>
          </a:xfrm>
          <a:custGeom>
            <a:rect b="b" l="l" r="r" t="t"/>
            <a:pathLst>
              <a:path extrusionOk="0" h="340" w="486">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3" name="Google Shape;93;p11"/>
          <p:cNvSpPr/>
          <p:nvPr/>
        </p:nvSpPr>
        <p:spPr>
          <a:xfrm>
            <a:off x="4836821" y="3039650"/>
            <a:ext cx="107633" cy="107704"/>
          </a:xfrm>
          <a:custGeom>
            <a:rect b="b" l="l" r="r" t="t"/>
            <a:pathLst>
              <a:path extrusionOk="0" h="4096" w="4096">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4" name="Google Shape;94;p11"/>
          <p:cNvSpPr/>
          <p:nvPr/>
        </p:nvSpPr>
        <p:spPr>
          <a:xfrm>
            <a:off x="-324" y="2332567"/>
            <a:ext cx="2007296" cy="2812205"/>
          </a:xfrm>
          <a:custGeom>
            <a:rect b="b" l="l" r="r" t="t"/>
            <a:pathLst>
              <a:path extrusionOk="0" h="3946954" w="2817257">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5" name="Google Shape;95;p11"/>
          <p:cNvSpPr/>
          <p:nvPr/>
        </p:nvSpPr>
        <p:spPr>
          <a:xfrm rot="-5400000">
            <a:off x="5962840" y="1958194"/>
            <a:ext cx="2338578" cy="4032033"/>
          </a:xfrm>
          <a:custGeom>
            <a:rect b="b" l="l" r="r" t="t"/>
            <a:pathLst>
              <a:path extrusionOk="0" h="5780692" w="3352800">
                <a:moveTo>
                  <a:pt x="3352800" y="5780692"/>
                </a:moveTo>
                <a:lnTo>
                  <a:pt x="0" y="5780692"/>
                </a:lnTo>
                <a:lnTo>
                  <a:pt x="0" y="0"/>
                </a:lnTo>
                <a:close/>
              </a:path>
            </a:pathLst>
          </a:custGeom>
          <a:solidFill>
            <a:srgbClr val="66757A">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6" name="Google Shape;96;p11"/>
          <p:cNvSpPr/>
          <p:nvPr/>
        </p:nvSpPr>
        <p:spPr>
          <a:xfrm>
            <a:off x="6501075" y="369735"/>
            <a:ext cx="2642925" cy="3907100"/>
          </a:xfrm>
          <a:custGeom>
            <a:rect b="b" l="l" r="r" t="t"/>
            <a:pathLst>
              <a:path extrusionOk="0" h="10000" w="1000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7" name="Google Shape;97;p11"/>
          <p:cNvSpPr/>
          <p:nvPr/>
        </p:nvSpPr>
        <p:spPr>
          <a:xfrm>
            <a:off x="2787459" y="1811866"/>
            <a:ext cx="3178576" cy="726948"/>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98" name="Google Shape;98;p11"/>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99" name="Shape 99"/>
        <p:cNvGrpSpPr/>
        <p:nvPr/>
      </p:nvGrpSpPr>
      <p:grpSpPr>
        <a:xfrm>
          <a:off x="0" y="0"/>
          <a:ext cx="0" cy="0"/>
          <a:chOff x="0" y="0"/>
          <a:chExt cx="0" cy="0"/>
        </a:xfrm>
      </p:grpSpPr>
      <p:sp>
        <p:nvSpPr>
          <p:cNvPr id="100" name="Google Shape;100;p12"/>
          <p:cNvSpPr txBox="1"/>
          <p:nvPr>
            <p:ph idx="1" type="body"/>
          </p:nvPr>
        </p:nvSpPr>
        <p:spPr>
          <a:xfrm>
            <a:off x="382083" y="1102996"/>
            <a:ext cx="8385600" cy="3497700"/>
          </a:xfrm>
          <a:prstGeom prst="rect">
            <a:avLst/>
          </a:prstGeom>
          <a:noFill/>
          <a:ln>
            <a:noFill/>
          </a:ln>
        </p:spPr>
        <p:txBody>
          <a:bodyPr anchorCtr="0" anchor="t" bIns="34275" lIns="68575" spcFirstLastPara="1" rIns="68575" wrap="square" tIns="34275">
            <a:spAutoFit/>
          </a:bodyPr>
          <a:lstStyle>
            <a:lvl1pPr indent="-342900" lvl="0" marL="457200" rtl="0" algn="l">
              <a:lnSpc>
                <a:spcPct val="90000"/>
              </a:lnSpc>
              <a:spcBef>
                <a:spcPts val="800"/>
              </a:spcBef>
              <a:spcAft>
                <a:spcPts val="0"/>
              </a:spcAft>
              <a:buClr>
                <a:schemeClr val="accent2"/>
              </a:buClr>
              <a:buSzPts val="1800"/>
              <a:buFont typeface="Arial"/>
              <a:buChar char="•"/>
              <a:defRPr b="0" i="0" sz="1800">
                <a:solidFill>
                  <a:srgbClr val="53585F"/>
                </a:solidFill>
                <a:latin typeface="Avenir"/>
                <a:ea typeface="Avenir"/>
                <a:cs typeface="Avenir"/>
                <a:sym typeface="Avenir"/>
              </a:defRPr>
            </a:lvl1pPr>
            <a:lvl2pPr indent="-317500" lvl="1" marL="914400" rtl="0" algn="l">
              <a:lnSpc>
                <a:spcPct val="90000"/>
              </a:lnSpc>
              <a:spcBef>
                <a:spcPts val="1000"/>
              </a:spcBef>
              <a:spcAft>
                <a:spcPts val="0"/>
              </a:spcAft>
              <a:buClr>
                <a:schemeClr val="accent2"/>
              </a:buClr>
              <a:buSzPts val="1400"/>
              <a:buFont typeface="Arial"/>
              <a:buChar char="•"/>
              <a:defRPr b="0" i="0" sz="1400">
                <a:solidFill>
                  <a:srgbClr val="53585F"/>
                </a:solidFill>
                <a:latin typeface="Avenir"/>
                <a:ea typeface="Avenir"/>
                <a:cs typeface="Avenir"/>
                <a:sym typeface="Avenir"/>
              </a:defRPr>
            </a:lvl2pPr>
            <a:lvl3pPr indent="-304800" lvl="2" marL="1371600" rtl="0" algn="l">
              <a:lnSpc>
                <a:spcPct val="90000"/>
              </a:lnSpc>
              <a:spcBef>
                <a:spcPts val="1000"/>
              </a:spcBef>
              <a:spcAft>
                <a:spcPts val="0"/>
              </a:spcAft>
              <a:buClr>
                <a:schemeClr val="accent2"/>
              </a:buClr>
              <a:buSzPts val="1200"/>
              <a:buFont typeface="Arial"/>
              <a:buChar char="•"/>
              <a:defRPr b="0" i="0" sz="1200">
                <a:solidFill>
                  <a:srgbClr val="53585F"/>
                </a:solidFill>
                <a:latin typeface="Avenir"/>
                <a:ea typeface="Avenir"/>
                <a:cs typeface="Avenir"/>
                <a:sym typeface="Avenir"/>
              </a:defRPr>
            </a:lvl3pPr>
            <a:lvl4pPr indent="-298450" lvl="3" marL="1828800" rtl="0" algn="l">
              <a:lnSpc>
                <a:spcPct val="90000"/>
              </a:lnSpc>
              <a:spcBef>
                <a:spcPts val="1000"/>
              </a:spcBef>
              <a:spcAft>
                <a:spcPts val="0"/>
              </a:spcAft>
              <a:buClr>
                <a:schemeClr val="accent2"/>
              </a:buClr>
              <a:buSzPts val="1100"/>
              <a:buFont typeface="Arial"/>
              <a:buChar char="•"/>
              <a:defRPr b="0" i="0" sz="1100">
                <a:solidFill>
                  <a:srgbClr val="53585F"/>
                </a:solidFill>
                <a:latin typeface="Avenir"/>
                <a:ea typeface="Avenir"/>
                <a:cs typeface="Avenir"/>
                <a:sym typeface="Avenir"/>
              </a:defRPr>
            </a:lvl4pPr>
            <a:lvl5pPr indent="-285750" lvl="4" marL="2286000" rtl="0" algn="l">
              <a:lnSpc>
                <a:spcPct val="90000"/>
              </a:lnSpc>
              <a:spcBef>
                <a:spcPts val="1000"/>
              </a:spcBef>
              <a:spcAft>
                <a:spcPts val="0"/>
              </a:spcAft>
              <a:buClr>
                <a:schemeClr val="accent2"/>
              </a:buClr>
              <a:buSzPts val="900"/>
              <a:buFont typeface="Arial"/>
              <a:buChar char="•"/>
              <a:defRPr b="0" i="0" sz="900">
                <a:solidFill>
                  <a:srgbClr val="53585F"/>
                </a:solidFill>
                <a:latin typeface="Avenir"/>
                <a:ea typeface="Avenir"/>
                <a:cs typeface="Avenir"/>
                <a:sym typeface="Avenir"/>
              </a:defRPr>
            </a:lvl5pPr>
            <a:lvl6pPr indent="-228600" lvl="5" marL="2743200" rtl="0" algn="l">
              <a:lnSpc>
                <a:spcPct val="90000"/>
              </a:lnSpc>
              <a:spcBef>
                <a:spcPts val="1000"/>
              </a:spcBef>
              <a:spcAft>
                <a:spcPts val="0"/>
              </a:spcAft>
              <a:buClr>
                <a:schemeClr val="dk1"/>
              </a:buClr>
              <a:buSzPts val="800"/>
              <a:buNone/>
              <a:defRPr sz="800"/>
            </a:lvl6pPr>
            <a:lvl7pPr indent="-317500" lvl="6" marL="3200400" rtl="0" algn="l">
              <a:lnSpc>
                <a:spcPct val="90000"/>
              </a:lnSpc>
              <a:spcBef>
                <a:spcPts val="1000"/>
              </a:spcBef>
              <a:spcAft>
                <a:spcPts val="0"/>
              </a:spcAft>
              <a:buClr>
                <a:schemeClr val="dk1"/>
              </a:buClr>
              <a:buSzPts val="1400"/>
              <a:buChar char="•"/>
              <a:defRPr/>
            </a:lvl7pPr>
            <a:lvl8pPr indent="-317500" lvl="7" marL="3657600" rtl="0" algn="l">
              <a:lnSpc>
                <a:spcPct val="90000"/>
              </a:lnSpc>
              <a:spcBef>
                <a:spcPts val="1000"/>
              </a:spcBef>
              <a:spcAft>
                <a:spcPts val="0"/>
              </a:spcAft>
              <a:buClr>
                <a:schemeClr val="dk1"/>
              </a:buClr>
              <a:buSzPts val="1400"/>
              <a:buChar char="•"/>
              <a:defRPr/>
            </a:lvl8pPr>
            <a:lvl9pPr indent="-317500" lvl="8" marL="4114800" rtl="0" algn="l">
              <a:lnSpc>
                <a:spcPct val="90000"/>
              </a:lnSpc>
              <a:spcBef>
                <a:spcPts val="1000"/>
              </a:spcBef>
              <a:spcAft>
                <a:spcPts val="1000"/>
              </a:spcAft>
              <a:buClr>
                <a:schemeClr val="dk1"/>
              </a:buClr>
              <a:buSzPts val="1400"/>
              <a:buChar char="•"/>
              <a:defRPr/>
            </a:lvl9pPr>
          </a:lstStyle>
          <a:p/>
        </p:txBody>
      </p:sp>
      <p:sp>
        <p:nvSpPr>
          <p:cNvPr id="101" name="Google Shape;101;p12"/>
          <p:cNvSpPr txBox="1"/>
          <p:nvPr>
            <p:ph type="title"/>
          </p:nvPr>
        </p:nvSpPr>
        <p:spPr>
          <a:xfrm>
            <a:off x="386108" y="273844"/>
            <a:ext cx="8381400" cy="654600"/>
          </a:xfrm>
          <a:prstGeom prst="rect">
            <a:avLst/>
          </a:prstGeom>
          <a:noFill/>
          <a:ln>
            <a:noFill/>
          </a:ln>
        </p:spPr>
        <p:txBody>
          <a:bodyPr anchorCtr="0" anchor="t" bIns="34275" lIns="68575" spcFirstLastPara="1" rIns="68575" wrap="square" tIns="34275">
            <a:spAutoFit/>
          </a:bodyPr>
          <a:lstStyle>
            <a:lvl1pPr lvl="0" rtl="0" algn="l">
              <a:lnSpc>
                <a:spcPct val="90000"/>
              </a:lnSpc>
              <a:spcBef>
                <a:spcPts val="0"/>
              </a:spcBef>
              <a:spcAft>
                <a:spcPts val="0"/>
              </a:spcAft>
              <a:buClr>
                <a:schemeClr val="accent2"/>
              </a:buClr>
              <a:buSzPts val="14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13"/>
          <p:cNvSpPr txBox="1"/>
          <p:nvPr>
            <p:ph type="title"/>
          </p:nvPr>
        </p:nvSpPr>
        <p:spPr>
          <a:xfrm>
            <a:off x="850106" y="207605"/>
            <a:ext cx="7886700" cy="678900"/>
          </a:xfrm>
          <a:prstGeom prst="rect">
            <a:avLst/>
          </a:prstGeom>
          <a:noFill/>
          <a:ln>
            <a:noFill/>
          </a:ln>
        </p:spPr>
        <p:txBody>
          <a:bodyPr anchorCtr="0" anchor="t" bIns="34275" lIns="68525" spcFirstLastPara="1" rIns="68525" wrap="square" tIns="34275">
            <a:spAutoFit/>
          </a:bodyPr>
          <a:lstStyle>
            <a:lvl1pPr lvl="0" rtl="0" algn="l">
              <a:lnSpc>
                <a:spcPct val="90000"/>
              </a:lnSpc>
              <a:spcBef>
                <a:spcPts val="0"/>
              </a:spcBef>
              <a:spcAft>
                <a:spcPts val="0"/>
              </a:spcAft>
              <a:buClr>
                <a:schemeClr val="dk1"/>
              </a:buClr>
              <a:buSzPts val="14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04" name="Google Shape;104;p13"/>
          <p:cNvSpPr txBox="1"/>
          <p:nvPr>
            <p:ph idx="1" type="body"/>
          </p:nvPr>
        </p:nvSpPr>
        <p:spPr>
          <a:xfrm>
            <a:off x="628650" y="1369219"/>
            <a:ext cx="7886700" cy="3263400"/>
          </a:xfrm>
          <a:prstGeom prst="rect">
            <a:avLst/>
          </a:prstGeom>
          <a:noFill/>
          <a:ln>
            <a:noFill/>
          </a:ln>
        </p:spPr>
        <p:txBody>
          <a:bodyPr anchorCtr="0" anchor="t" bIns="34275" lIns="68525" spcFirstLastPara="1" rIns="68525" wrap="square" tIns="34275">
            <a:sp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000"/>
              </a:spcBef>
              <a:spcAft>
                <a:spcPts val="0"/>
              </a:spcAft>
              <a:buClr>
                <a:schemeClr val="dk1"/>
              </a:buClr>
              <a:buSzPts val="1400"/>
              <a:buChar char="•"/>
              <a:defRPr/>
            </a:lvl2pPr>
            <a:lvl3pPr indent="-317500" lvl="2" marL="1371600" rtl="0" algn="l">
              <a:lnSpc>
                <a:spcPct val="90000"/>
              </a:lnSpc>
              <a:spcBef>
                <a:spcPts val="1000"/>
              </a:spcBef>
              <a:spcAft>
                <a:spcPts val="0"/>
              </a:spcAft>
              <a:buClr>
                <a:schemeClr val="dk1"/>
              </a:buClr>
              <a:buSzPts val="1400"/>
              <a:buChar char="•"/>
              <a:defRPr/>
            </a:lvl3pPr>
            <a:lvl4pPr indent="-317500" lvl="3" marL="1828800" rtl="0" algn="l">
              <a:lnSpc>
                <a:spcPct val="90000"/>
              </a:lnSpc>
              <a:spcBef>
                <a:spcPts val="1000"/>
              </a:spcBef>
              <a:spcAft>
                <a:spcPts val="0"/>
              </a:spcAft>
              <a:buClr>
                <a:schemeClr val="dk1"/>
              </a:buClr>
              <a:buSzPts val="1400"/>
              <a:buChar char="•"/>
              <a:defRPr/>
            </a:lvl4pPr>
            <a:lvl5pPr indent="-317500" lvl="4" marL="2286000" rtl="0" algn="l">
              <a:lnSpc>
                <a:spcPct val="90000"/>
              </a:lnSpc>
              <a:spcBef>
                <a:spcPts val="1000"/>
              </a:spcBef>
              <a:spcAft>
                <a:spcPts val="0"/>
              </a:spcAft>
              <a:buClr>
                <a:schemeClr val="dk1"/>
              </a:buClr>
              <a:buSzPts val="1400"/>
              <a:buChar char="•"/>
              <a:defRPr/>
            </a:lvl5pPr>
            <a:lvl6pPr indent="-317500" lvl="5" marL="2743200" rtl="0" algn="l">
              <a:lnSpc>
                <a:spcPct val="90000"/>
              </a:lnSpc>
              <a:spcBef>
                <a:spcPts val="1000"/>
              </a:spcBef>
              <a:spcAft>
                <a:spcPts val="0"/>
              </a:spcAft>
              <a:buClr>
                <a:schemeClr val="dk1"/>
              </a:buClr>
              <a:buSzPts val="1400"/>
              <a:buChar char="•"/>
              <a:defRPr/>
            </a:lvl6pPr>
            <a:lvl7pPr indent="-317500" lvl="6" marL="3200400" rtl="0" algn="l">
              <a:lnSpc>
                <a:spcPct val="90000"/>
              </a:lnSpc>
              <a:spcBef>
                <a:spcPts val="1000"/>
              </a:spcBef>
              <a:spcAft>
                <a:spcPts val="0"/>
              </a:spcAft>
              <a:buClr>
                <a:schemeClr val="dk1"/>
              </a:buClr>
              <a:buSzPts val="1400"/>
              <a:buChar char="•"/>
              <a:defRPr/>
            </a:lvl7pPr>
            <a:lvl8pPr indent="-317500" lvl="7" marL="3657600" rtl="0" algn="l">
              <a:lnSpc>
                <a:spcPct val="90000"/>
              </a:lnSpc>
              <a:spcBef>
                <a:spcPts val="1000"/>
              </a:spcBef>
              <a:spcAft>
                <a:spcPts val="0"/>
              </a:spcAft>
              <a:buClr>
                <a:schemeClr val="dk1"/>
              </a:buClr>
              <a:buSzPts val="1400"/>
              <a:buChar char="•"/>
              <a:defRPr/>
            </a:lvl8pPr>
            <a:lvl9pPr indent="-317500" lvl="8" marL="4114800" rtl="0" algn="l">
              <a:lnSpc>
                <a:spcPct val="90000"/>
              </a:lnSpc>
              <a:spcBef>
                <a:spcPts val="1000"/>
              </a:spcBef>
              <a:spcAft>
                <a:spcPts val="1000"/>
              </a:spcAft>
              <a:buClr>
                <a:schemeClr val="dk1"/>
              </a:buClr>
              <a:buSzPts val="1400"/>
              <a:buChar char="•"/>
              <a:defRPr/>
            </a:lvl9pPr>
          </a:lstStyle>
          <a:p/>
        </p:txBody>
      </p:sp>
      <p:sp>
        <p:nvSpPr>
          <p:cNvPr id="105" name="Google Shape;105;p13"/>
          <p:cNvSpPr txBox="1"/>
          <p:nvPr>
            <p:ph idx="11" type="ftr"/>
          </p:nvPr>
        </p:nvSpPr>
        <p:spPr>
          <a:xfrm>
            <a:off x="5952345" y="4877991"/>
            <a:ext cx="3086100" cy="273900"/>
          </a:xfrm>
          <a:prstGeom prst="rect">
            <a:avLst/>
          </a:prstGeom>
          <a:noFill/>
          <a:ln>
            <a:noFill/>
          </a:ln>
        </p:spPr>
        <p:txBody>
          <a:bodyPr anchorCtr="0" anchor="ctr" bIns="34275" lIns="68525" spcFirstLastPara="1" rIns="68525" wrap="square" tIns="34275">
            <a:noAutofit/>
          </a:bodyPr>
          <a:lstStyle>
            <a:lvl1pPr lvl="0" rtl="0" algn="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06" name="Google Shape;106;p13"/>
          <p:cNvSpPr txBox="1"/>
          <p:nvPr>
            <p:ph idx="10" type="dt"/>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sz="1400">
                <a:solidFill>
                  <a:schemeClr val="dk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7" name="Google Shape;107;p13"/>
          <p:cNvSpPr txBox="1"/>
          <p:nvPr>
            <p:ph idx="12" type="sldNum"/>
          </p:nvPr>
        </p:nvSpPr>
        <p:spPr>
          <a:xfrm>
            <a:off x="4680012" y="4869657"/>
            <a:ext cx="216000" cy="238500"/>
          </a:xfrm>
          <a:prstGeom prst="rect">
            <a:avLst/>
          </a:prstGeom>
          <a:noFill/>
          <a:ln>
            <a:noFill/>
          </a:ln>
        </p:spPr>
        <p:txBody>
          <a:bodyPr anchorCtr="0" anchor="ctr" bIns="34275" lIns="68525" spcFirstLastPara="1" rIns="68525" wrap="square" tIns="34275">
            <a:spAutoFit/>
          </a:bodyPr>
          <a:lstStyle>
            <a:lvl1pPr indent="0" lvl="0" marL="0" rtl="0" algn="r">
              <a:spcBef>
                <a:spcPts val="0"/>
              </a:spcBef>
              <a:buNone/>
              <a:defRPr sz="1100"/>
            </a:lvl1pPr>
            <a:lvl2pPr indent="0" lvl="1" marL="0" rtl="0" algn="r">
              <a:spcBef>
                <a:spcPts val="0"/>
              </a:spcBef>
              <a:buNone/>
              <a:defRPr sz="1100"/>
            </a:lvl2pPr>
            <a:lvl3pPr indent="0" lvl="2" marL="0" rtl="0" algn="r">
              <a:spcBef>
                <a:spcPts val="0"/>
              </a:spcBef>
              <a:buNone/>
              <a:defRPr sz="1100"/>
            </a:lvl3pPr>
            <a:lvl4pPr indent="0" lvl="3" marL="0" rtl="0" algn="r">
              <a:spcBef>
                <a:spcPts val="0"/>
              </a:spcBef>
              <a:buNone/>
              <a:defRPr sz="1100"/>
            </a:lvl4pPr>
            <a:lvl5pPr indent="0" lvl="4" marL="0" rtl="0" algn="r">
              <a:spcBef>
                <a:spcPts val="0"/>
              </a:spcBef>
              <a:buNone/>
              <a:defRPr sz="1100"/>
            </a:lvl5pPr>
            <a:lvl6pPr indent="0" lvl="5" marL="0" rtl="0" algn="r">
              <a:spcBef>
                <a:spcPts val="0"/>
              </a:spcBef>
              <a:buNone/>
              <a:defRPr sz="1100"/>
            </a:lvl6pPr>
            <a:lvl7pPr indent="0" lvl="6" marL="0" rtl="0" algn="r">
              <a:spcBef>
                <a:spcPts val="0"/>
              </a:spcBef>
              <a:buNone/>
              <a:defRPr sz="1100"/>
            </a:lvl7pPr>
            <a:lvl8pPr indent="0" lvl="7" marL="0" rtl="0" algn="r">
              <a:spcBef>
                <a:spcPts val="0"/>
              </a:spcBef>
              <a:buNone/>
              <a:defRPr sz="1100"/>
            </a:lvl8pPr>
            <a:lvl9pPr indent="0" lvl="8" marL="0" rt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108" name="Shape 108"/>
        <p:cNvGrpSpPr/>
        <p:nvPr/>
      </p:nvGrpSpPr>
      <p:grpSpPr>
        <a:xfrm>
          <a:off x="0" y="0"/>
          <a:ext cx="0" cy="0"/>
          <a:chOff x="0" y="0"/>
          <a:chExt cx="0" cy="0"/>
        </a:xfrm>
      </p:grpSpPr>
      <p:sp>
        <p:nvSpPr>
          <p:cNvPr id="109" name="Google Shape;109;p14"/>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110" name="Google Shape;110;p14"/>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111" name="Google Shape;111;p14"/>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12" name="Google Shape;112;p14"/>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a:solidFill>
                  <a:srgbClr val="929292"/>
                </a:solidFill>
                <a:latin typeface="Arial"/>
                <a:ea typeface="Arial"/>
                <a:cs typeface="Arial"/>
                <a:sym typeface="Arial"/>
              </a:defRPr>
            </a:lvl1pPr>
            <a:lvl2pPr indent="0" lvl="1" marL="0" marR="0" rtl="0" algn="r">
              <a:spcBef>
                <a:spcPts val="0"/>
              </a:spcBef>
              <a:buNone/>
              <a:defRPr b="0" i="0" sz="600">
                <a:solidFill>
                  <a:srgbClr val="929292"/>
                </a:solidFill>
                <a:latin typeface="Arial"/>
                <a:ea typeface="Arial"/>
                <a:cs typeface="Arial"/>
                <a:sym typeface="Arial"/>
              </a:defRPr>
            </a:lvl2pPr>
            <a:lvl3pPr indent="0" lvl="2" marL="0" marR="0" rtl="0" algn="r">
              <a:spcBef>
                <a:spcPts val="0"/>
              </a:spcBef>
              <a:buNone/>
              <a:defRPr b="0" i="0" sz="600">
                <a:solidFill>
                  <a:srgbClr val="929292"/>
                </a:solidFill>
                <a:latin typeface="Arial"/>
                <a:ea typeface="Arial"/>
                <a:cs typeface="Arial"/>
                <a:sym typeface="Arial"/>
              </a:defRPr>
            </a:lvl3pPr>
            <a:lvl4pPr indent="0" lvl="3" marL="0" marR="0" rtl="0" algn="r">
              <a:spcBef>
                <a:spcPts val="0"/>
              </a:spcBef>
              <a:buNone/>
              <a:defRPr b="0" i="0" sz="600">
                <a:solidFill>
                  <a:srgbClr val="929292"/>
                </a:solidFill>
                <a:latin typeface="Arial"/>
                <a:ea typeface="Arial"/>
                <a:cs typeface="Arial"/>
                <a:sym typeface="Arial"/>
              </a:defRPr>
            </a:lvl4pPr>
            <a:lvl5pPr indent="0" lvl="4" marL="0" marR="0" rtl="0" algn="r">
              <a:spcBef>
                <a:spcPts val="0"/>
              </a:spcBef>
              <a:buNone/>
              <a:defRPr b="0" i="0" sz="600">
                <a:solidFill>
                  <a:srgbClr val="929292"/>
                </a:solidFill>
                <a:latin typeface="Arial"/>
                <a:ea typeface="Arial"/>
                <a:cs typeface="Arial"/>
                <a:sym typeface="Arial"/>
              </a:defRPr>
            </a:lvl5pPr>
            <a:lvl6pPr indent="0" lvl="5" marL="0" marR="0" rtl="0" algn="r">
              <a:spcBef>
                <a:spcPts val="0"/>
              </a:spcBef>
              <a:buNone/>
              <a:defRPr b="0" i="0" sz="600">
                <a:solidFill>
                  <a:srgbClr val="929292"/>
                </a:solidFill>
                <a:latin typeface="Arial"/>
                <a:ea typeface="Arial"/>
                <a:cs typeface="Arial"/>
                <a:sym typeface="Arial"/>
              </a:defRPr>
            </a:lvl6pPr>
            <a:lvl7pPr indent="0" lvl="6" marL="0" marR="0" rtl="0" algn="r">
              <a:spcBef>
                <a:spcPts val="0"/>
              </a:spcBef>
              <a:buNone/>
              <a:defRPr b="0" i="0" sz="600">
                <a:solidFill>
                  <a:srgbClr val="929292"/>
                </a:solidFill>
                <a:latin typeface="Arial"/>
                <a:ea typeface="Arial"/>
                <a:cs typeface="Arial"/>
                <a:sym typeface="Arial"/>
              </a:defRPr>
            </a:lvl7pPr>
            <a:lvl8pPr indent="0" lvl="7" marL="0" marR="0" rtl="0" algn="r">
              <a:spcBef>
                <a:spcPts val="0"/>
              </a:spcBef>
              <a:buNone/>
              <a:defRPr b="0" i="0" sz="600">
                <a:solidFill>
                  <a:srgbClr val="929292"/>
                </a:solidFill>
                <a:latin typeface="Arial"/>
                <a:ea typeface="Arial"/>
                <a:cs typeface="Arial"/>
                <a:sym typeface="Arial"/>
              </a:defRPr>
            </a:lvl8pPr>
            <a:lvl9pPr indent="0" lvl="8" marL="0" marR="0" rtl="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13" name="Google Shape;113;p1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1">
    <p:spTree>
      <p:nvGrpSpPr>
        <p:cNvPr id="114" name="Shape 114"/>
        <p:cNvGrpSpPr/>
        <p:nvPr/>
      </p:nvGrpSpPr>
      <p:grpSpPr>
        <a:xfrm>
          <a:off x="0" y="0"/>
          <a:ext cx="0" cy="0"/>
          <a:chOff x="0" y="0"/>
          <a:chExt cx="0" cy="0"/>
        </a:xfrm>
      </p:grpSpPr>
      <p:sp>
        <p:nvSpPr>
          <p:cNvPr id="115" name="Google Shape;115;p1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1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17" name="Google Shape;117;p15"/>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18" name="Google Shape;118;p1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19" name="Google Shape;119;p1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0" name="Google Shape;120;p1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2024</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21" name="Google Shape;121;p1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2">
    <p:spTree>
      <p:nvGrpSpPr>
        <p:cNvPr id="122" name="Shape 122"/>
        <p:cNvGrpSpPr/>
        <p:nvPr/>
      </p:nvGrpSpPr>
      <p:grpSpPr>
        <a:xfrm>
          <a:off x="0" y="0"/>
          <a:ext cx="0" cy="0"/>
          <a:chOff x="0" y="0"/>
          <a:chExt cx="0" cy="0"/>
        </a:xfrm>
      </p:grpSpPr>
      <p:sp>
        <p:nvSpPr>
          <p:cNvPr id="123" name="Google Shape;123;p1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1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25" name="Google Shape;125;p16"/>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26" name="Google Shape;126;p1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27" name="Google Shape;127;p1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8" name="Google Shape;128;p1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29" name="Google Shape;129;p1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p:cSld name="Multi-use layout_3">
    <p:spTree>
      <p:nvGrpSpPr>
        <p:cNvPr id="130" name="Shape 130"/>
        <p:cNvGrpSpPr/>
        <p:nvPr/>
      </p:nvGrpSpPr>
      <p:grpSpPr>
        <a:xfrm>
          <a:off x="0" y="0"/>
          <a:ext cx="0" cy="0"/>
          <a:chOff x="0" y="0"/>
          <a:chExt cx="0" cy="0"/>
        </a:xfrm>
      </p:grpSpPr>
      <p:sp>
        <p:nvSpPr>
          <p:cNvPr id="131" name="Google Shape;131;p1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1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33" name="Google Shape;133;p17"/>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34" name="Google Shape;134;p1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35" name="Google Shape;135;p1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6" name="Google Shape;136;p1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Snowflake</a:t>
            </a:r>
            <a:r>
              <a:rPr b="0" i="0" lang="en" sz="600">
                <a:solidFill>
                  <a:srgbClr val="929292"/>
                </a:solidFill>
                <a:latin typeface="Arial"/>
                <a:ea typeface="Arial"/>
                <a:cs typeface="Arial"/>
                <a:sym typeface="Arial"/>
              </a:rPr>
              <a:t> Inc. All Rights Reserved</a:t>
            </a:r>
            <a:endParaRPr sz="600">
              <a:solidFill>
                <a:srgbClr val="929292"/>
              </a:solidFill>
              <a:latin typeface="Arial"/>
              <a:ea typeface="Arial"/>
              <a:cs typeface="Arial"/>
              <a:sym typeface="Arial"/>
            </a:endParaRPr>
          </a:p>
        </p:txBody>
      </p:sp>
      <p:sp>
        <p:nvSpPr>
          <p:cNvPr id="137" name="Google Shape;137;p1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2">
  <p:cSld name="One Column Layout_3">
    <p:spTree>
      <p:nvGrpSpPr>
        <p:cNvPr id="138" name="Shape 138"/>
        <p:cNvGrpSpPr/>
        <p:nvPr/>
      </p:nvGrpSpPr>
      <p:grpSpPr>
        <a:xfrm>
          <a:off x="0" y="0"/>
          <a:ext cx="0" cy="0"/>
          <a:chOff x="0" y="0"/>
          <a:chExt cx="0" cy="0"/>
        </a:xfrm>
      </p:grpSpPr>
      <p:sp>
        <p:nvSpPr>
          <p:cNvPr id="139" name="Google Shape;139;p18"/>
          <p:cNvSpPr txBox="1"/>
          <p:nvPr>
            <p:ph idx="1" type="body"/>
          </p:nvPr>
        </p:nvSpPr>
        <p:spPr>
          <a:xfrm>
            <a:off x="345195" y="992625"/>
            <a:ext cx="8453700" cy="37491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40" name="Google Shape;140;p18"/>
          <p:cNvSpPr txBox="1"/>
          <p:nvPr>
            <p:ph idx="2"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141" name="Google Shape;141;p1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42" name="Google Shape;142;p18"/>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143" name="Google Shape;143;p18"/>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4">
  <p:cSld name="Multi-use layout_4">
    <p:spTree>
      <p:nvGrpSpPr>
        <p:cNvPr id="144" name="Shape 144"/>
        <p:cNvGrpSpPr/>
        <p:nvPr/>
      </p:nvGrpSpPr>
      <p:grpSpPr>
        <a:xfrm>
          <a:off x="0" y="0"/>
          <a:ext cx="0" cy="0"/>
          <a:chOff x="0" y="0"/>
          <a:chExt cx="0" cy="0"/>
        </a:xfrm>
      </p:grpSpPr>
      <p:sp>
        <p:nvSpPr>
          <p:cNvPr id="145" name="Google Shape;145;p1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1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47" name="Google Shape;147;p19"/>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48" name="Google Shape;148;p19"/>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49" name="Google Shape;149;p1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0" name="Google Shape;150;p1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51" name="Google Shape;151;p1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6">
  <p:cSld name="Multi-use layout_6">
    <p:spTree>
      <p:nvGrpSpPr>
        <p:cNvPr id="152" name="Shape 152"/>
        <p:cNvGrpSpPr/>
        <p:nvPr/>
      </p:nvGrpSpPr>
      <p:grpSpPr>
        <a:xfrm>
          <a:off x="0" y="0"/>
          <a:ext cx="0" cy="0"/>
          <a:chOff x="0" y="0"/>
          <a:chExt cx="0" cy="0"/>
        </a:xfrm>
      </p:grpSpPr>
      <p:sp>
        <p:nvSpPr>
          <p:cNvPr id="153" name="Google Shape;153;p2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55" name="Google Shape;155;p20"/>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56" name="Google Shape;156;p20"/>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57" name="Google Shape;157;p20"/>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8" name="Google Shape;158;p2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59" name="Google Shape;159;p2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7">
  <p:cSld name="Multi-use layout_7">
    <p:spTree>
      <p:nvGrpSpPr>
        <p:cNvPr id="160" name="Shape 160"/>
        <p:cNvGrpSpPr/>
        <p:nvPr/>
      </p:nvGrpSpPr>
      <p:grpSpPr>
        <a:xfrm>
          <a:off x="0" y="0"/>
          <a:ext cx="0" cy="0"/>
          <a:chOff x="0" y="0"/>
          <a:chExt cx="0" cy="0"/>
        </a:xfrm>
      </p:grpSpPr>
      <p:sp>
        <p:nvSpPr>
          <p:cNvPr id="161" name="Google Shape;161;p2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62" name="Google Shape;162;p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63" name="Google Shape;163;p21"/>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64" name="Google Shape;164;p2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65" name="Google Shape;165;p2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6" name="Google Shape;166;p2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67" name="Google Shape;167;p2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1">
  <p:cSld name="Multi-use layout 3">
    <p:spTree>
      <p:nvGrpSpPr>
        <p:cNvPr id="168" name="Shape 168"/>
        <p:cNvGrpSpPr/>
        <p:nvPr/>
      </p:nvGrpSpPr>
      <p:grpSpPr>
        <a:xfrm>
          <a:off x="0" y="0"/>
          <a:ext cx="0" cy="0"/>
          <a:chOff x="0" y="0"/>
          <a:chExt cx="0" cy="0"/>
        </a:xfrm>
      </p:grpSpPr>
      <p:sp>
        <p:nvSpPr>
          <p:cNvPr id="169" name="Google Shape;169;p22"/>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70" name="Google Shape;170;p22"/>
          <p:cNvGrpSpPr/>
          <p:nvPr/>
        </p:nvGrpSpPr>
        <p:grpSpPr>
          <a:xfrm>
            <a:off x="345152" y="4876022"/>
            <a:ext cx="135124" cy="133368"/>
            <a:chOff x="2940050" y="1514475"/>
            <a:chExt cx="4643437" cy="4583110"/>
          </a:xfrm>
        </p:grpSpPr>
        <p:sp>
          <p:nvSpPr>
            <p:cNvPr id="171" name="Google Shape;171;p22"/>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2" name="Google Shape;172;p22"/>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3" name="Google Shape;173;p22"/>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4" name="Google Shape;174;p22"/>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5" name="Google Shape;175;p22"/>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6" name="Google Shape;176;p22"/>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7" name="Google Shape;177;p22"/>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178" name="Google Shape;178;p22"/>
          <p:cNvGrpSpPr/>
          <p:nvPr/>
        </p:nvGrpSpPr>
        <p:grpSpPr>
          <a:xfrm>
            <a:off x="345152" y="4876022"/>
            <a:ext cx="135124" cy="133368"/>
            <a:chOff x="2940050" y="1514475"/>
            <a:chExt cx="4643437" cy="4583110"/>
          </a:xfrm>
        </p:grpSpPr>
        <p:sp>
          <p:nvSpPr>
            <p:cNvPr id="179" name="Google Shape;179;p22"/>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0" name="Google Shape;180;p22"/>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1" name="Google Shape;181;p22"/>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2" name="Google Shape;182;p22"/>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3" name="Google Shape;183;p22"/>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4" name="Google Shape;184;p22"/>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5" name="Google Shape;185;p22"/>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86" name="Google Shape;186;p22"/>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7" name="Google Shape;187;p22"/>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188" name="Google Shape;188;p22"/>
          <p:cNvSpPr txBox="1"/>
          <p:nvPr>
            <p:ph idx="1" type="body"/>
          </p:nvPr>
        </p:nvSpPr>
        <p:spPr>
          <a:xfrm>
            <a:off x="457201" y="45720"/>
            <a:ext cx="8229600" cy="696000"/>
          </a:xfrm>
          <a:prstGeom prst="rect">
            <a:avLst/>
          </a:prstGeom>
          <a:noFill/>
          <a:ln>
            <a:noFill/>
          </a:ln>
        </p:spPr>
        <p:txBody>
          <a:bodyPr anchorCtr="0" anchor="b" bIns="0" lIns="0" spcFirstLastPara="1" rIns="0" wrap="square" tIns="0">
            <a:noAutofit/>
          </a:bodyPr>
          <a:lstStyle>
            <a:lvl1pPr indent="-228600" lvl="0" marL="457200" rtl="0" algn="l">
              <a:lnSpc>
                <a:spcPct val="90000"/>
              </a:lnSpc>
              <a:spcBef>
                <a:spcPts val="800"/>
              </a:spcBef>
              <a:spcAft>
                <a:spcPts val="0"/>
              </a:spcAft>
              <a:buSzPts val="1400"/>
              <a:buNone/>
              <a:defRPr b="1" i="0" sz="2400" cap="none">
                <a:solidFill>
                  <a:schemeClr val="dk1"/>
                </a:solidFill>
                <a:latin typeface="Arial"/>
                <a:ea typeface="Arial"/>
                <a:cs typeface="Arial"/>
                <a:sym typeface="Arial"/>
              </a:defRPr>
            </a:lvl1pPr>
            <a:lvl2pPr indent="-304800" lvl="1" marL="914400" rtl="0" algn="l">
              <a:lnSpc>
                <a:spcPct val="90000"/>
              </a:lnSpc>
              <a:spcBef>
                <a:spcPts val="400"/>
              </a:spcBef>
              <a:spcAft>
                <a:spcPts val="0"/>
              </a:spcAft>
              <a:buSzPts val="1200"/>
              <a:buChar char="•"/>
              <a:defRPr/>
            </a:lvl2pPr>
            <a:lvl3pPr indent="-304800" lvl="2" marL="1371600" rtl="0" algn="l">
              <a:lnSpc>
                <a:spcPct val="90000"/>
              </a:lnSpc>
              <a:spcBef>
                <a:spcPts val="400"/>
              </a:spcBef>
              <a:spcAft>
                <a:spcPts val="0"/>
              </a:spcAft>
              <a:buSzPts val="1200"/>
              <a:buChar char="•"/>
              <a:defRPr/>
            </a:lvl3pPr>
            <a:lvl4pPr indent="-304800" lvl="3" marL="1828800" rtl="0" algn="l">
              <a:lnSpc>
                <a:spcPct val="90000"/>
              </a:lnSpc>
              <a:spcBef>
                <a:spcPts val="400"/>
              </a:spcBef>
              <a:spcAft>
                <a:spcPts val="0"/>
              </a:spcAft>
              <a:buSzPts val="1200"/>
              <a:buChar char="•"/>
              <a:defRPr/>
            </a:lvl4pPr>
            <a:lvl5pPr indent="-304800" lvl="4" marL="2286000" rtl="0" algn="l">
              <a:lnSpc>
                <a:spcPct val="90000"/>
              </a:lnSpc>
              <a:spcBef>
                <a:spcPts val="400"/>
              </a:spcBef>
              <a:spcAft>
                <a:spcPts val="0"/>
              </a:spcAft>
              <a:buSzPts val="1200"/>
              <a:buChar char="•"/>
              <a:defRPr/>
            </a:lvl5pPr>
            <a:lvl6pPr indent="-317500" lvl="5" marL="2743200" rtl="0" algn="l">
              <a:lnSpc>
                <a:spcPct val="90000"/>
              </a:lnSpc>
              <a:spcBef>
                <a:spcPts val="400"/>
              </a:spcBef>
              <a:spcAft>
                <a:spcPts val="0"/>
              </a:spcAft>
              <a:buSzPts val="1400"/>
              <a:buChar char="•"/>
              <a:defRPr/>
            </a:lvl6pPr>
            <a:lvl7pPr indent="-317500" lvl="6" marL="3200400" rtl="0" algn="l">
              <a:lnSpc>
                <a:spcPct val="90000"/>
              </a:lnSpc>
              <a:spcBef>
                <a:spcPts val="400"/>
              </a:spcBef>
              <a:spcAft>
                <a:spcPts val="0"/>
              </a:spcAft>
              <a:buSzPts val="1400"/>
              <a:buChar char="•"/>
              <a:defRPr/>
            </a:lvl7pPr>
            <a:lvl8pPr indent="-317500" lvl="7" marL="3657600" rtl="0" algn="l">
              <a:lnSpc>
                <a:spcPct val="90000"/>
              </a:lnSpc>
              <a:spcBef>
                <a:spcPts val="400"/>
              </a:spcBef>
              <a:spcAft>
                <a:spcPts val="0"/>
              </a:spcAft>
              <a:buSzPts val="1400"/>
              <a:buChar char="•"/>
              <a:defRPr/>
            </a:lvl8pPr>
            <a:lvl9pPr indent="-317500" lvl="8" marL="4114800" rtl="0" algn="l">
              <a:lnSpc>
                <a:spcPct val="90000"/>
              </a:lnSpc>
              <a:spcBef>
                <a:spcPts val="400"/>
              </a:spcBef>
              <a:spcAft>
                <a:spcPts val="0"/>
              </a:spcAft>
              <a:buSzPts val="1400"/>
              <a:buChar char="•"/>
              <a:defRPr/>
            </a:lvl9pPr>
          </a:lstStyle>
          <a:p/>
        </p:txBody>
      </p:sp>
      <p:sp>
        <p:nvSpPr>
          <p:cNvPr id="189" name="Google Shape;189;p22"/>
          <p:cNvSpPr txBox="1"/>
          <p:nvPr>
            <p:ph idx="2" type="body"/>
          </p:nvPr>
        </p:nvSpPr>
        <p:spPr>
          <a:xfrm>
            <a:off x="457200" y="741649"/>
            <a:ext cx="8229600" cy="393300"/>
          </a:xfrm>
          <a:prstGeom prst="rect">
            <a:avLst/>
          </a:prstGeom>
          <a:noFill/>
          <a:ln>
            <a:noFill/>
          </a:ln>
        </p:spPr>
        <p:txBody>
          <a:bodyPr anchorCtr="0" anchor="t" bIns="457200" lIns="0" spcFirstLastPara="1" rIns="0" wrap="square" tIns="0">
            <a:noAutofit/>
          </a:bodyPr>
          <a:lstStyle>
            <a:lvl1pPr indent="-228600" lvl="0" marL="457200" marR="0" rtl="0" algn="l">
              <a:lnSpc>
                <a:spcPct val="90000"/>
              </a:lnSpc>
              <a:spcBef>
                <a:spcPts val="800"/>
              </a:spcBef>
              <a:spcAft>
                <a:spcPts val="0"/>
              </a:spcAft>
              <a:buClr>
                <a:srgbClr val="5B5B5B"/>
              </a:buClr>
              <a:buSzPts val="1600"/>
              <a:buFont typeface="Arial"/>
              <a:buNone/>
              <a:defRPr b="0" i="0" sz="1600" u="none" cap="none" strike="noStrike">
                <a:solidFill>
                  <a:schemeClr val="dk1"/>
                </a:solidFill>
                <a:latin typeface="Arial"/>
                <a:ea typeface="Arial"/>
                <a:cs typeface="Arial"/>
                <a:sym typeface="Arial"/>
              </a:defRPr>
            </a:lvl1pPr>
            <a:lvl2pPr indent="-304800" lvl="1" marL="9144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90" name="Google Shape;190;p22"/>
          <p:cNvSpPr txBox="1"/>
          <p:nvPr>
            <p:ph idx="3" type="body"/>
          </p:nvPr>
        </p:nvSpPr>
        <p:spPr>
          <a:xfrm>
            <a:off x="457200" y="1323214"/>
            <a:ext cx="8229600" cy="31677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800"/>
              </a:spcBef>
              <a:spcAft>
                <a:spcPts val="0"/>
              </a:spcAft>
              <a:buSzPts val="1500"/>
              <a:buNone/>
              <a:defRPr>
                <a:solidFill>
                  <a:schemeClr val="dk1"/>
                </a:solidFill>
              </a:defRPr>
            </a:lvl1pPr>
            <a:lvl2pPr indent="-317500" lvl="1" marL="914400" rtl="0" algn="l">
              <a:lnSpc>
                <a:spcPct val="100000"/>
              </a:lnSpc>
              <a:spcBef>
                <a:spcPts val="200"/>
              </a:spcBef>
              <a:spcAft>
                <a:spcPts val="0"/>
              </a:spcAft>
              <a:buSzPts val="1400"/>
              <a:buChar char="•"/>
              <a:defRPr/>
            </a:lvl2pPr>
            <a:lvl3pPr indent="-304800" lvl="2" marL="1371600" rtl="0" algn="l">
              <a:lnSpc>
                <a:spcPct val="100000"/>
              </a:lnSpc>
              <a:spcBef>
                <a:spcPts val="500"/>
              </a:spcBef>
              <a:spcAft>
                <a:spcPts val="0"/>
              </a:spcAft>
              <a:buSzPts val="1200"/>
              <a:buChar char="•"/>
              <a:defRPr/>
            </a:lvl3pPr>
            <a:lvl4pPr indent="-298450" lvl="3" marL="1828800" rtl="0" algn="l">
              <a:lnSpc>
                <a:spcPct val="100000"/>
              </a:lnSpc>
              <a:spcBef>
                <a:spcPts val="500"/>
              </a:spcBef>
              <a:spcAft>
                <a:spcPts val="0"/>
              </a:spcAft>
              <a:buSzPts val="1100"/>
              <a:buChar char="•"/>
              <a:defRPr/>
            </a:lvl4pPr>
            <a:lvl5pPr indent="-228600" lvl="4" marL="2286000" rtl="0" algn="l">
              <a:lnSpc>
                <a:spcPct val="100000"/>
              </a:lnSpc>
              <a:spcBef>
                <a:spcPts val="500"/>
              </a:spcBef>
              <a:spcAft>
                <a:spcPts val="0"/>
              </a:spcAft>
              <a:buSzPts val="1100"/>
              <a:buNone/>
              <a:defRPr/>
            </a:lvl5pPr>
            <a:lvl6pPr indent="-317500" lvl="5" marL="2743200" rtl="0" algn="l">
              <a:lnSpc>
                <a:spcPct val="90000"/>
              </a:lnSpc>
              <a:spcBef>
                <a:spcPts val="500"/>
              </a:spcBef>
              <a:spcAft>
                <a:spcPts val="0"/>
              </a:spcAft>
              <a:buClr>
                <a:schemeClr val="dk1"/>
              </a:buClr>
              <a:buSzPts val="1400"/>
              <a:buChar char="•"/>
              <a:defRPr/>
            </a:lvl6pPr>
            <a:lvl7pPr indent="-317500" lvl="6" marL="3200400" rtl="0" algn="l">
              <a:lnSpc>
                <a:spcPct val="90000"/>
              </a:lnSpc>
              <a:spcBef>
                <a:spcPts val="300"/>
              </a:spcBef>
              <a:spcAft>
                <a:spcPts val="0"/>
              </a:spcAft>
              <a:buClr>
                <a:schemeClr val="dk1"/>
              </a:buClr>
              <a:buSzPts val="1400"/>
              <a:buChar char="•"/>
              <a:defRPr/>
            </a:lvl7pPr>
            <a:lvl8pPr indent="-317500" lvl="7" marL="3657600" rtl="0" algn="l">
              <a:lnSpc>
                <a:spcPct val="90000"/>
              </a:lnSpc>
              <a:spcBef>
                <a:spcPts val="300"/>
              </a:spcBef>
              <a:spcAft>
                <a:spcPts val="0"/>
              </a:spcAft>
              <a:buClr>
                <a:schemeClr val="dk1"/>
              </a:buClr>
              <a:buSzPts val="1400"/>
              <a:buChar char="•"/>
              <a:defRPr/>
            </a:lvl8pPr>
            <a:lvl9pPr indent="-317500" lvl="8" marL="4114800" rtl="0" algn="l">
              <a:lnSpc>
                <a:spcPct val="90000"/>
              </a:lnSpc>
              <a:spcBef>
                <a:spcPts val="3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300">
          <p15:clr>
            <a:srgbClr val="FBAE40"/>
          </p15:clr>
        </p15:guide>
        <p15:guide id="2" pos="288">
          <p15:clr>
            <a:srgbClr val="FBAE40"/>
          </p15:clr>
        </p15:guide>
        <p15:guide id="3" pos="547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8">
  <p:cSld name="Multi-use layout_8">
    <p:spTree>
      <p:nvGrpSpPr>
        <p:cNvPr id="191" name="Shape 191"/>
        <p:cNvGrpSpPr/>
        <p:nvPr/>
      </p:nvGrpSpPr>
      <p:grpSpPr>
        <a:xfrm>
          <a:off x="0" y="0"/>
          <a:ext cx="0" cy="0"/>
          <a:chOff x="0" y="0"/>
          <a:chExt cx="0" cy="0"/>
        </a:xfrm>
      </p:grpSpPr>
      <p:sp>
        <p:nvSpPr>
          <p:cNvPr id="192" name="Google Shape;192;p2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94" name="Google Shape;194;p23"/>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195" name="Google Shape;195;p23"/>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196" name="Google Shape;196;p2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7" name="Google Shape;197;p2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98" name="Google Shape;198;p2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9">
  <p:cSld name="Multi-use layout_9">
    <p:spTree>
      <p:nvGrpSpPr>
        <p:cNvPr id="199" name="Shape 199"/>
        <p:cNvGrpSpPr/>
        <p:nvPr/>
      </p:nvGrpSpPr>
      <p:grpSpPr>
        <a:xfrm>
          <a:off x="0" y="0"/>
          <a:ext cx="0" cy="0"/>
          <a:chOff x="0" y="0"/>
          <a:chExt cx="0" cy="0"/>
        </a:xfrm>
      </p:grpSpPr>
      <p:sp>
        <p:nvSpPr>
          <p:cNvPr id="200" name="Google Shape;200;p2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2" name="Google Shape;202;p24"/>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203" name="Google Shape;203;p2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204" name="Google Shape;204;p2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5" name="Google Shape;205;p2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206" name="Google Shape;206;p2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207" name="Shape 207"/>
        <p:cNvGrpSpPr/>
        <p:nvPr/>
      </p:nvGrpSpPr>
      <p:grpSpPr>
        <a:xfrm>
          <a:off x="0" y="0"/>
          <a:ext cx="0" cy="0"/>
          <a:chOff x="0" y="0"/>
          <a:chExt cx="0" cy="0"/>
        </a:xfrm>
      </p:grpSpPr>
      <p:sp>
        <p:nvSpPr>
          <p:cNvPr id="208" name="Google Shape;208;p25"/>
          <p:cNvSpPr txBox="1"/>
          <p:nvPr>
            <p:ph type="title"/>
          </p:nvPr>
        </p:nvSpPr>
        <p:spPr>
          <a:xfrm>
            <a:off x="365750" y="228600"/>
            <a:ext cx="8321100" cy="6279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209" name="Google Shape;209;p25"/>
          <p:cNvSpPr txBox="1"/>
          <p:nvPr>
            <p:ph idx="1" type="body"/>
          </p:nvPr>
        </p:nvSpPr>
        <p:spPr>
          <a:xfrm>
            <a:off x="365750"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210" name="Google Shape;210;p25"/>
          <p:cNvSpPr txBox="1"/>
          <p:nvPr>
            <p:ph idx="2" type="body"/>
          </p:nvPr>
        </p:nvSpPr>
        <p:spPr>
          <a:xfrm>
            <a:off x="3169031"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211" name="Google Shape;211;p25"/>
          <p:cNvSpPr txBox="1"/>
          <p:nvPr>
            <p:ph idx="3" type="body"/>
          </p:nvPr>
        </p:nvSpPr>
        <p:spPr>
          <a:xfrm>
            <a:off x="6127925"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212" name="Google Shape;212;p25"/>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2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4" name="Google Shape;214;p2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215" name="Google Shape;215;p25"/>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216" name="Google Shape;216;p2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0">
  <p:cSld name="Multi-use layout_10">
    <p:spTree>
      <p:nvGrpSpPr>
        <p:cNvPr id="217" name="Shape 217"/>
        <p:cNvGrpSpPr/>
        <p:nvPr/>
      </p:nvGrpSpPr>
      <p:grpSpPr>
        <a:xfrm>
          <a:off x="0" y="0"/>
          <a:ext cx="0" cy="0"/>
          <a:chOff x="0" y="0"/>
          <a:chExt cx="0" cy="0"/>
        </a:xfrm>
      </p:grpSpPr>
      <p:sp>
        <p:nvSpPr>
          <p:cNvPr id="218" name="Google Shape;218;p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0" name="Google Shape;220;p26"/>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221" name="Google Shape;221;p2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222" name="Google Shape;222;p2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23" name="Google Shape;223;p2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224" name="Google Shape;224;p2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el + Subheads + Text - Schmuckelemente">
  <p:cSld name="1_Titel + Subheads + Text - Schmuckelemente">
    <p:spTree>
      <p:nvGrpSpPr>
        <p:cNvPr id="225" name="Shape 225"/>
        <p:cNvGrpSpPr/>
        <p:nvPr/>
      </p:nvGrpSpPr>
      <p:grpSpPr>
        <a:xfrm>
          <a:off x="0" y="0"/>
          <a:ext cx="0" cy="0"/>
          <a:chOff x="0" y="0"/>
          <a:chExt cx="0" cy="0"/>
        </a:xfrm>
      </p:grpSpPr>
      <p:sp>
        <p:nvSpPr>
          <p:cNvPr id="226" name="Google Shape;226;p27"/>
          <p:cNvSpPr txBox="1"/>
          <p:nvPr>
            <p:ph type="title"/>
          </p:nvPr>
        </p:nvSpPr>
        <p:spPr>
          <a:xfrm>
            <a:off x="628650" y="1"/>
            <a:ext cx="7886700" cy="994200"/>
          </a:xfrm>
          <a:prstGeom prst="rect">
            <a:avLst/>
          </a:prstGeom>
          <a:noFill/>
          <a:ln>
            <a:noFill/>
          </a:ln>
        </p:spPr>
        <p:txBody>
          <a:bodyPr anchorCtr="0" anchor="b" bIns="25700" lIns="51425" spcFirstLastPara="1" rIns="51425" wrap="square" tIns="25700">
            <a:normAutofit/>
          </a:bodyPr>
          <a:lstStyle>
            <a:lvl1pPr lvl="0" rtl="0" algn="l">
              <a:lnSpc>
                <a:spcPct val="90000"/>
              </a:lnSpc>
              <a:spcBef>
                <a:spcPts val="0"/>
              </a:spcBef>
              <a:spcAft>
                <a:spcPts val="0"/>
              </a:spcAft>
              <a:buClr>
                <a:schemeClr val="dk1"/>
              </a:buClr>
              <a:buSzPts val="2100"/>
              <a:buFont typeface="Arial"/>
              <a:buNone/>
              <a:defRPr sz="28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227" name="Google Shape;227;p27"/>
          <p:cNvSpPr txBox="1"/>
          <p:nvPr>
            <p:ph idx="1" type="body"/>
          </p:nvPr>
        </p:nvSpPr>
        <p:spPr>
          <a:xfrm>
            <a:off x="1920877" y="1731812"/>
            <a:ext cx="6594600" cy="1085100"/>
          </a:xfrm>
          <a:prstGeom prst="rect">
            <a:avLst/>
          </a:prstGeom>
          <a:noFill/>
          <a:ln>
            <a:noFill/>
          </a:ln>
        </p:spPr>
        <p:txBody>
          <a:bodyPr anchorCtr="0" anchor="t" bIns="25700" lIns="51425" spcFirstLastPara="1" rIns="51425" wrap="square" tIns="25700">
            <a:normAutofit/>
          </a:bodyPr>
          <a:lstStyle>
            <a:lvl1pPr indent="-228600" lvl="0" marL="457200" rtl="0" algn="l">
              <a:lnSpc>
                <a:spcPct val="140899"/>
              </a:lnSpc>
              <a:spcBef>
                <a:spcPts val="800"/>
              </a:spcBef>
              <a:spcAft>
                <a:spcPts val="0"/>
              </a:spcAft>
              <a:buClr>
                <a:schemeClr val="dk1"/>
              </a:buClr>
              <a:buSzPts val="1100"/>
              <a:buFont typeface="Arial"/>
              <a:buNone/>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228" name="Google Shape;228;p27"/>
          <p:cNvSpPr txBox="1"/>
          <p:nvPr>
            <p:ph idx="2" type="body"/>
          </p:nvPr>
        </p:nvSpPr>
        <p:spPr>
          <a:xfrm>
            <a:off x="1920877" y="1196900"/>
            <a:ext cx="6594600" cy="449700"/>
          </a:xfrm>
          <a:prstGeom prst="rect">
            <a:avLst/>
          </a:prstGeom>
          <a:noFill/>
          <a:ln>
            <a:noFill/>
          </a:ln>
        </p:spPr>
        <p:txBody>
          <a:bodyPr anchorCtr="0" anchor="b" bIns="25700" lIns="51425" spcFirstLastPara="1" rIns="51425" wrap="square" tIns="25700">
            <a:normAutofit/>
          </a:bodyPr>
          <a:lstStyle>
            <a:lvl1pPr indent="-228600" lvl="0" marL="457200" rtl="0" algn="l">
              <a:lnSpc>
                <a:spcPct val="129187"/>
              </a:lnSpc>
              <a:spcBef>
                <a:spcPts val="800"/>
              </a:spcBef>
              <a:spcAft>
                <a:spcPts val="0"/>
              </a:spcAft>
              <a:buClr>
                <a:schemeClr val="dk1"/>
              </a:buClr>
              <a:buSzPts val="1100"/>
              <a:buFont typeface="Arial"/>
              <a:buNone/>
              <a:defRPr b="0" i="0" sz="1200">
                <a:solidFill>
                  <a:schemeClr val="dk1"/>
                </a:solidFill>
                <a:latin typeface="Arial"/>
                <a:ea typeface="Arial"/>
                <a:cs typeface="Arial"/>
                <a:sym typeface="Arial"/>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229" name="Google Shape;229;p27"/>
          <p:cNvSpPr txBox="1"/>
          <p:nvPr>
            <p:ph idx="3" type="body"/>
          </p:nvPr>
        </p:nvSpPr>
        <p:spPr>
          <a:xfrm>
            <a:off x="1920877" y="3431332"/>
            <a:ext cx="6594600" cy="1085100"/>
          </a:xfrm>
          <a:prstGeom prst="rect">
            <a:avLst/>
          </a:prstGeom>
          <a:noFill/>
          <a:ln>
            <a:noFill/>
          </a:ln>
        </p:spPr>
        <p:txBody>
          <a:bodyPr anchorCtr="0" anchor="t" bIns="25700" lIns="51425" spcFirstLastPara="1" rIns="51425" wrap="square" tIns="25700">
            <a:normAutofit/>
          </a:bodyPr>
          <a:lstStyle>
            <a:lvl1pPr indent="-228600" lvl="0" marL="457200" rtl="0" algn="l">
              <a:lnSpc>
                <a:spcPct val="140899"/>
              </a:lnSpc>
              <a:spcBef>
                <a:spcPts val="800"/>
              </a:spcBef>
              <a:spcAft>
                <a:spcPts val="0"/>
              </a:spcAft>
              <a:buClr>
                <a:schemeClr val="dk1"/>
              </a:buClr>
              <a:buSzPts val="1100"/>
              <a:buFont typeface="Arial"/>
              <a:buNone/>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230" name="Google Shape;230;p27"/>
          <p:cNvSpPr txBox="1"/>
          <p:nvPr>
            <p:ph idx="4" type="body"/>
          </p:nvPr>
        </p:nvSpPr>
        <p:spPr>
          <a:xfrm>
            <a:off x="1920877" y="2899321"/>
            <a:ext cx="6594600" cy="449700"/>
          </a:xfrm>
          <a:prstGeom prst="rect">
            <a:avLst/>
          </a:prstGeom>
          <a:noFill/>
          <a:ln>
            <a:noFill/>
          </a:ln>
        </p:spPr>
        <p:txBody>
          <a:bodyPr anchorCtr="0" anchor="b" bIns="25700" lIns="51425" spcFirstLastPara="1" rIns="51425" wrap="square" tIns="25700">
            <a:normAutofit/>
          </a:bodyPr>
          <a:lstStyle>
            <a:lvl1pPr indent="-228600" lvl="0" marL="457200" rtl="0" algn="l">
              <a:lnSpc>
                <a:spcPct val="129187"/>
              </a:lnSpc>
              <a:spcBef>
                <a:spcPts val="800"/>
              </a:spcBef>
              <a:spcAft>
                <a:spcPts val="0"/>
              </a:spcAft>
              <a:buClr>
                <a:schemeClr val="dk1"/>
              </a:buClr>
              <a:buSzPts val="1100"/>
              <a:buFont typeface="Arial"/>
              <a:buNone/>
              <a:defRPr b="0" i="0" sz="1200">
                <a:solidFill>
                  <a:schemeClr val="dk1"/>
                </a:solidFill>
                <a:latin typeface="Arial"/>
                <a:ea typeface="Arial"/>
                <a:cs typeface="Arial"/>
                <a:sym typeface="Arial"/>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_11">
    <p:spTree>
      <p:nvGrpSpPr>
        <p:cNvPr id="231" name="Shape 231"/>
        <p:cNvGrpSpPr/>
        <p:nvPr/>
      </p:nvGrpSpPr>
      <p:grpSpPr>
        <a:xfrm>
          <a:off x="0" y="0"/>
          <a:ext cx="0" cy="0"/>
          <a:chOff x="0" y="0"/>
          <a:chExt cx="0" cy="0"/>
        </a:xfrm>
      </p:grpSpPr>
      <p:sp>
        <p:nvSpPr>
          <p:cNvPr id="232" name="Google Shape;232;p28"/>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233" name="Google Shape;233;p28"/>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234" name="Google Shape;234;p28"/>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2020 Snowflake Inc. All Rights Reserved</a:t>
            </a:r>
            <a:endParaRPr b="0" i="0" sz="600" u="none" cap="none" strike="noStrike">
              <a:solidFill>
                <a:srgbClr val="929292"/>
              </a:solidFill>
              <a:latin typeface="Arial"/>
              <a:ea typeface="Arial"/>
              <a:cs typeface="Arial"/>
              <a:sym typeface="Arial"/>
            </a:endParaRPr>
          </a:p>
        </p:txBody>
      </p:sp>
      <p:sp>
        <p:nvSpPr>
          <p:cNvPr id="235" name="Google Shape;235;p28"/>
          <p:cNvSpPr txBox="1"/>
          <p:nvPr>
            <p:ph idx="12" type="sldNum"/>
          </p:nvPr>
        </p:nvSpPr>
        <p:spPr>
          <a:xfrm>
            <a:off x="8390386" y="4898914"/>
            <a:ext cx="473700" cy="924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2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37" name="Shape 237"/>
        <p:cNvGrpSpPr/>
        <p:nvPr/>
      </p:nvGrpSpPr>
      <p:grpSpPr>
        <a:xfrm>
          <a:off x="0" y="0"/>
          <a:ext cx="0" cy="0"/>
          <a:chOff x="0" y="0"/>
          <a:chExt cx="0" cy="0"/>
        </a:xfrm>
      </p:grpSpPr>
      <p:sp>
        <p:nvSpPr>
          <p:cNvPr id="238" name="Google Shape;238;p29"/>
          <p:cNvSpPr txBox="1"/>
          <p:nvPr>
            <p:ph type="title"/>
          </p:nvPr>
        </p:nvSpPr>
        <p:spPr>
          <a:xfrm>
            <a:off x="628651" y="205264"/>
            <a:ext cx="7886700" cy="994200"/>
          </a:xfrm>
          <a:prstGeom prst="rect">
            <a:avLst/>
          </a:prstGeom>
          <a:noFill/>
          <a:ln>
            <a:noFill/>
          </a:ln>
        </p:spPr>
        <p:txBody>
          <a:bodyPr anchorCtr="0" anchor="ctr" bIns="68575" lIns="68575" spcFirstLastPara="1" rIns="68575" wrap="square" tIns="68575">
            <a:spAutoFit/>
          </a:bodyPr>
          <a:lstStyle>
            <a:lvl1pPr lvl="0" marR="0" rtl="0" algn="ctr">
              <a:lnSpc>
                <a:spcPct val="90000"/>
              </a:lnSpc>
              <a:spcBef>
                <a:spcPts val="0"/>
              </a:spcBef>
              <a:spcAft>
                <a:spcPts val="0"/>
              </a:spcAft>
              <a:buClr>
                <a:schemeClr val="dk1"/>
              </a:buClr>
              <a:buSzPts val="1100"/>
              <a:buFont typeface="Tahoma"/>
              <a:buNone/>
              <a:defRPr b="0" i="0" sz="33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SzPts val="1100"/>
              <a:buNone/>
              <a:defRPr sz="1400"/>
            </a:lvl2pPr>
            <a:lvl3pPr lvl="2" marR="0" rtl="0" algn="l">
              <a:lnSpc>
                <a:spcPct val="100000"/>
              </a:lnSpc>
              <a:spcBef>
                <a:spcPts val="0"/>
              </a:spcBef>
              <a:spcAft>
                <a:spcPts val="0"/>
              </a:spcAft>
              <a:buSzPts val="1100"/>
              <a:buNone/>
              <a:defRPr sz="1400"/>
            </a:lvl3pPr>
            <a:lvl4pPr lvl="3" marR="0" rtl="0" algn="l">
              <a:lnSpc>
                <a:spcPct val="100000"/>
              </a:lnSpc>
              <a:spcBef>
                <a:spcPts val="0"/>
              </a:spcBef>
              <a:spcAft>
                <a:spcPts val="0"/>
              </a:spcAft>
              <a:buSzPts val="1100"/>
              <a:buNone/>
              <a:defRPr sz="1400"/>
            </a:lvl4pPr>
            <a:lvl5pPr lvl="4" marR="0" rtl="0" algn="l">
              <a:lnSpc>
                <a:spcPct val="100000"/>
              </a:lnSpc>
              <a:spcBef>
                <a:spcPts val="0"/>
              </a:spcBef>
              <a:spcAft>
                <a:spcPts val="0"/>
              </a:spcAft>
              <a:buSzPts val="1100"/>
              <a:buNone/>
              <a:defRPr sz="1400"/>
            </a:lvl5pPr>
            <a:lvl6pPr lvl="5" marR="0" rtl="0" algn="l">
              <a:lnSpc>
                <a:spcPct val="100000"/>
              </a:lnSpc>
              <a:spcBef>
                <a:spcPts val="0"/>
              </a:spcBef>
              <a:spcAft>
                <a:spcPts val="0"/>
              </a:spcAft>
              <a:buSzPts val="1100"/>
              <a:buNone/>
              <a:defRPr sz="1400"/>
            </a:lvl6pPr>
            <a:lvl7pPr lvl="6" marR="0" rtl="0" algn="l">
              <a:lnSpc>
                <a:spcPct val="100000"/>
              </a:lnSpc>
              <a:spcBef>
                <a:spcPts val="0"/>
              </a:spcBef>
              <a:spcAft>
                <a:spcPts val="0"/>
              </a:spcAft>
              <a:buSzPts val="1100"/>
              <a:buNone/>
              <a:defRPr sz="1400"/>
            </a:lvl7pPr>
            <a:lvl8pPr lvl="7" marR="0" rtl="0" algn="l">
              <a:lnSpc>
                <a:spcPct val="100000"/>
              </a:lnSpc>
              <a:spcBef>
                <a:spcPts val="0"/>
              </a:spcBef>
              <a:spcAft>
                <a:spcPts val="0"/>
              </a:spcAft>
              <a:buSzPts val="1100"/>
              <a:buNone/>
              <a:defRPr sz="1400"/>
            </a:lvl8pPr>
            <a:lvl9pPr lvl="8" marR="0" rtl="0" algn="l">
              <a:lnSpc>
                <a:spcPct val="100000"/>
              </a:lnSpc>
              <a:spcBef>
                <a:spcPts val="0"/>
              </a:spcBef>
              <a:spcAft>
                <a:spcPts val="0"/>
              </a:spcAft>
              <a:buSzPts val="1100"/>
              <a:buNone/>
              <a:defRPr sz="1400"/>
            </a:lvl9pPr>
          </a:lstStyle>
          <a:p/>
        </p:txBody>
      </p:sp>
      <p:sp>
        <p:nvSpPr>
          <p:cNvPr id="239" name="Google Shape;239;p29"/>
          <p:cNvSpPr txBox="1"/>
          <p:nvPr>
            <p:ph idx="1" type="body"/>
          </p:nvPr>
        </p:nvSpPr>
        <p:spPr>
          <a:xfrm>
            <a:off x="628650" y="1369219"/>
            <a:ext cx="3886200" cy="3263400"/>
          </a:xfrm>
          <a:prstGeom prst="rect">
            <a:avLst/>
          </a:prstGeom>
          <a:noFill/>
          <a:ln>
            <a:noFill/>
          </a:ln>
        </p:spPr>
        <p:txBody>
          <a:bodyPr anchorCtr="0" anchor="t" bIns="68575" lIns="68575" spcFirstLastPara="1" rIns="68575" wrap="square" tIns="68575">
            <a:spAutoFit/>
          </a:bodyPr>
          <a:lstStyle>
            <a:lvl1pPr indent="-361950" lvl="0" marL="457200" marR="0" rtl="0" algn="l">
              <a:lnSpc>
                <a:spcPct val="90000"/>
              </a:lnSpc>
              <a:spcBef>
                <a:spcPts val="500"/>
              </a:spcBef>
              <a:spcAft>
                <a:spcPts val="0"/>
              </a:spcAft>
              <a:buClr>
                <a:srgbClr val="126481"/>
              </a:buClr>
              <a:buSzPts val="2100"/>
              <a:buFont typeface="Arial"/>
              <a:buChar char="•"/>
              <a:defRPr b="0" i="0" sz="2100" u="none" cap="none" strike="noStrike">
                <a:solidFill>
                  <a:srgbClr val="126481"/>
                </a:solidFill>
                <a:latin typeface="Tahoma"/>
                <a:ea typeface="Tahoma"/>
                <a:cs typeface="Tahoma"/>
                <a:sym typeface="Tahoma"/>
              </a:defRPr>
            </a:lvl1pPr>
            <a:lvl2pPr indent="-342900" lvl="1" marL="914400" marR="0" rtl="0" algn="l">
              <a:lnSpc>
                <a:spcPct val="90000"/>
              </a:lnSpc>
              <a:spcBef>
                <a:spcPts val="500"/>
              </a:spcBef>
              <a:spcAft>
                <a:spcPts val="0"/>
              </a:spcAft>
              <a:buClr>
                <a:schemeClr val="accent4"/>
              </a:buClr>
              <a:buSzPts val="1800"/>
              <a:buFont typeface="Arial"/>
              <a:buChar char="•"/>
              <a:defRPr b="0" i="0" sz="1800" u="none" cap="none" strike="noStrike">
                <a:solidFill>
                  <a:schemeClr val="accent4"/>
                </a:solidFill>
                <a:latin typeface="Tahoma"/>
                <a:ea typeface="Tahoma"/>
                <a:cs typeface="Tahoma"/>
                <a:sym typeface="Tahoma"/>
              </a:defRPr>
            </a:lvl2pPr>
            <a:lvl3pPr indent="-323850" lvl="2" marL="1371600" marR="0" rtl="0" algn="l">
              <a:lnSpc>
                <a:spcPct val="90000"/>
              </a:lnSpc>
              <a:spcBef>
                <a:spcPts val="500"/>
              </a:spcBef>
              <a:spcAft>
                <a:spcPts val="0"/>
              </a:spcAft>
              <a:buClr>
                <a:schemeClr val="accent4"/>
              </a:buClr>
              <a:buSzPts val="1500"/>
              <a:buFont typeface="Arial"/>
              <a:buChar char="•"/>
              <a:defRPr b="0" i="0" sz="1500" u="none" cap="none" strike="noStrike">
                <a:solidFill>
                  <a:schemeClr val="accent4"/>
                </a:solidFill>
                <a:latin typeface="Tahoma"/>
                <a:ea typeface="Tahoma"/>
                <a:cs typeface="Tahoma"/>
                <a:sym typeface="Tahoma"/>
              </a:defRPr>
            </a:lvl3pPr>
            <a:lvl4pPr indent="-317500" lvl="3" marL="18288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4pPr>
            <a:lvl5pPr indent="-317500" lvl="4" marL="22860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9pPr>
          </a:lstStyle>
          <a:p/>
        </p:txBody>
      </p:sp>
      <p:sp>
        <p:nvSpPr>
          <p:cNvPr id="240" name="Google Shape;240;p29"/>
          <p:cNvSpPr txBox="1"/>
          <p:nvPr>
            <p:ph idx="2" type="body"/>
          </p:nvPr>
        </p:nvSpPr>
        <p:spPr>
          <a:xfrm>
            <a:off x="4629150" y="1369219"/>
            <a:ext cx="3886200" cy="3263400"/>
          </a:xfrm>
          <a:prstGeom prst="rect">
            <a:avLst/>
          </a:prstGeom>
          <a:noFill/>
          <a:ln>
            <a:noFill/>
          </a:ln>
        </p:spPr>
        <p:txBody>
          <a:bodyPr anchorCtr="0" anchor="t" bIns="68575" lIns="68575" spcFirstLastPara="1" rIns="68575" wrap="square" tIns="68575">
            <a:spAutoFit/>
          </a:bodyPr>
          <a:lstStyle>
            <a:lvl1pPr indent="-361950" lvl="0" marL="457200" marR="0" rtl="0" algn="l">
              <a:lnSpc>
                <a:spcPct val="90000"/>
              </a:lnSpc>
              <a:spcBef>
                <a:spcPts val="500"/>
              </a:spcBef>
              <a:spcAft>
                <a:spcPts val="0"/>
              </a:spcAft>
              <a:buClr>
                <a:srgbClr val="126481"/>
              </a:buClr>
              <a:buSzPts val="2100"/>
              <a:buFont typeface="Arial"/>
              <a:buChar char="•"/>
              <a:defRPr b="0" i="0" sz="2100" u="none" cap="none" strike="noStrike">
                <a:solidFill>
                  <a:srgbClr val="126481"/>
                </a:solidFill>
                <a:latin typeface="Tahoma"/>
                <a:ea typeface="Tahoma"/>
                <a:cs typeface="Tahoma"/>
                <a:sym typeface="Tahoma"/>
              </a:defRPr>
            </a:lvl1pPr>
            <a:lvl2pPr indent="-342900" lvl="1" marL="914400" marR="0" rtl="0" algn="l">
              <a:lnSpc>
                <a:spcPct val="90000"/>
              </a:lnSpc>
              <a:spcBef>
                <a:spcPts val="500"/>
              </a:spcBef>
              <a:spcAft>
                <a:spcPts val="0"/>
              </a:spcAft>
              <a:buClr>
                <a:schemeClr val="accent4"/>
              </a:buClr>
              <a:buSzPts val="1800"/>
              <a:buFont typeface="Arial"/>
              <a:buChar char="•"/>
              <a:defRPr b="0" i="0" sz="1800" u="none" cap="none" strike="noStrike">
                <a:solidFill>
                  <a:schemeClr val="accent4"/>
                </a:solidFill>
                <a:latin typeface="Tahoma"/>
                <a:ea typeface="Tahoma"/>
                <a:cs typeface="Tahoma"/>
                <a:sym typeface="Tahoma"/>
              </a:defRPr>
            </a:lvl2pPr>
            <a:lvl3pPr indent="-323850" lvl="2" marL="1371600" marR="0" rtl="0" algn="l">
              <a:lnSpc>
                <a:spcPct val="90000"/>
              </a:lnSpc>
              <a:spcBef>
                <a:spcPts val="500"/>
              </a:spcBef>
              <a:spcAft>
                <a:spcPts val="0"/>
              </a:spcAft>
              <a:buClr>
                <a:schemeClr val="accent4"/>
              </a:buClr>
              <a:buSzPts val="1500"/>
              <a:buFont typeface="Arial"/>
              <a:buChar char="•"/>
              <a:defRPr b="0" i="0" sz="1500" u="none" cap="none" strike="noStrike">
                <a:solidFill>
                  <a:schemeClr val="accent4"/>
                </a:solidFill>
                <a:latin typeface="Tahoma"/>
                <a:ea typeface="Tahoma"/>
                <a:cs typeface="Tahoma"/>
                <a:sym typeface="Tahoma"/>
              </a:defRPr>
            </a:lvl3pPr>
            <a:lvl4pPr indent="-317500" lvl="3" marL="18288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4pPr>
            <a:lvl5pPr indent="-317500" lvl="4" marL="22860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9pPr>
          </a:lstStyle>
          <a:p/>
        </p:txBody>
      </p:sp>
      <p:sp>
        <p:nvSpPr>
          <p:cNvPr id="241" name="Google Shape;241;p29"/>
          <p:cNvSpPr txBox="1"/>
          <p:nvPr>
            <p:ph idx="11" type="ftr"/>
          </p:nvPr>
        </p:nvSpPr>
        <p:spPr>
          <a:xfrm>
            <a:off x="3028950" y="4767263"/>
            <a:ext cx="3086100" cy="273900"/>
          </a:xfrm>
          <a:prstGeom prst="rect">
            <a:avLst/>
          </a:prstGeom>
          <a:noFill/>
          <a:ln>
            <a:noFill/>
          </a:ln>
        </p:spPr>
        <p:txBody>
          <a:bodyPr anchorCtr="0" anchor="t" bIns="68575" lIns="68575" spcFirstLastPara="1" rIns="68575" wrap="square" tIns="68575">
            <a:noAutofit/>
          </a:bodyPr>
          <a:lstStyle>
            <a:lvl1pPr lvl="0"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_2">
    <p:spTree>
      <p:nvGrpSpPr>
        <p:cNvPr id="242" name="Shape 242"/>
        <p:cNvGrpSpPr/>
        <p:nvPr/>
      </p:nvGrpSpPr>
      <p:grpSpPr>
        <a:xfrm>
          <a:off x="0" y="0"/>
          <a:ext cx="0" cy="0"/>
          <a:chOff x="0" y="0"/>
          <a:chExt cx="0" cy="0"/>
        </a:xfrm>
      </p:grpSpPr>
      <p:sp>
        <p:nvSpPr>
          <p:cNvPr id="243" name="Google Shape;243;p30"/>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13" u="none" cap="none" strike="noStrike">
              <a:solidFill>
                <a:schemeClr val="lt1"/>
              </a:solidFill>
              <a:latin typeface="Arial"/>
              <a:ea typeface="Arial"/>
              <a:cs typeface="Arial"/>
              <a:sym typeface="Arial"/>
            </a:endParaRPr>
          </a:p>
        </p:txBody>
      </p:sp>
      <p:sp>
        <p:nvSpPr>
          <p:cNvPr id="244" name="Google Shape;244;p30"/>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245" name="Google Shape;245;p30"/>
          <p:cNvSpPr/>
          <p:nvPr/>
        </p:nvSpPr>
        <p:spPr>
          <a:xfrm>
            <a:off x="6824193" y="1"/>
            <a:ext cx="2319807"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79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246" name="Google Shape;246;p30"/>
          <p:cNvSpPr txBox="1"/>
          <p:nvPr>
            <p:ph idx="1" type="body"/>
          </p:nvPr>
        </p:nvSpPr>
        <p:spPr>
          <a:xfrm>
            <a:off x="274320" y="231569"/>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247" name="Google Shape;247;p30"/>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u="none">
                <a:solidFill>
                  <a:srgbClr val="929292"/>
                </a:solidFill>
                <a:latin typeface="Arial"/>
                <a:ea typeface="Arial"/>
                <a:cs typeface="Arial"/>
                <a:sym typeface="Arial"/>
              </a:defRPr>
            </a:lvl1pPr>
            <a:lvl2pPr indent="0" lvl="1" marL="0" marR="0" rtl="0" algn="r">
              <a:spcBef>
                <a:spcPts val="0"/>
              </a:spcBef>
              <a:buNone/>
              <a:defRPr b="0" i="0" sz="600" u="none">
                <a:solidFill>
                  <a:srgbClr val="929292"/>
                </a:solidFill>
                <a:latin typeface="Arial"/>
                <a:ea typeface="Arial"/>
                <a:cs typeface="Arial"/>
                <a:sym typeface="Arial"/>
              </a:defRPr>
            </a:lvl2pPr>
            <a:lvl3pPr indent="0" lvl="2" marL="0" marR="0" rtl="0" algn="r">
              <a:spcBef>
                <a:spcPts val="0"/>
              </a:spcBef>
              <a:buNone/>
              <a:defRPr b="0" i="0" sz="600" u="none">
                <a:solidFill>
                  <a:srgbClr val="929292"/>
                </a:solidFill>
                <a:latin typeface="Arial"/>
                <a:ea typeface="Arial"/>
                <a:cs typeface="Arial"/>
                <a:sym typeface="Arial"/>
              </a:defRPr>
            </a:lvl3pPr>
            <a:lvl4pPr indent="0" lvl="3" marL="0" marR="0" rtl="0" algn="r">
              <a:spcBef>
                <a:spcPts val="0"/>
              </a:spcBef>
              <a:buNone/>
              <a:defRPr b="0" i="0" sz="600" u="none">
                <a:solidFill>
                  <a:srgbClr val="929292"/>
                </a:solidFill>
                <a:latin typeface="Arial"/>
                <a:ea typeface="Arial"/>
                <a:cs typeface="Arial"/>
                <a:sym typeface="Arial"/>
              </a:defRPr>
            </a:lvl4pPr>
            <a:lvl5pPr indent="0" lvl="4" marL="0" marR="0" rtl="0" algn="r">
              <a:spcBef>
                <a:spcPts val="0"/>
              </a:spcBef>
              <a:buNone/>
              <a:defRPr b="0" i="0" sz="600" u="none">
                <a:solidFill>
                  <a:srgbClr val="929292"/>
                </a:solidFill>
                <a:latin typeface="Arial"/>
                <a:ea typeface="Arial"/>
                <a:cs typeface="Arial"/>
                <a:sym typeface="Arial"/>
              </a:defRPr>
            </a:lvl5pPr>
            <a:lvl6pPr indent="0" lvl="5" marL="0" marR="0" rtl="0" algn="r">
              <a:spcBef>
                <a:spcPts val="0"/>
              </a:spcBef>
              <a:buNone/>
              <a:defRPr b="0" i="0" sz="600" u="none">
                <a:solidFill>
                  <a:srgbClr val="929292"/>
                </a:solidFill>
                <a:latin typeface="Arial"/>
                <a:ea typeface="Arial"/>
                <a:cs typeface="Arial"/>
                <a:sym typeface="Arial"/>
              </a:defRPr>
            </a:lvl6pPr>
            <a:lvl7pPr indent="0" lvl="6" marL="0" marR="0" rtl="0" algn="r">
              <a:spcBef>
                <a:spcPts val="0"/>
              </a:spcBef>
              <a:buNone/>
              <a:defRPr b="0" i="0" sz="600" u="none">
                <a:solidFill>
                  <a:srgbClr val="929292"/>
                </a:solidFill>
                <a:latin typeface="Arial"/>
                <a:ea typeface="Arial"/>
                <a:cs typeface="Arial"/>
                <a:sym typeface="Arial"/>
              </a:defRPr>
            </a:lvl7pPr>
            <a:lvl8pPr indent="0" lvl="7" marL="0" marR="0" rtl="0" algn="r">
              <a:spcBef>
                <a:spcPts val="0"/>
              </a:spcBef>
              <a:buNone/>
              <a:defRPr b="0" i="0" sz="600" u="none">
                <a:solidFill>
                  <a:srgbClr val="929292"/>
                </a:solidFill>
                <a:latin typeface="Arial"/>
                <a:ea typeface="Arial"/>
                <a:cs typeface="Arial"/>
                <a:sym typeface="Arial"/>
              </a:defRPr>
            </a:lvl8pPr>
            <a:lvl9pPr indent="0" lvl="8" marL="0" marR="0" rtl="0" algn="r">
              <a:spcBef>
                <a:spcPts val="0"/>
              </a:spcBef>
              <a:buNone/>
              <a:defRPr b="0" i="0" sz="600" u="non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8" name="Google Shape;248;p30"/>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1">
  <p:cSld name="1_Blank (footer only) 8">
    <p:bg>
      <p:bgPr>
        <a:solidFill>
          <a:schemeClr val="lt1"/>
        </a:solidFill>
      </p:bgPr>
    </p:bg>
    <p:spTree>
      <p:nvGrpSpPr>
        <p:cNvPr id="249" name="Shape 249"/>
        <p:cNvGrpSpPr/>
        <p:nvPr/>
      </p:nvGrpSpPr>
      <p:grpSpPr>
        <a:xfrm>
          <a:off x="0" y="0"/>
          <a:ext cx="0" cy="0"/>
          <a:chOff x="0" y="0"/>
          <a:chExt cx="0" cy="0"/>
        </a:xfrm>
      </p:grpSpPr>
      <p:sp>
        <p:nvSpPr>
          <p:cNvPr id="250" name="Google Shape;250;p3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3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52" name="Google Shape;252;p3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 Only">
  <p:cSld name="Title + Sub Only">
    <p:spTree>
      <p:nvGrpSpPr>
        <p:cNvPr id="253" name="Shape 253"/>
        <p:cNvGrpSpPr/>
        <p:nvPr/>
      </p:nvGrpSpPr>
      <p:grpSpPr>
        <a:xfrm>
          <a:off x="0" y="0"/>
          <a:ext cx="0" cy="0"/>
          <a:chOff x="0" y="0"/>
          <a:chExt cx="0" cy="0"/>
        </a:xfrm>
      </p:grpSpPr>
      <p:sp>
        <p:nvSpPr>
          <p:cNvPr id="254" name="Google Shape;254;p32"/>
          <p:cNvSpPr txBox="1"/>
          <p:nvPr>
            <p:ph type="title"/>
          </p:nvPr>
        </p:nvSpPr>
        <p:spPr>
          <a:xfrm>
            <a:off x="504294" y="274639"/>
            <a:ext cx="8106300" cy="391500"/>
          </a:xfrm>
          <a:prstGeom prst="rect">
            <a:avLst/>
          </a:prstGeom>
          <a:noFill/>
          <a:ln>
            <a:noFill/>
          </a:ln>
        </p:spPr>
        <p:txBody>
          <a:bodyPr anchorCtr="0" anchor="t" bIns="91425" lIns="91425" spcFirstLastPara="1" rIns="91425" wrap="square" tIns="91425">
            <a:spAutoFit/>
          </a:bodyPr>
          <a:lstStyle>
            <a:lvl1pPr lvl="0" rtl="0" algn="l">
              <a:lnSpc>
                <a:spcPct val="90000"/>
              </a:lnSpc>
              <a:spcBef>
                <a:spcPts val="0"/>
              </a:spcBef>
              <a:spcAft>
                <a:spcPts val="0"/>
              </a:spcAft>
              <a:buSzPts val="2600"/>
              <a:buNone/>
              <a:defRPr b="1" sz="2800" cap="none">
                <a:solidFill>
                  <a:schemeClr val="dk1"/>
                </a:solidFill>
                <a:latin typeface="Arial"/>
                <a:ea typeface="Arial"/>
                <a:cs typeface="Arial"/>
                <a:sym typeface="Arial"/>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255" name="Google Shape;255;p32"/>
          <p:cNvSpPr txBox="1"/>
          <p:nvPr>
            <p:ph idx="1" type="body"/>
          </p:nvPr>
        </p:nvSpPr>
        <p:spPr>
          <a:xfrm>
            <a:off x="504294" y="730406"/>
            <a:ext cx="8106300" cy="243600"/>
          </a:xfrm>
          <a:prstGeom prst="rect">
            <a:avLst/>
          </a:prstGeom>
          <a:noFill/>
          <a:ln>
            <a:noFill/>
          </a:ln>
        </p:spPr>
        <p:txBody>
          <a:bodyPr anchorCtr="0" anchor="t" bIns="0" lIns="91425" spcFirstLastPara="1" rIns="91425" wrap="square" tIns="0">
            <a:noAutofit/>
          </a:bodyPr>
          <a:lstStyle>
            <a:lvl1pPr indent="-228600" lvl="0" marL="457200" rtl="0" algn="l">
              <a:lnSpc>
                <a:spcPct val="115000"/>
              </a:lnSpc>
              <a:spcBef>
                <a:spcPts val="0"/>
              </a:spcBef>
              <a:spcAft>
                <a:spcPts val="0"/>
              </a:spcAft>
              <a:buSzPts val="1800"/>
              <a:buFont typeface="Arial"/>
              <a:buNone/>
              <a:defRPr sz="2000">
                <a:solidFill>
                  <a:schemeClr val="accent5"/>
                </a:solidFill>
                <a:latin typeface="Arial"/>
                <a:ea typeface="Arial"/>
                <a:cs typeface="Arial"/>
                <a:sym typeface="Arial"/>
              </a:defRPr>
            </a:lvl1pPr>
            <a:lvl2pPr indent="-228600" lvl="1" marL="914400" rtl="0" algn="l">
              <a:lnSpc>
                <a:spcPct val="115000"/>
              </a:lnSpc>
              <a:spcBef>
                <a:spcPts val="1000"/>
              </a:spcBef>
              <a:spcAft>
                <a:spcPts val="0"/>
              </a:spcAft>
              <a:buSzPts val="1800"/>
              <a:buFont typeface="Arial"/>
              <a:buNone/>
              <a:defRPr sz="1600">
                <a:solidFill>
                  <a:srgbClr val="7C7C7C"/>
                </a:solidFill>
              </a:defRPr>
            </a:lvl2pPr>
            <a:lvl3pPr indent="-228600" lvl="2" marL="1371600" rtl="0" algn="l">
              <a:lnSpc>
                <a:spcPct val="115000"/>
              </a:lnSpc>
              <a:spcBef>
                <a:spcPts val="1000"/>
              </a:spcBef>
              <a:spcAft>
                <a:spcPts val="0"/>
              </a:spcAft>
              <a:buSzPts val="1400"/>
              <a:buFont typeface="Arial"/>
              <a:buNone/>
              <a:defRPr sz="1600">
                <a:solidFill>
                  <a:srgbClr val="7C7C7C"/>
                </a:solidFill>
              </a:defRPr>
            </a:lvl3pPr>
            <a:lvl4pPr indent="-228600" lvl="3" marL="1828800" rtl="0" algn="l">
              <a:lnSpc>
                <a:spcPct val="115000"/>
              </a:lnSpc>
              <a:spcBef>
                <a:spcPts val="1000"/>
              </a:spcBef>
              <a:spcAft>
                <a:spcPts val="0"/>
              </a:spcAft>
              <a:buSzPts val="1400"/>
              <a:buFont typeface="Arial"/>
              <a:buNone/>
              <a:defRPr sz="1600">
                <a:solidFill>
                  <a:srgbClr val="7C7C7C"/>
                </a:solidFill>
              </a:defRPr>
            </a:lvl4pPr>
            <a:lvl5pPr indent="-228600" lvl="4" marL="2286000" rtl="0" algn="l">
              <a:lnSpc>
                <a:spcPct val="115000"/>
              </a:lnSpc>
              <a:spcBef>
                <a:spcPts val="1000"/>
              </a:spcBef>
              <a:spcAft>
                <a:spcPts val="0"/>
              </a:spcAft>
              <a:buSzPts val="1400"/>
              <a:buFont typeface="Arial"/>
              <a:buNone/>
              <a:defRPr sz="1600">
                <a:solidFill>
                  <a:srgbClr val="7C7C7C"/>
                </a:solidFill>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256" name="Google Shape;256;p32"/>
          <p:cNvSpPr txBox="1"/>
          <p:nvPr/>
        </p:nvSpPr>
        <p:spPr>
          <a:xfrm>
            <a:off x="8581835"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257" name="Google Shape;257;p32"/>
          <p:cNvSpPr txBox="1"/>
          <p:nvPr/>
        </p:nvSpPr>
        <p:spPr>
          <a:xfrm>
            <a:off x="8583303"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258" name="Google Shape;258;p32"/>
          <p:cNvSpPr txBox="1"/>
          <p:nvPr/>
        </p:nvSpPr>
        <p:spPr>
          <a:xfrm>
            <a:off x="8583303" y="4748694"/>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259" name="Google Shape;259;p32"/>
          <p:cNvSpPr txBox="1"/>
          <p:nvPr/>
        </p:nvSpPr>
        <p:spPr>
          <a:xfrm>
            <a:off x="8583303" y="4758619"/>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260" name="Google Shape;260;p32"/>
          <p:cNvSpPr txBox="1"/>
          <p:nvPr/>
        </p:nvSpPr>
        <p:spPr>
          <a:xfrm>
            <a:off x="8583303" y="4751598"/>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rgbClr val="7C7C7C"/>
                </a:solidFill>
                <a:latin typeface="Arial"/>
                <a:ea typeface="Arial"/>
                <a:cs typeface="Arial"/>
                <a:sym typeface="Arial"/>
              </a:rPr>
              <a:t>‹#›</a:t>
            </a:fld>
            <a:endParaRPr b="0" i="0" sz="800" u="none" cap="none" strike="noStrike">
              <a:solidFill>
                <a:srgbClr val="7C7C7C"/>
              </a:solidFill>
              <a:latin typeface="Arial"/>
              <a:ea typeface="Arial"/>
              <a:cs typeface="Arial"/>
              <a:sym typeface="Arial"/>
            </a:endParaRPr>
          </a:p>
        </p:txBody>
      </p:sp>
      <p:sp>
        <p:nvSpPr>
          <p:cNvPr id="261" name="Google Shape;261;p32"/>
          <p:cNvSpPr txBox="1"/>
          <p:nvPr/>
        </p:nvSpPr>
        <p:spPr>
          <a:xfrm>
            <a:off x="8581835"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rgbClr val="7C7C7C"/>
                </a:solidFill>
                <a:latin typeface="Arial"/>
                <a:ea typeface="Arial"/>
                <a:cs typeface="Arial"/>
                <a:sym typeface="Arial"/>
              </a:rPr>
              <a:t>‹#›</a:t>
            </a:fld>
            <a:endParaRPr b="0" i="0" sz="800" u="none" cap="none" strike="noStrike">
              <a:solidFill>
                <a:srgbClr val="7C7C7C"/>
              </a:solidFill>
              <a:latin typeface="Arial"/>
              <a:ea typeface="Arial"/>
              <a:cs typeface="Arial"/>
              <a:sym typeface="Arial"/>
            </a:endParaRPr>
          </a:p>
        </p:txBody>
      </p:sp>
      <p:grpSp>
        <p:nvGrpSpPr>
          <p:cNvPr id="262" name="Google Shape;262;p32"/>
          <p:cNvGrpSpPr/>
          <p:nvPr/>
        </p:nvGrpSpPr>
        <p:grpSpPr>
          <a:xfrm>
            <a:off x="-248187" y="359229"/>
            <a:ext cx="173816" cy="1051560"/>
            <a:chOff x="-111012" y="359229"/>
            <a:chExt cx="1158000" cy="1051560"/>
          </a:xfrm>
        </p:grpSpPr>
        <p:cxnSp>
          <p:nvCxnSpPr>
            <p:cNvPr id="263" name="Google Shape;263;p32"/>
            <p:cNvCxnSpPr/>
            <p:nvPr/>
          </p:nvCxnSpPr>
          <p:spPr>
            <a:xfrm rot="10800000">
              <a:off x="-111012" y="613954"/>
              <a:ext cx="1158000" cy="0"/>
            </a:xfrm>
            <a:prstGeom prst="straightConnector1">
              <a:avLst/>
            </a:prstGeom>
            <a:noFill/>
            <a:ln cap="flat" cmpd="sng" w="9525">
              <a:solidFill>
                <a:srgbClr val="F2F2F2"/>
              </a:solidFill>
              <a:prstDash val="solid"/>
              <a:round/>
              <a:headEnd len="sm" w="sm" type="none"/>
              <a:tailEnd len="sm" w="sm" type="none"/>
            </a:ln>
          </p:spPr>
        </p:cxnSp>
        <p:cxnSp>
          <p:nvCxnSpPr>
            <p:cNvPr id="264" name="Google Shape;264;p32"/>
            <p:cNvCxnSpPr/>
            <p:nvPr/>
          </p:nvCxnSpPr>
          <p:spPr>
            <a:xfrm rot="10800000">
              <a:off x="-111012" y="947057"/>
              <a:ext cx="1158000" cy="0"/>
            </a:xfrm>
            <a:prstGeom prst="straightConnector1">
              <a:avLst/>
            </a:prstGeom>
            <a:noFill/>
            <a:ln cap="flat" cmpd="sng" w="9525">
              <a:solidFill>
                <a:srgbClr val="F2F2F2"/>
              </a:solidFill>
              <a:prstDash val="solid"/>
              <a:round/>
              <a:headEnd len="sm" w="sm" type="none"/>
              <a:tailEnd len="sm" w="sm" type="none"/>
            </a:ln>
          </p:spPr>
        </p:cxnSp>
        <p:cxnSp>
          <p:nvCxnSpPr>
            <p:cNvPr id="265" name="Google Shape;265;p32"/>
            <p:cNvCxnSpPr/>
            <p:nvPr/>
          </p:nvCxnSpPr>
          <p:spPr>
            <a:xfrm rot="10800000">
              <a:off x="-111012" y="359229"/>
              <a:ext cx="1158000" cy="0"/>
            </a:xfrm>
            <a:prstGeom prst="straightConnector1">
              <a:avLst/>
            </a:prstGeom>
            <a:noFill/>
            <a:ln cap="flat" cmpd="sng" w="9525">
              <a:solidFill>
                <a:srgbClr val="F2F2F2"/>
              </a:solidFill>
              <a:prstDash val="solid"/>
              <a:round/>
              <a:headEnd len="sm" w="sm" type="none"/>
              <a:tailEnd len="sm" w="sm" type="none"/>
            </a:ln>
          </p:spPr>
        </p:cxnSp>
        <p:cxnSp>
          <p:nvCxnSpPr>
            <p:cNvPr id="266" name="Google Shape;266;p32"/>
            <p:cNvCxnSpPr/>
            <p:nvPr/>
          </p:nvCxnSpPr>
          <p:spPr>
            <a:xfrm rot="10800000">
              <a:off x="-111012" y="751114"/>
              <a:ext cx="1158000" cy="0"/>
            </a:xfrm>
            <a:prstGeom prst="straightConnector1">
              <a:avLst/>
            </a:prstGeom>
            <a:noFill/>
            <a:ln cap="flat" cmpd="sng" w="9525">
              <a:solidFill>
                <a:srgbClr val="F2F2F2"/>
              </a:solidFill>
              <a:prstDash val="solid"/>
              <a:round/>
              <a:headEnd len="sm" w="sm" type="none"/>
              <a:tailEnd len="sm" w="sm" type="none"/>
            </a:ln>
          </p:spPr>
        </p:cxnSp>
        <p:cxnSp>
          <p:nvCxnSpPr>
            <p:cNvPr id="267" name="Google Shape;267;p32"/>
            <p:cNvCxnSpPr/>
            <p:nvPr/>
          </p:nvCxnSpPr>
          <p:spPr>
            <a:xfrm rot="10800000">
              <a:off x="-111012" y="1208314"/>
              <a:ext cx="1158000" cy="0"/>
            </a:xfrm>
            <a:prstGeom prst="straightConnector1">
              <a:avLst/>
            </a:prstGeom>
            <a:noFill/>
            <a:ln cap="flat" cmpd="sng" w="9525">
              <a:solidFill>
                <a:srgbClr val="F2F2F2"/>
              </a:solidFill>
              <a:prstDash val="solid"/>
              <a:round/>
              <a:headEnd len="sm" w="sm" type="none"/>
              <a:tailEnd len="sm" w="sm" type="none"/>
            </a:ln>
          </p:spPr>
        </p:cxnSp>
        <p:cxnSp>
          <p:nvCxnSpPr>
            <p:cNvPr id="268" name="Google Shape;268;p32"/>
            <p:cNvCxnSpPr/>
            <p:nvPr/>
          </p:nvCxnSpPr>
          <p:spPr>
            <a:xfrm rot="10800000">
              <a:off x="-111012" y="1410789"/>
              <a:ext cx="1158000" cy="0"/>
            </a:xfrm>
            <a:prstGeom prst="straightConnector1">
              <a:avLst/>
            </a:prstGeom>
            <a:noFill/>
            <a:ln cap="flat" cmpd="sng" w="9525">
              <a:solidFill>
                <a:srgbClr val="F2F2F2"/>
              </a:solidFill>
              <a:prstDash val="solid"/>
              <a:round/>
              <a:headEnd len="sm" w="sm" type="none"/>
              <a:tailEnd len="sm" w="sm" type="none"/>
            </a:ln>
          </p:spPr>
        </p:cxnSp>
      </p:grpSp>
      <p:sp>
        <p:nvSpPr>
          <p:cNvPr id="269" name="Google Shape;269;p3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70" name="Google Shape;270;p3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_3">
    <p:spTree>
      <p:nvGrpSpPr>
        <p:cNvPr id="271" name="Shape 271"/>
        <p:cNvGrpSpPr/>
        <p:nvPr/>
      </p:nvGrpSpPr>
      <p:grpSpPr>
        <a:xfrm>
          <a:off x="0" y="0"/>
          <a:ext cx="0" cy="0"/>
          <a:chOff x="0" y="0"/>
          <a:chExt cx="0" cy="0"/>
        </a:xfrm>
      </p:grpSpPr>
      <p:sp>
        <p:nvSpPr>
          <p:cNvPr id="272" name="Google Shape;272;p33"/>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273" name="Google Shape;273;p33"/>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274" name="Google Shape;274;p33"/>
          <p:cNvSpPr/>
          <p:nvPr/>
        </p:nvSpPr>
        <p:spPr>
          <a:xfrm>
            <a:off x="6762749" y="1"/>
            <a:ext cx="2443530"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79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275" name="Google Shape;275;p33"/>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276" name="Google Shape;276;p3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7" name="Google Shape;277;p33"/>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278" name="Google Shape;278;p33"/>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a:solidFill>
                  <a:srgbClr val="929292"/>
                </a:solidFill>
                <a:latin typeface="Arial"/>
                <a:ea typeface="Arial"/>
                <a:cs typeface="Arial"/>
                <a:sym typeface="Arial"/>
              </a:defRPr>
            </a:lvl1pPr>
            <a:lvl2pPr indent="0" lvl="1" marL="0" marR="0" rtl="0" algn="r">
              <a:spcBef>
                <a:spcPts val="0"/>
              </a:spcBef>
              <a:buNone/>
              <a:defRPr b="0" i="0" sz="600">
                <a:solidFill>
                  <a:srgbClr val="929292"/>
                </a:solidFill>
                <a:latin typeface="Arial"/>
                <a:ea typeface="Arial"/>
                <a:cs typeface="Arial"/>
                <a:sym typeface="Arial"/>
              </a:defRPr>
            </a:lvl2pPr>
            <a:lvl3pPr indent="0" lvl="2" marL="0" marR="0" rtl="0" algn="r">
              <a:spcBef>
                <a:spcPts val="0"/>
              </a:spcBef>
              <a:buNone/>
              <a:defRPr b="0" i="0" sz="600">
                <a:solidFill>
                  <a:srgbClr val="929292"/>
                </a:solidFill>
                <a:latin typeface="Arial"/>
                <a:ea typeface="Arial"/>
                <a:cs typeface="Arial"/>
                <a:sym typeface="Arial"/>
              </a:defRPr>
            </a:lvl3pPr>
            <a:lvl4pPr indent="0" lvl="3" marL="0" marR="0" rtl="0" algn="r">
              <a:spcBef>
                <a:spcPts val="0"/>
              </a:spcBef>
              <a:buNone/>
              <a:defRPr b="0" i="0" sz="600">
                <a:solidFill>
                  <a:srgbClr val="929292"/>
                </a:solidFill>
                <a:latin typeface="Arial"/>
                <a:ea typeface="Arial"/>
                <a:cs typeface="Arial"/>
                <a:sym typeface="Arial"/>
              </a:defRPr>
            </a:lvl4pPr>
            <a:lvl5pPr indent="0" lvl="4" marL="0" marR="0" rtl="0" algn="r">
              <a:spcBef>
                <a:spcPts val="0"/>
              </a:spcBef>
              <a:buNone/>
              <a:defRPr b="0" i="0" sz="600">
                <a:solidFill>
                  <a:srgbClr val="929292"/>
                </a:solidFill>
                <a:latin typeface="Arial"/>
                <a:ea typeface="Arial"/>
                <a:cs typeface="Arial"/>
                <a:sym typeface="Arial"/>
              </a:defRPr>
            </a:lvl5pPr>
            <a:lvl6pPr indent="0" lvl="5" marL="0" marR="0" rtl="0" algn="r">
              <a:spcBef>
                <a:spcPts val="0"/>
              </a:spcBef>
              <a:buNone/>
              <a:defRPr b="0" i="0" sz="600">
                <a:solidFill>
                  <a:srgbClr val="929292"/>
                </a:solidFill>
                <a:latin typeface="Arial"/>
                <a:ea typeface="Arial"/>
                <a:cs typeface="Arial"/>
                <a:sym typeface="Arial"/>
              </a:defRPr>
            </a:lvl6pPr>
            <a:lvl7pPr indent="0" lvl="6" marL="0" marR="0" rtl="0" algn="r">
              <a:spcBef>
                <a:spcPts val="0"/>
              </a:spcBef>
              <a:buNone/>
              <a:defRPr b="0" i="0" sz="600">
                <a:solidFill>
                  <a:srgbClr val="929292"/>
                </a:solidFill>
                <a:latin typeface="Arial"/>
                <a:ea typeface="Arial"/>
                <a:cs typeface="Arial"/>
                <a:sym typeface="Arial"/>
              </a:defRPr>
            </a:lvl7pPr>
            <a:lvl8pPr indent="0" lvl="7" marL="0" marR="0" rtl="0" algn="r">
              <a:spcBef>
                <a:spcPts val="0"/>
              </a:spcBef>
              <a:buNone/>
              <a:defRPr b="0" i="0" sz="600">
                <a:solidFill>
                  <a:srgbClr val="929292"/>
                </a:solidFill>
                <a:latin typeface="Arial"/>
                <a:ea typeface="Arial"/>
                <a:cs typeface="Arial"/>
                <a:sym typeface="Arial"/>
              </a:defRPr>
            </a:lvl8pPr>
            <a:lvl9pPr indent="0" lvl="8" marL="0" marR="0" rtl="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5">
  <p:cSld name="Multi-use layout_12">
    <p:spTree>
      <p:nvGrpSpPr>
        <p:cNvPr id="279" name="Shape 279"/>
        <p:cNvGrpSpPr/>
        <p:nvPr/>
      </p:nvGrpSpPr>
      <p:grpSpPr>
        <a:xfrm>
          <a:off x="0" y="0"/>
          <a:ext cx="0" cy="0"/>
          <a:chOff x="0" y="0"/>
          <a:chExt cx="0" cy="0"/>
        </a:xfrm>
      </p:grpSpPr>
      <p:sp>
        <p:nvSpPr>
          <p:cNvPr id="280" name="Google Shape;280;p3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281" name="Google Shape;281;p3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82" name="Google Shape;282;p3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283" name="Google Shape;283;p3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84" name="Google Shape;284;p3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285" name="Google Shape;285;p3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4"/>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287" name="Shape 287"/>
        <p:cNvGrpSpPr/>
        <p:nvPr/>
      </p:nvGrpSpPr>
      <p:grpSpPr>
        <a:xfrm>
          <a:off x="0" y="0"/>
          <a:ext cx="0" cy="0"/>
          <a:chOff x="0" y="0"/>
          <a:chExt cx="0" cy="0"/>
        </a:xfrm>
      </p:grpSpPr>
      <p:sp>
        <p:nvSpPr>
          <p:cNvPr id="288" name="Google Shape;288;p3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chemeClr val="lt1"/>
                </a:solidFill>
              </a:rPr>
              <a:t>© 2025 </a:t>
            </a:r>
            <a:r>
              <a:rPr b="0" i="0" lang="en" sz="600" u="none" cap="none" strike="noStrike">
                <a:solidFill>
                  <a:schemeClr val="lt1"/>
                </a:solidFill>
                <a:latin typeface="Arial"/>
                <a:ea typeface="Arial"/>
                <a:cs typeface="Arial"/>
                <a:sym typeface="Arial"/>
              </a:rPr>
              <a:t>Snowflake Inc. All Rights Reserved</a:t>
            </a:r>
            <a:endParaRPr b="0" i="0" sz="600" u="none" cap="none" strike="noStrike">
              <a:solidFill>
                <a:schemeClr val="lt1"/>
              </a:solidFill>
              <a:latin typeface="Arial"/>
              <a:ea typeface="Arial"/>
              <a:cs typeface="Arial"/>
              <a:sym typeface="Arial"/>
            </a:endParaRPr>
          </a:p>
        </p:txBody>
      </p:sp>
      <p:sp>
        <p:nvSpPr>
          <p:cNvPr id="289" name="Google Shape;289;p3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290" name="Google Shape;290;p35"/>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291" name="Google Shape;291;p35"/>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292" name="Google Shape;292;p35"/>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293" name="Shape 293"/>
        <p:cNvGrpSpPr/>
        <p:nvPr/>
      </p:nvGrpSpPr>
      <p:grpSpPr>
        <a:xfrm>
          <a:off x="0" y="0"/>
          <a:ext cx="0" cy="0"/>
          <a:chOff x="0" y="0"/>
          <a:chExt cx="0" cy="0"/>
        </a:xfrm>
      </p:grpSpPr>
      <p:sp>
        <p:nvSpPr>
          <p:cNvPr id="294" name="Google Shape;294;p36"/>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295" name="Google Shape;295;p36"/>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36"/>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297" name="Google Shape;297;p36"/>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298" name="Google Shape;298;p36"/>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299" name="Google Shape;299;p36"/>
          <p:cNvSpPr txBox="1"/>
          <p:nvPr>
            <p:ph idx="3" type="body"/>
          </p:nvPr>
        </p:nvSpPr>
        <p:spPr>
          <a:xfrm>
            <a:off x="4673192"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300" name="Google Shape;300;p36"/>
          <p:cNvSpPr txBox="1"/>
          <p:nvPr>
            <p:ph idx="4" type="body"/>
          </p:nvPr>
        </p:nvSpPr>
        <p:spPr>
          <a:xfrm>
            <a:off x="688700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301" name="Google Shape;301;p36"/>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302" name="Google Shape;302;p36"/>
          <p:cNvSpPr txBox="1"/>
          <p:nvPr>
            <p:ph idx="5"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303" name="Google Shape;303;p3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1">
  <p:cSld name="Multi-use layout_13">
    <p:spTree>
      <p:nvGrpSpPr>
        <p:cNvPr id="304" name="Shape 304"/>
        <p:cNvGrpSpPr/>
        <p:nvPr/>
      </p:nvGrpSpPr>
      <p:grpSpPr>
        <a:xfrm>
          <a:off x="0" y="0"/>
          <a:ext cx="0" cy="0"/>
          <a:chOff x="0" y="0"/>
          <a:chExt cx="0" cy="0"/>
        </a:xfrm>
      </p:grpSpPr>
      <p:sp>
        <p:nvSpPr>
          <p:cNvPr id="305" name="Google Shape;305;p3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07" name="Google Shape;307;p37"/>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1000"/>
              </a:spcBef>
              <a:spcAft>
                <a:spcPts val="0"/>
              </a:spcAft>
              <a:buSzPts val="1400"/>
              <a:buNone/>
              <a:defRPr/>
            </a:lvl2pPr>
            <a:lvl3pPr lvl="2">
              <a:spcBef>
                <a:spcPts val="1000"/>
              </a:spcBef>
              <a:spcAft>
                <a:spcPts val="0"/>
              </a:spcAft>
              <a:buSzPts val="1400"/>
              <a:buNone/>
              <a:defRPr/>
            </a:lvl3pPr>
            <a:lvl4pPr lvl="3">
              <a:spcBef>
                <a:spcPts val="1000"/>
              </a:spcBef>
              <a:spcAft>
                <a:spcPts val="0"/>
              </a:spcAft>
              <a:buSzPts val="1400"/>
              <a:buNone/>
              <a:defRPr/>
            </a:lvl4pPr>
            <a:lvl5pPr lvl="4">
              <a:spcBef>
                <a:spcPts val="1000"/>
              </a:spcBef>
              <a:spcAft>
                <a:spcPts val="0"/>
              </a:spcAft>
              <a:buSzPts val="14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308" name="Google Shape;308;p3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309" name="Google Shape;309;p3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10" name="Google Shape;310;p3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311" name="Google Shape;311;p3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2" name="Shape 312"/>
        <p:cNvGrpSpPr/>
        <p:nvPr/>
      </p:nvGrpSpPr>
      <p:grpSpPr>
        <a:xfrm>
          <a:off x="0" y="0"/>
          <a:ext cx="0" cy="0"/>
          <a:chOff x="0" y="0"/>
          <a:chExt cx="0" cy="0"/>
        </a:xfrm>
      </p:grpSpPr>
      <p:sp>
        <p:nvSpPr>
          <p:cNvPr id="313" name="Google Shape;313;p3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4" name="Google Shape;314;p3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5" name="Google Shape;315;p3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2">
  <p:cSld name="Multi-use layout_14">
    <p:spTree>
      <p:nvGrpSpPr>
        <p:cNvPr id="316" name="Shape 316"/>
        <p:cNvGrpSpPr/>
        <p:nvPr/>
      </p:nvGrpSpPr>
      <p:grpSpPr>
        <a:xfrm>
          <a:off x="0" y="0"/>
          <a:ext cx="0" cy="0"/>
          <a:chOff x="0" y="0"/>
          <a:chExt cx="0" cy="0"/>
        </a:xfrm>
      </p:grpSpPr>
      <p:sp>
        <p:nvSpPr>
          <p:cNvPr id="317" name="Google Shape;317;p3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18" name="Google Shape;318;p3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19" name="Google Shape;319;p39"/>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320" name="Google Shape;320;p3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21" name="Google Shape;321;p3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322" name="Google Shape;322;p3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9"/>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3">
  <p:cSld name="Multi-use layout_15">
    <p:spTree>
      <p:nvGrpSpPr>
        <p:cNvPr id="324" name="Shape 324"/>
        <p:cNvGrpSpPr/>
        <p:nvPr/>
      </p:nvGrpSpPr>
      <p:grpSpPr>
        <a:xfrm>
          <a:off x="0" y="0"/>
          <a:ext cx="0" cy="0"/>
          <a:chOff x="0" y="0"/>
          <a:chExt cx="0" cy="0"/>
        </a:xfrm>
      </p:grpSpPr>
      <p:sp>
        <p:nvSpPr>
          <p:cNvPr id="325" name="Google Shape;325;p4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26" name="Google Shape;326;p4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27" name="Google Shape;327;p40"/>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328" name="Google Shape;328;p40"/>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29" name="Google Shape;329;p4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2024</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330" name="Google Shape;330;p4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0"/>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2" name="Shape 332"/>
        <p:cNvGrpSpPr/>
        <p:nvPr/>
      </p:nvGrpSpPr>
      <p:grpSpPr>
        <a:xfrm>
          <a:off x="0" y="0"/>
          <a:ext cx="0" cy="0"/>
          <a:chOff x="0" y="0"/>
          <a:chExt cx="0" cy="0"/>
        </a:xfrm>
      </p:grpSpPr>
      <p:sp>
        <p:nvSpPr>
          <p:cNvPr id="333" name="Google Shape;333;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334" name="Google Shape;334;p41"/>
          <p:cNvSpPr txBox="1"/>
          <p:nvPr>
            <p:ph idx="12" type="sldNum"/>
          </p:nvPr>
        </p:nvSpPr>
        <p:spPr>
          <a:xfrm>
            <a:off x="8472458" y="4663217"/>
            <a:ext cx="548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4">
  <p:cSld name="Multi-use layout_16">
    <p:spTree>
      <p:nvGrpSpPr>
        <p:cNvPr id="335" name="Shape 335"/>
        <p:cNvGrpSpPr/>
        <p:nvPr/>
      </p:nvGrpSpPr>
      <p:grpSpPr>
        <a:xfrm>
          <a:off x="0" y="0"/>
          <a:ext cx="0" cy="0"/>
          <a:chOff x="0" y="0"/>
          <a:chExt cx="0" cy="0"/>
        </a:xfrm>
      </p:grpSpPr>
      <p:sp>
        <p:nvSpPr>
          <p:cNvPr id="336" name="Google Shape;336;p4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37" name="Google Shape;337;p4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38" name="Google Shape;338;p4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339" name="Google Shape;339;p4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40" name="Google Shape;340;p4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341" name="Google Shape;341;p4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5">
  <p:cSld name="Multi-use layout_17">
    <p:spTree>
      <p:nvGrpSpPr>
        <p:cNvPr id="343" name="Shape 343"/>
        <p:cNvGrpSpPr/>
        <p:nvPr/>
      </p:nvGrpSpPr>
      <p:grpSpPr>
        <a:xfrm>
          <a:off x="0" y="0"/>
          <a:ext cx="0" cy="0"/>
          <a:chOff x="0" y="0"/>
          <a:chExt cx="0" cy="0"/>
        </a:xfrm>
      </p:grpSpPr>
      <p:sp>
        <p:nvSpPr>
          <p:cNvPr id="344" name="Google Shape;344;p4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45" name="Google Shape;345;p4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46" name="Google Shape;346;p43"/>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347" name="Google Shape;347;p4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48" name="Google Shape;348;p4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349" name="Google Shape;349;p4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3"/>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351" name="Shape 351"/>
        <p:cNvGrpSpPr/>
        <p:nvPr/>
      </p:nvGrpSpPr>
      <p:grpSpPr>
        <a:xfrm>
          <a:off x="0" y="0"/>
          <a:ext cx="0" cy="0"/>
          <a:chOff x="0" y="0"/>
          <a:chExt cx="0" cy="0"/>
        </a:xfrm>
      </p:grpSpPr>
      <p:sp>
        <p:nvSpPr>
          <p:cNvPr id="352" name="Google Shape;352;p44"/>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2025</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353" name="Google Shape;353;p44"/>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algn="l">
              <a:lnSpc>
                <a:spcPct val="85000"/>
              </a:lnSpc>
              <a:spcBef>
                <a:spcPts val="0"/>
              </a:spcBef>
              <a:spcAft>
                <a:spcPts val="0"/>
              </a:spcAft>
              <a:buClr>
                <a:schemeClr val="dk1"/>
              </a:buClr>
              <a:buSzPts val="4400"/>
              <a:buNone/>
              <a:defRPr sz="4400"/>
            </a:lvl1pPr>
            <a:lvl2pPr lvl="1">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354" name="Google Shape;354;p44"/>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nSpc>
                <a:spcPct val="80000"/>
              </a:lnSpc>
              <a:spcBef>
                <a:spcPts val="0"/>
              </a:spcBef>
              <a:spcAft>
                <a:spcPts val="0"/>
              </a:spcAft>
              <a:buClr>
                <a:schemeClr val="dk1"/>
              </a:buClr>
              <a:buSzPts val="1800"/>
              <a:buNone/>
              <a:defRPr i="0" sz="1800" u="none" cap="none" strike="noStrike">
                <a:solidFill>
                  <a:schemeClr val="dk1"/>
                </a:solidFill>
              </a:defRPr>
            </a:lvl1pPr>
            <a:lvl2pPr lvl="1">
              <a:lnSpc>
                <a:spcPct val="105000"/>
              </a:lnSpc>
              <a:spcBef>
                <a:spcPts val="0"/>
              </a:spcBef>
              <a:spcAft>
                <a:spcPts val="0"/>
              </a:spcAft>
              <a:buSzPts val="1400"/>
              <a:buFont typeface="Arial"/>
              <a:buNone/>
              <a:defRPr sz="1800">
                <a:latin typeface="Arial"/>
                <a:ea typeface="Arial"/>
                <a:cs typeface="Arial"/>
                <a:sym typeface="Arial"/>
              </a:defRPr>
            </a:lvl2pPr>
            <a:lvl3pPr lvl="2">
              <a:lnSpc>
                <a:spcPct val="105000"/>
              </a:lnSpc>
              <a:spcBef>
                <a:spcPts val="1000"/>
              </a:spcBef>
              <a:spcAft>
                <a:spcPts val="0"/>
              </a:spcAft>
              <a:buSzPts val="1400"/>
              <a:buFont typeface="Arial"/>
              <a:buNone/>
              <a:defRPr sz="1800">
                <a:latin typeface="Arial"/>
                <a:ea typeface="Arial"/>
                <a:cs typeface="Arial"/>
                <a:sym typeface="Arial"/>
              </a:defRPr>
            </a:lvl3pPr>
            <a:lvl4pPr lvl="3">
              <a:lnSpc>
                <a:spcPct val="105000"/>
              </a:lnSpc>
              <a:spcBef>
                <a:spcPts val="1000"/>
              </a:spcBef>
              <a:spcAft>
                <a:spcPts val="0"/>
              </a:spcAft>
              <a:buSzPts val="1400"/>
              <a:buFont typeface="Arial"/>
              <a:buNone/>
              <a:defRPr sz="1800">
                <a:latin typeface="Arial"/>
                <a:ea typeface="Arial"/>
                <a:cs typeface="Arial"/>
                <a:sym typeface="Arial"/>
              </a:defRPr>
            </a:lvl4pPr>
            <a:lvl5pPr lvl="4">
              <a:lnSpc>
                <a:spcPct val="105000"/>
              </a:lnSpc>
              <a:spcBef>
                <a:spcPts val="1000"/>
              </a:spcBef>
              <a:spcAft>
                <a:spcPts val="0"/>
              </a:spcAft>
              <a:buSzPts val="1400"/>
              <a:buFont typeface="Arial"/>
              <a:buNone/>
              <a:defRPr sz="1800">
                <a:latin typeface="Arial"/>
                <a:ea typeface="Arial"/>
                <a:cs typeface="Arial"/>
                <a:sym typeface="Arial"/>
              </a:defRPr>
            </a:lvl5pPr>
            <a:lvl6pPr lvl="5">
              <a:lnSpc>
                <a:spcPct val="105000"/>
              </a:lnSpc>
              <a:spcBef>
                <a:spcPts val="1000"/>
              </a:spcBef>
              <a:spcAft>
                <a:spcPts val="0"/>
              </a:spcAft>
              <a:buSzPts val="1400"/>
              <a:buFont typeface="Arial"/>
              <a:buNone/>
              <a:defRPr sz="1800">
                <a:latin typeface="Arial"/>
                <a:ea typeface="Arial"/>
                <a:cs typeface="Arial"/>
                <a:sym typeface="Arial"/>
              </a:defRPr>
            </a:lvl6pPr>
            <a:lvl7pPr lvl="6">
              <a:lnSpc>
                <a:spcPct val="105000"/>
              </a:lnSpc>
              <a:spcBef>
                <a:spcPts val="1000"/>
              </a:spcBef>
              <a:spcAft>
                <a:spcPts val="0"/>
              </a:spcAft>
              <a:buSzPts val="1400"/>
              <a:buFont typeface="Arial"/>
              <a:buNone/>
              <a:defRPr sz="1800">
                <a:latin typeface="Arial"/>
                <a:ea typeface="Arial"/>
                <a:cs typeface="Arial"/>
                <a:sym typeface="Arial"/>
              </a:defRPr>
            </a:lvl7pPr>
            <a:lvl8pPr lvl="7">
              <a:lnSpc>
                <a:spcPct val="105000"/>
              </a:lnSpc>
              <a:spcBef>
                <a:spcPts val="1000"/>
              </a:spcBef>
              <a:spcAft>
                <a:spcPts val="0"/>
              </a:spcAft>
              <a:buSzPts val="1400"/>
              <a:buFont typeface="Arial"/>
              <a:buNone/>
              <a:defRPr sz="1800">
                <a:latin typeface="Arial"/>
                <a:ea typeface="Arial"/>
                <a:cs typeface="Arial"/>
                <a:sym typeface="Arial"/>
              </a:defRPr>
            </a:lvl8pPr>
            <a:lvl9pPr lvl="8">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355" name="Google Shape;355;p44"/>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nSpc>
                <a:spcPct val="90000"/>
              </a:lnSpc>
              <a:spcBef>
                <a:spcPts val="0"/>
              </a:spcBef>
              <a:spcAft>
                <a:spcPts val="0"/>
              </a:spcAft>
              <a:buClr>
                <a:schemeClr val="dk1"/>
              </a:buClr>
              <a:buSzPts val="1400"/>
              <a:buNone/>
              <a:defRPr i="0" sz="1400" u="none" cap="none" strike="noStrike">
                <a:solidFill>
                  <a:schemeClr val="dk1"/>
                </a:solidFill>
              </a:defRPr>
            </a:lvl1pPr>
            <a:lvl2pPr lvl="1">
              <a:lnSpc>
                <a:spcPct val="105000"/>
              </a:lnSpc>
              <a:spcBef>
                <a:spcPts val="0"/>
              </a:spcBef>
              <a:spcAft>
                <a:spcPts val="0"/>
              </a:spcAft>
              <a:buSzPts val="1400"/>
              <a:buFont typeface="Arial"/>
              <a:buNone/>
              <a:defRPr sz="1800">
                <a:latin typeface="Arial"/>
                <a:ea typeface="Arial"/>
                <a:cs typeface="Arial"/>
                <a:sym typeface="Arial"/>
              </a:defRPr>
            </a:lvl2pPr>
            <a:lvl3pPr lvl="2">
              <a:lnSpc>
                <a:spcPct val="105000"/>
              </a:lnSpc>
              <a:spcBef>
                <a:spcPts val="1000"/>
              </a:spcBef>
              <a:spcAft>
                <a:spcPts val="0"/>
              </a:spcAft>
              <a:buSzPts val="1400"/>
              <a:buFont typeface="Arial"/>
              <a:buNone/>
              <a:defRPr sz="1800">
                <a:latin typeface="Arial"/>
                <a:ea typeface="Arial"/>
                <a:cs typeface="Arial"/>
                <a:sym typeface="Arial"/>
              </a:defRPr>
            </a:lvl3pPr>
            <a:lvl4pPr lvl="3">
              <a:lnSpc>
                <a:spcPct val="105000"/>
              </a:lnSpc>
              <a:spcBef>
                <a:spcPts val="1000"/>
              </a:spcBef>
              <a:spcAft>
                <a:spcPts val="0"/>
              </a:spcAft>
              <a:buSzPts val="1400"/>
              <a:buFont typeface="Arial"/>
              <a:buNone/>
              <a:defRPr sz="1800">
                <a:latin typeface="Arial"/>
                <a:ea typeface="Arial"/>
                <a:cs typeface="Arial"/>
                <a:sym typeface="Arial"/>
              </a:defRPr>
            </a:lvl4pPr>
            <a:lvl5pPr lvl="4">
              <a:lnSpc>
                <a:spcPct val="105000"/>
              </a:lnSpc>
              <a:spcBef>
                <a:spcPts val="1000"/>
              </a:spcBef>
              <a:spcAft>
                <a:spcPts val="0"/>
              </a:spcAft>
              <a:buSzPts val="1400"/>
              <a:buFont typeface="Arial"/>
              <a:buNone/>
              <a:defRPr sz="1800">
                <a:latin typeface="Arial"/>
                <a:ea typeface="Arial"/>
                <a:cs typeface="Arial"/>
                <a:sym typeface="Arial"/>
              </a:defRPr>
            </a:lvl5pPr>
            <a:lvl6pPr lvl="5">
              <a:lnSpc>
                <a:spcPct val="105000"/>
              </a:lnSpc>
              <a:spcBef>
                <a:spcPts val="1000"/>
              </a:spcBef>
              <a:spcAft>
                <a:spcPts val="0"/>
              </a:spcAft>
              <a:buSzPts val="1400"/>
              <a:buFont typeface="Arial"/>
              <a:buNone/>
              <a:defRPr sz="1800">
                <a:latin typeface="Arial"/>
                <a:ea typeface="Arial"/>
                <a:cs typeface="Arial"/>
                <a:sym typeface="Arial"/>
              </a:defRPr>
            </a:lvl6pPr>
            <a:lvl7pPr lvl="6">
              <a:lnSpc>
                <a:spcPct val="105000"/>
              </a:lnSpc>
              <a:spcBef>
                <a:spcPts val="1000"/>
              </a:spcBef>
              <a:spcAft>
                <a:spcPts val="0"/>
              </a:spcAft>
              <a:buSzPts val="1400"/>
              <a:buFont typeface="Arial"/>
              <a:buNone/>
              <a:defRPr sz="1800">
                <a:latin typeface="Arial"/>
                <a:ea typeface="Arial"/>
                <a:cs typeface="Arial"/>
                <a:sym typeface="Arial"/>
              </a:defRPr>
            </a:lvl7pPr>
            <a:lvl8pPr lvl="7">
              <a:lnSpc>
                <a:spcPct val="105000"/>
              </a:lnSpc>
              <a:spcBef>
                <a:spcPts val="1000"/>
              </a:spcBef>
              <a:spcAft>
                <a:spcPts val="0"/>
              </a:spcAft>
              <a:buSzPts val="1400"/>
              <a:buFont typeface="Arial"/>
              <a:buNone/>
              <a:defRPr sz="1800">
                <a:latin typeface="Arial"/>
                <a:ea typeface="Arial"/>
                <a:cs typeface="Arial"/>
                <a:sym typeface="Arial"/>
              </a:defRPr>
            </a:lvl8pPr>
            <a:lvl9pPr lvl="8">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356" name="Google Shape;356;p44"/>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Dark Blue Left Bar">
    <p:spTree>
      <p:nvGrpSpPr>
        <p:cNvPr id="357" name="Shape 357"/>
        <p:cNvGrpSpPr/>
        <p:nvPr/>
      </p:nvGrpSpPr>
      <p:grpSpPr>
        <a:xfrm>
          <a:off x="0" y="0"/>
          <a:ext cx="0" cy="0"/>
          <a:chOff x="0" y="0"/>
          <a:chExt cx="0" cy="0"/>
        </a:xfrm>
      </p:grpSpPr>
      <p:sp>
        <p:nvSpPr>
          <p:cNvPr id="358" name="Google Shape;358;p45"/>
          <p:cNvSpPr/>
          <p:nvPr/>
        </p:nvSpPr>
        <p:spPr>
          <a:xfrm flipH="1">
            <a:off x="-775" y="0"/>
            <a:ext cx="2743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45"/>
          <p:cNvSpPr txBox="1"/>
          <p:nvPr>
            <p:ph idx="1" type="body"/>
          </p:nvPr>
        </p:nvSpPr>
        <p:spPr>
          <a:xfrm>
            <a:off x="365750" y="274320"/>
            <a:ext cx="2376600" cy="685800"/>
          </a:xfrm>
          <a:prstGeom prst="rect">
            <a:avLst/>
          </a:prstGeom>
          <a:noFill/>
          <a:ln>
            <a:noFill/>
          </a:ln>
        </p:spPr>
        <p:txBody>
          <a:bodyPr anchorCtr="0" anchor="t" bIns="68575" lIns="68575" spcFirstLastPara="1" rIns="68575" wrap="square" tIns="68575">
            <a:noAutofit/>
          </a:bodyPr>
          <a:lstStyle>
            <a:lvl1pPr indent="-228600" lvl="0" marL="457200" algn="l">
              <a:lnSpc>
                <a:spcPct val="100000"/>
              </a:lnSpc>
              <a:spcBef>
                <a:spcPts val="0"/>
              </a:spcBef>
              <a:spcAft>
                <a:spcPts val="0"/>
              </a:spcAft>
              <a:buClr>
                <a:srgbClr val="FFFFFF"/>
              </a:buClr>
              <a:buSzPts val="2000"/>
              <a:buNone/>
              <a:defRPr b="1" i="0" sz="2600" cap="none">
                <a:solidFill>
                  <a:srgbClr val="FFFFFF"/>
                </a:solidFill>
              </a:defRPr>
            </a:lvl1pPr>
            <a:lvl2pPr indent="-317500" lvl="1" marL="914400" algn="l">
              <a:lnSpc>
                <a:spcPct val="105000"/>
              </a:lnSpc>
              <a:spcBef>
                <a:spcPts val="0"/>
              </a:spcBef>
              <a:spcAft>
                <a:spcPts val="0"/>
              </a:spcAft>
              <a:buClr>
                <a:srgbClr val="FFFFFF"/>
              </a:buClr>
              <a:buSzPts val="1400"/>
              <a:buChar char="•"/>
              <a:defRPr b="1">
                <a:solidFill>
                  <a:srgbClr val="FFFFFF"/>
                </a:solidFill>
              </a:defRPr>
            </a:lvl2pPr>
            <a:lvl3pPr indent="-317500" lvl="2" marL="1371600" algn="l">
              <a:lnSpc>
                <a:spcPct val="105000"/>
              </a:lnSpc>
              <a:spcBef>
                <a:spcPts val="1000"/>
              </a:spcBef>
              <a:spcAft>
                <a:spcPts val="0"/>
              </a:spcAft>
              <a:buClr>
                <a:srgbClr val="FFFFFF"/>
              </a:buClr>
              <a:buSzPts val="1400"/>
              <a:buChar char="•"/>
              <a:defRPr b="1" sz="1800">
                <a:solidFill>
                  <a:srgbClr val="FFFFFF"/>
                </a:solidFill>
              </a:defRPr>
            </a:lvl3pPr>
            <a:lvl4pPr indent="-298450" lvl="3" marL="1828800" algn="l">
              <a:lnSpc>
                <a:spcPct val="105000"/>
              </a:lnSpc>
              <a:spcBef>
                <a:spcPts val="1000"/>
              </a:spcBef>
              <a:spcAft>
                <a:spcPts val="0"/>
              </a:spcAft>
              <a:buClr>
                <a:srgbClr val="FFFFFF"/>
              </a:buClr>
              <a:buSzPts val="1100"/>
              <a:buChar char="•"/>
              <a:defRPr b="1">
                <a:solidFill>
                  <a:srgbClr val="FFFFFF"/>
                </a:solidFill>
              </a:defRPr>
            </a:lvl4pPr>
            <a:lvl5pPr indent="-298450" lvl="4" marL="2286000" algn="l">
              <a:lnSpc>
                <a:spcPct val="105000"/>
              </a:lnSpc>
              <a:spcBef>
                <a:spcPts val="1000"/>
              </a:spcBef>
              <a:spcAft>
                <a:spcPts val="0"/>
              </a:spcAft>
              <a:buClr>
                <a:srgbClr val="FFFFFF"/>
              </a:buClr>
              <a:buSzPts val="1100"/>
              <a:buChar char="•"/>
              <a:defRPr b="1">
                <a:solidFill>
                  <a:srgbClr val="FFFFFF"/>
                </a:solidFill>
              </a:defRPr>
            </a:lvl5pPr>
            <a:lvl6pPr indent="-298450" lvl="5" marL="2743200" algn="l">
              <a:lnSpc>
                <a:spcPct val="105000"/>
              </a:lnSpc>
              <a:spcBef>
                <a:spcPts val="1000"/>
              </a:spcBef>
              <a:spcAft>
                <a:spcPts val="0"/>
              </a:spcAft>
              <a:buClr>
                <a:srgbClr val="FFFFFF"/>
              </a:buClr>
              <a:buSzPts val="1100"/>
              <a:buChar char="•"/>
              <a:defRPr b="1">
                <a:solidFill>
                  <a:srgbClr val="FFFFFF"/>
                </a:solidFill>
              </a:defRPr>
            </a:lvl6pPr>
            <a:lvl7pPr indent="-298450" lvl="6" marL="3200400" algn="l">
              <a:lnSpc>
                <a:spcPct val="105000"/>
              </a:lnSpc>
              <a:spcBef>
                <a:spcPts val="1000"/>
              </a:spcBef>
              <a:spcAft>
                <a:spcPts val="0"/>
              </a:spcAft>
              <a:buClr>
                <a:srgbClr val="FFFFFF"/>
              </a:buClr>
              <a:buSzPts val="1100"/>
              <a:buChar char="•"/>
              <a:defRPr b="1">
                <a:solidFill>
                  <a:srgbClr val="FFFFFF"/>
                </a:solidFill>
              </a:defRPr>
            </a:lvl7pPr>
            <a:lvl8pPr indent="-298450" lvl="7" marL="3657600" algn="l">
              <a:lnSpc>
                <a:spcPct val="105000"/>
              </a:lnSpc>
              <a:spcBef>
                <a:spcPts val="1000"/>
              </a:spcBef>
              <a:spcAft>
                <a:spcPts val="0"/>
              </a:spcAft>
              <a:buClr>
                <a:srgbClr val="FFFFFF"/>
              </a:buClr>
              <a:buSzPts val="1100"/>
              <a:buChar char="•"/>
              <a:defRPr b="1">
                <a:solidFill>
                  <a:srgbClr val="FFFFFF"/>
                </a:solidFill>
              </a:defRPr>
            </a:lvl8pPr>
            <a:lvl9pPr indent="-298450" lvl="8" marL="4114800" algn="l">
              <a:lnSpc>
                <a:spcPct val="105000"/>
              </a:lnSpc>
              <a:spcBef>
                <a:spcPts val="1000"/>
              </a:spcBef>
              <a:spcAft>
                <a:spcPts val="1000"/>
              </a:spcAft>
              <a:buClr>
                <a:srgbClr val="FFFFFF"/>
              </a:buClr>
              <a:buSzPts val="1100"/>
              <a:buChar char="•"/>
              <a:defRPr b="1">
                <a:solidFill>
                  <a:srgbClr val="FFFFFF"/>
                </a:solidFill>
              </a:defRPr>
            </a:lvl9pPr>
          </a:lstStyle>
          <a:p/>
        </p:txBody>
      </p:sp>
      <p:sp>
        <p:nvSpPr>
          <p:cNvPr id="360" name="Google Shape;360;p45"/>
          <p:cNvSpPr txBox="1"/>
          <p:nvPr>
            <p:ph idx="12" type="sldNum"/>
          </p:nvPr>
        </p:nvSpPr>
        <p:spPr>
          <a:xfrm>
            <a:off x="8229600" y="4866972"/>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SzPts val="600"/>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61" name="Google Shape;361;p45"/>
          <p:cNvSpPr/>
          <p:nvPr/>
        </p:nvSpPr>
        <p:spPr>
          <a:xfrm>
            <a:off x="457196"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2" name="Google Shape;362;p4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 2025 Snowflake Inc. All Rights Reserved</a:t>
            </a:r>
            <a:endParaRPr b="0" i="0" sz="600" u="none" cap="none" strike="noStrike">
              <a:solidFill>
                <a:srgbClr val="FFFFFF"/>
              </a:solidFill>
              <a:latin typeface="Arial"/>
              <a:ea typeface="Arial"/>
              <a:cs typeface="Arial"/>
              <a:sym typeface="Arial"/>
            </a:endParaRPr>
          </a:p>
        </p:txBody>
      </p:sp>
      <p:sp>
        <p:nvSpPr>
          <p:cNvPr id="363" name="Google Shape;363;p45"/>
          <p:cNvSpPr txBox="1"/>
          <p:nvPr>
            <p:ph idx="2" type="body"/>
          </p:nvPr>
        </p:nvSpPr>
        <p:spPr>
          <a:xfrm>
            <a:off x="365750" y="1291650"/>
            <a:ext cx="2210400" cy="2560200"/>
          </a:xfrm>
          <a:prstGeom prst="rect">
            <a:avLst/>
          </a:prstGeom>
          <a:noFill/>
          <a:ln>
            <a:noFill/>
          </a:ln>
        </p:spPr>
        <p:txBody>
          <a:bodyPr anchorCtr="0" anchor="ctr" bIns="68575" lIns="68575" spcFirstLastPara="1" rIns="68575" wrap="square" tIns="68575">
            <a:noAutofit/>
          </a:bodyPr>
          <a:lstStyle>
            <a:lvl1pPr indent="-285750" lvl="0" marL="457200" algn="l">
              <a:lnSpc>
                <a:spcPct val="115000"/>
              </a:lnSpc>
              <a:spcBef>
                <a:spcPts val="0"/>
              </a:spcBef>
              <a:spcAft>
                <a:spcPts val="0"/>
              </a:spcAft>
              <a:buClr>
                <a:srgbClr val="FFFFFF"/>
              </a:buClr>
              <a:buSzPts val="900"/>
              <a:buChar char="•"/>
              <a:defRPr sz="1200">
                <a:solidFill>
                  <a:srgbClr val="FFFFFF"/>
                </a:solidFill>
              </a:defRPr>
            </a:lvl1pPr>
            <a:lvl2pPr indent="-285750" lvl="1" marL="914400" algn="l">
              <a:lnSpc>
                <a:spcPct val="115000"/>
              </a:lnSpc>
              <a:spcBef>
                <a:spcPts val="1000"/>
              </a:spcBef>
              <a:spcAft>
                <a:spcPts val="0"/>
              </a:spcAft>
              <a:buClr>
                <a:srgbClr val="FFFFFF"/>
              </a:buClr>
              <a:buSzPts val="900"/>
              <a:buChar char="•"/>
              <a:defRPr sz="1200">
                <a:solidFill>
                  <a:srgbClr val="FFFFFF"/>
                </a:solidFill>
              </a:defRPr>
            </a:lvl2pPr>
            <a:lvl3pPr indent="-285750" lvl="2" marL="1371600" algn="l">
              <a:lnSpc>
                <a:spcPct val="115000"/>
              </a:lnSpc>
              <a:spcBef>
                <a:spcPts val="1000"/>
              </a:spcBef>
              <a:spcAft>
                <a:spcPts val="0"/>
              </a:spcAft>
              <a:buClr>
                <a:srgbClr val="FFFFFF"/>
              </a:buClr>
              <a:buSzPts val="900"/>
              <a:buChar char="•"/>
              <a:defRPr sz="1200">
                <a:solidFill>
                  <a:srgbClr val="FFFFFF"/>
                </a:solidFill>
              </a:defRPr>
            </a:lvl3pPr>
            <a:lvl4pPr indent="-285750" lvl="3" marL="1828800" algn="l">
              <a:lnSpc>
                <a:spcPct val="115000"/>
              </a:lnSpc>
              <a:spcBef>
                <a:spcPts val="1000"/>
              </a:spcBef>
              <a:spcAft>
                <a:spcPts val="0"/>
              </a:spcAft>
              <a:buClr>
                <a:srgbClr val="FFFFFF"/>
              </a:buClr>
              <a:buSzPts val="900"/>
              <a:buChar char="•"/>
              <a:defRPr sz="1200">
                <a:solidFill>
                  <a:srgbClr val="FFFFFF"/>
                </a:solidFill>
              </a:defRPr>
            </a:lvl4pPr>
            <a:lvl5pPr indent="-285750" lvl="4" marL="2286000" algn="l">
              <a:lnSpc>
                <a:spcPct val="115000"/>
              </a:lnSpc>
              <a:spcBef>
                <a:spcPts val="1000"/>
              </a:spcBef>
              <a:spcAft>
                <a:spcPts val="0"/>
              </a:spcAft>
              <a:buClr>
                <a:srgbClr val="FFFFFF"/>
              </a:buClr>
              <a:buSzPts val="900"/>
              <a:buChar char="•"/>
              <a:defRPr sz="1200">
                <a:solidFill>
                  <a:srgbClr val="FFFFFF"/>
                </a:solidFill>
              </a:defRPr>
            </a:lvl5pPr>
            <a:lvl6pPr indent="-285750" lvl="5" marL="2743200" algn="l">
              <a:lnSpc>
                <a:spcPct val="115000"/>
              </a:lnSpc>
              <a:spcBef>
                <a:spcPts val="1000"/>
              </a:spcBef>
              <a:spcAft>
                <a:spcPts val="0"/>
              </a:spcAft>
              <a:buClr>
                <a:srgbClr val="FFFFFF"/>
              </a:buClr>
              <a:buSzPts val="900"/>
              <a:buChar char="•"/>
              <a:defRPr sz="1200">
                <a:solidFill>
                  <a:srgbClr val="FFFFFF"/>
                </a:solidFill>
              </a:defRPr>
            </a:lvl6pPr>
            <a:lvl7pPr indent="-285750" lvl="6" marL="3200400" algn="l">
              <a:lnSpc>
                <a:spcPct val="115000"/>
              </a:lnSpc>
              <a:spcBef>
                <a:spcPts val="1000"/>
              </a:spcBef>
              <a:spcAft>
                <a:spcPts val="0"/>
              </a:spcAft>
              <a:buClr>
                <a:srgbClr val="FFFFFF"/>
              </a:buClr>
              <a:buSzPts val="900"/>
              <a:buChar char="•"/>
              <a:defRPr sz="1200">
                <a:solidFill>
                  <a:srgbClr val="FFFFFF"/>
                </a:solidFill>
              </a:defRPr>
            </a:lvl7pPr>
            <a:lvl8pPr indent="-285750" lvl="7" marL="3657600" algn="l">
              <a:lnSpc>
                <a:spcPct val="115000"/>
              </a:lnSpc>
              <a:spcBef>
                <a:spcPts val="1000"/>
              </a:spcBef>
              <a:spcAft>
                <a:spcPts val="0"/>
              </a:spcAft>
              <a:buClr>
                <a:srgbClr val="FFFFFF"/>
              </a:buClr>
              <a:buSzPts val="900"/>
              <a:buChar char="•"/>
              <a:defRPr sz="1200">
                <a:solidFill>
                  <a:srgbClr val="FFFFFF"/>
                </a:solidFill>
              </a:defRPr>
            </a:lvl8pPr>
            <a:lvl9pPr indent="-285750" lvl="8" marL="4114800" algn="l">
              <a:lnSpc>
                <a:spcPct val="115000"/>
              </a:lnSpc>
              <a:spcBef>
                <a:spcPts val="1000"/>
              </a:spcBef>
              <a:spcAft>
                <a:spcPts val="1000"/>
              </a:spcAft>
              <a:buClr>
                <a:srgbClr val="FFFFFF"/>
              </a:buClr>
              <a:buSzPts val="900"/>
              <a:buChar char="•"/>
              <a:defRPr sz="1200">
                <a:solidFill>
                  <a:srgbClr val="FFFFFF"/>
                </a:solidFill>
              </a:defRPr>
            </a:lvl9pPr>
          </a:lstStyle>
          <a:p/>
        </p:txBody>
      </p:sp>
      <p:sp>
        <p:nvSpPr>
          <p:cNvPr id="364" name="Google Shape;364;p4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369" name="Shape 369"/>
        <p:cNvGrpSpPr/>
        <p:nvPr/>
      </p:nvGrpSpPr>
      <p:grpSpPr>
        <a:xfrm>
          <a:off x="0" y="0"/>
          <a:ext cx="0" cy="0"/>
          <a:chOff x="0" y="0"/>
          <a:chExt cx="0" cy="0"/>
        </a:xfrm>
      </p:grpSpPr>
      <p:pic>
        <p:nvPicPr>
          <p:cNvPr id="370" name="Google Shape;370;p47"/>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371" name="Google Shape;371;p4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72" name="Google Shape;372;p4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73" name="Google Shape;373;p47"/>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74" name="Google Shape;374;p4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375" name="Google Shape;375;p4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76" name="Google Shape;376;p4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377" name="Google Shape;377;p4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8" name="Shape 378"/>
        <p:cNvGrpSpPr/>
        <p:nvPr/>
      </p:nvGrpSpPr>
      <p:grpSpPr>
        <a:xfrm>
          <a:off x="0" y="0"/>
          <a:ext cx="0" cy="0"/>
          <a:chOff x="0" y="0"/>
          <a:chExt cx="0" cy="0"/>
        </a:xfrm>
      </p:grpSpPr>
      <p:sp>
        <p:nvSpPr>
          <p:cNvPr id="379" name="Google Shape;379;p48"/>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8"/>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lvl1pPr indent="-228600" lvl="0" marL="457200" rtl="0">
              <a:lnSpc>
                <a:spcPct val="105000"/>
              </a:lnSpc>
              <a:spcBef>
                <a:spcPts val="0"/>
              </a:spcBef>
              <a:spcAft>
                <a:spcPts val="0"/>
              </a:spcAft>
              <a:buClr>
                <a:schemeClr val="dk1"/>
              </a:buClr>
              <a:buSzPts val="2600"/>
              <a:buNone/>
              <a:defRPr b="1" i="0" sz="2600" cap="none">
                <a:solidFill>
                  <a:schemeClr val="dk1"/>
                </a:solidFill>
              </a:defRPr>
            </a:lvl1pPr>
            <a:lvl2pPr indent="-342900" lvl="1" marL="914400" rtl="0">
              <a:lnSpc>
                <a:spcPct val="105000"/>
              </a:lnSpc>
              <a:spcBef>
                <a:spcPts val="1000"/>
              </a:spcBef>
              <a:spcAft>
                <a:spcPts val="0"/>
              </a:spcAft>
              <a:buClr>
                <a:schemeClr val="dk1"/>
              </a:buClr>
              <a:buSzPts val="1800"/>
              <a:buChar char="•"/>
              <a:defRPr b="1"/>
            </a:lvl2pPr>
            <a:lvl3pPr indent="-342900" lvl="2" marL="1371600" rtl="0">
              <a:lnSpc>
                <a:spcPct val="105000"/>
              </a:lnSpc>
              <a:spcBef>
                <a:spcPts val="1000"/>
              </a:spcBef>
              <a:spcAft>
                <a:spcPts val="0"/>
              </a:spcAft>
              <a:buClr>
                <a:schemeClr val="dk1"/>
              </a:buClr>
              <a:buSzPts val="1800"/>
              <a:buChar char="•"/>
              <a:defRPr b="1" sz="1800"/>
            </a:lvl3pPr>
            <a:lvl4pPr indent="-317500" lvl="3" marL="1828800" rtl="0">
              <a:lnSpc>
                <a:spcPct val="105000"/>
              </a:lnSpc>
              <a:spcBef>
                <a:spcPts val="1000"/>
              </a:spcBef>
              <a:spcAft>
                <a:spcPts val="0"/>
              </a:spcAft>
              <a:buClr>
                <a:schemeClr val="dk1"/>
              </a:buClr>
              <a:buSzPts val="1400"/>
              <a:buChar char="•"/>
              <a:defRPr b="1"/>
            </a:lvl4pPr>
            <a:lvl5pPr indent="-317500" lvl="4" marL="2286000" rtl="0">
              <a:lnSpc>
                <a:spcPct val="105000"/>
              </a:lnSpc>
              <a:spcBef>
                <a:spcPts val="1000"/>
              </a:spcBef>
              <a:spcAft>
                <a:spcPts val="0"/>
              </a:spcAft>
              <a:buClr>
                <a:schemeClr val="dk1"/>
              </a:buClr>
              <a:buSzPts val="1400"/>
              <a:buChar char="•"/>
              <a:defRPr b="1"/>
            </a:lvl5pPr>
            <a:lvl6pPr indent="-317500" lvl="5" marL="2743200" rtl="0">
              <a:lnSpc>
                <a:spcPct val="105000"/>
              </a:lnSpc>
              <a:spcBef>
                <a:spcPts val="1000"/>
              </a:spcBef>
              <a:spcAft>
                <a:spcPts val="0"/>
              </a:spcAft>
              <a:buClr>
                <a:schemeClr val="dk1"/>
              </a:buClr>
              <a:buSzPts val="1400"/>
              <a:buChar char="•"/>
              <a:defRPr b="1"/>
            </a:lvl6pPr>
            <a:lvl7pPr indent="-317500" lvl="6" marL="3200400" rtl="0">
              <a:lnSpc>
                <a:spcPct val="105000"/>
              </a:lnSpc>
              <a:spcBef>
                <a:spcPts val="1000"/>
              </a:spcBef>
              <a:spcAft>
                <a:spcPts val="0"/>
              </a:spcAft>
              <a:buClr>
                <a:schemeClr val="dk1"/>
              </a:buClr>
              <a:buSzPts val="1400"/>
              <a:buChar char="•"/>
              <a:defRPr b="1"/>
            </a:lvl7pPr>
            <a:lvl8pPr indent="-317500" lvl="7" marL="3657600" rtl="0">
              <a:lnSpc>
                <a:spcPct val="105000"/>
              </a:lnSpc>
              <a:spcBef>
                <a:spcPts val="1000"/>
              </a:spcBef>
              <a:spcAft>
                <a:spcPts val="0"/>
              </a:spcAft>
              <a:buClr>
                <a:schemeClr val="dk1"/>
              </a:buClr>
              <a:buSzPts val="1400"/>
              <a:buChar char="•"/>
              <a:defRPr b="1"/>
            </a:lvl8pPr>
            <a:lvl9pPr indent="-317500" lvl="8" marL="4114800" rtl="0">
              <a:lnSpc>
                <a:spcPct val="105000"/>
              </a:lnSpc>
              <a:spcBef>
                <a:spcPts val="1000"/>
              </a:spcBef>
              <a:spcAft>
                <a:spcPts val="1000"/>
              </a:spcAft>
              <a:buClr>
                <a:schemeClr val="dk1"/>
              </a:buClr>
              <a:buSzPts val="1400"/>
              <a:buChar char="•"/>
              <a:defRPr b="1"/>
            </a:lvl9pPr>
          </a:lstStyle>
          <a:p/>
        </p:txBody>
      </p:sp>
      <p:sp>
        <p:nvSpPr>
          <p:cNvPr id="381" name="Google Shape;381;p48"/>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EFEFEF"/>
                </a:solidFill>
              </a:defRPr>
            </a:lvl1pPr>
            <a:lvl2pPr indent="0" lvl="1" marL="0" marR="0" rtl="0" algn="r">
              <a:spcBef>
                <a:spcPts val="0"/>
              </a:spcBef>
              <a:buNone/>
              <a:defRPr i="0" sz="600">
                <a:solidFill>
                  <a:srgbClr val="EFEFEF"/>
                </a:solidFill>
              </a:defRPr>
            </a:lvl2pPr>
            <a:lvl3pPr indent="0" lvl="2" marL="0" marR="0" rtl="0" algn="r">
              <a:spcBef>
                <a:spcPts val="0"/>
              </a:spcBef>
              <a:buNone/>
              <a:defRPr i="0" sz="600">
                <a:solidFill>
                  <a:srgbClr val="EFEFEF"/>
                </a:solidFill>
              </a:defRPr>
            </a:lvl3pPr>
            <a:lvl4pPr indent="0" lvl="3" marL="0" marR="0" rtl="0" algn="r">
              <a:spcBef>
                <a:spcPts val="0"/>
              </a:spcBef>
              <a:buNone/>
              <a:defRPr i="0" sz="600">
                <a:solidFill>
                  <a:srgbClr val="EFEFEF"/>
                </a:solidFill>
              </a:defRPr>
            </a:lvl4pPr>
            <a:lvl5pPr indent="0" lvl="4" marL="0" marR="0" rtl="0" algn="r">
              <a:spcBef>
                <a:spcPts val="0"/>
              </a:spcBef>
              <a:buNone/>
              <a:defRPr i="0" sz="600">
                <a:solidFill>
                  <a:srgbClr val="EFEFEF"/>
                </a:solidFill>
              </a:defRPr>
            </a:lvl5pPr>
            <a:lvl6pPr indent="0" lvl="5" marL="0" marR="0" rtl="0" algn="r">
              <a:spcBef>
                <a:spcPts val="0"/>
              </a:spcBef>
              <a:buNone/>
              <a:defRPr i="0" sz="600">
                <a:solidFill>
                  <a:srgbClr val="EFEFEF"/>
                </a:solidFill>
              </a:defRPr>
            </a:lvl6pPr>
            <a:lvl7pPr indent="0" lvl="6" marL="0" marR="0" rtl="0" algn="r">
              <a:spcBef>
                <a:spcPts val="0"/>
              </a:spcBef>
              <a:buNone/>
              <a:defRPr i="0" sz="600">
                <a:solidFill>
                  <a:srgbClr val="EFEFEF"/>
                </a:solidFill>
              </a:defRPr>
            </a:lvl7pPr>
            <a:lvl8pPr indent="0" lvl="7" marL="0" marR="0" rtl="0" algn="r">
              <a:spcBef>
                <a:spcPts val="0"/>
              </a:spcBef>
              <a:buNone/>
              <a:defRPr i="0" sz="600">
                <a:solidFill>
                  <a:srgbClr val="EFEFEF"/>
                </a:solidFill>
              </a:defRPr>
            </a:lvl8pPr>
            <a:lvl9pPr indent="0" lvl="8" marL="0" marR="0" rtl="0" algn="r">
              <a:spcBef>
                <a:spcPts val="0"/>
              </a:spcBef>
              <a:buNone/>
              <a:defRPr i="0" sz="600">
                <a:solidFill>
                  <a:srgbClr val="EFEFEF"/>
                </a:solidFill>
              </a:defRPr>
            </a:lvl9pPr>
          </a:lstStyle>
          <a:p>
            <a:pPr indent="0" lvl="0" marL="0" rtl="0" algn="r">
              <a:spcBef>
                <a:spcPts val="0"/>
              </a:spcBef>
              <a:spcAft>
                <a:spcPts val="0"/>
              </a:spcAft>
              <a:buNone/>
            </a:pPr>
            <a:fld id="{00000000-1234-1234-1234-123412341234}" type="slidenum">
              <a:rPr lang="en"/>
              <a:t>‹#›</a:t>
            </a:fld>
            <a:endParaRPr/>
          </a:p>
        </p:txBody>
      </p:sp>
      <p:sp>
        <p:nvSpPr>
          <p:cNvPr id="382" name="Google Shape;382;p4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83" name="Google Shape;383;p4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384" name="Google Shape;384;p48"/>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solidFill>
                  <a:srgbClr val="FFFFFF"/>
                </a:solidFill>
              </a:defRPr>
            </a:lvl1pPr>
            <a:lvl2pPr indent="-342900" lvl="1" marL="914400" rtl="0">
              <a:spcBef>
                <a:spcPts val="1000"/>
              </a:spcBef>
              <a:spcAft>
                <a:spcPts val="0"/>
              </a:spcAft>
              <a:buSzPts val="1800"/>
              <a:buChar char="•"/>
              <a:defRPr>
                <a:solidFill>
                  <a:srgbClr val="FFFFFF"/>
                </a:solidFill>
              </a:defRPr>
            </a:lvl2pPr>
            <a:lvl3pPr indent="-317500" lvl="2" marL="1371600" rtl="0">
              <a:spcBef>
                <a:spcPts val="1000"/>
              </a:spcBef>
              <a:spcAft>
                <a:spcPts val="0"/>
              </a:spcAft>
              <a:buSzPts val="1400"/>
              <a:buChar char="•"/>
              <a:defRPr>
                <a:solidFill>
                  <a:srgbClr val="FFFFFF"/>
                </a:solidFill>
              </a:defRPr>
            </a:lvl3pPr>
            <a:lvl4pPr indent="-317500" lvl="3" marL="1828800" rtl="0">
              <a:spcBef>
                <a:spcPts val="1000"/>
              </a:spcBef>
              <a:spcAft>
                <a:spcPts val="0"/>
              </a:spcAft>
              <a:buSzPts val="1400"/>
              <a:buChar char="•"/>
              <a:defRPr>
                <a:solidFill>
                  <a:srgbClr val="FFFFFF"/>
                </a:solidFill>
              </a:defRPr>
            </a:lvl4pPr>
            <a:lvl5pPr indent="-317500" lvl="4" marL="2286000" rtl="0">
              <a:spcBef>
                <a:spcPts val="1000"/>
              </a:spcBef>
              <a:spcAft>
                <a:spcPts val="0"/>
              </a:spcAft>
              <a:buSzPts val="1400"/>
              <a:buChar char="•"/>
              <a:defRPr>
                <a:solidFill>
                  <a:srgbClr val="FFFFFF"/>
                </a:solidFill>
              </a:defRPr>
            </a:lvl5pPr>
            <a:lvl6pPr indent="-317500" lvl="5" marL="2743200" rtl="0">
              <a:spcBef>
                <a:spcPts val="1000"/>
              </a:spcBef>
              <a:spcAft>
                <a:spcPts val="0"/>
              </a:spcAft>
              <a:buSzPts val="1400"/>
              <a:buChar char="•"/>
              <a:defRPr>
                <a:solidFill>
                  <a:srgbClr val="FFFFFF"/>
                </a:solidFill>
              </a:defRPr>
            </a:lvl6pPr>
            <a:lvl7pPr indent="-317500" lvl="6" marL="3200400" rtl="0">
              <a:spcBef>
                <a:spcPts val="1000"/>
              </a:spcBef>
              <a:spcAft>
                <a:spcPts val="0"/>
              </a:spcAft>
              <a:buSzPts val="1400"/>
              <a:buChar char="•"/>
              <a:defRPr>
                <a:solidFill>
                  <a:srgbClr val="FFFFFF"/>
                </a:solidFill>
              </a:defRPr>
            </a:lvl7pPr>
            <a:lvl8pPr indent="-317500" lvl="7" marL="3657600" rtl="0">
              <a:spcBef>
                <a:spcPts val="1000"/>
              </a:spcBef>
              <a:spcAft>
                <a:spcPts val="0"/>
              </a:spcAft>
              <a:buSzPts val="1400"/>
              <a:buChar char="•"/>
              <a:defRPr>
                <a:solidFill>
                  <a:srgbClr val="FFFFFF"/>
                </a:solidFill>
              </a:defRPr>
            </a:lvl8pPr>
            <a:lvl9pPr indent="-317500" lvl="8" marL="4114800" rtl="0">
              <a:spcBef>
                <a:spcPts val="1000"/>
              </a:spcBef>
              <a:spcAft>
                <a:spcPts val="1000"/>
              </a:spcAft>
              <a:buSzPts val="1400"/>
              <a:buChar char="•"/>
              <a:defRPr>
                <a:solidFill>
                  <a:srgbClr val="FFFFFF"/>
                </a:solidFill>
              </a:defRPr>
            </a:lvl9pPr>
          </a:lstStyle>
          <a:p/>
        </p:txBody>
      </p:sp>
      <p:sp>
        <p:nvSpPr>
          <p:cNvPr id="385" name="Google Shape;385;p48"/>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2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386" name="Google Shape;386;p48"/>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2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387" name="Google Shape;387;p4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8" name="Google Shape;388;p48"/>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389" name="Shape 389"/>
        <p:cNvGrpSpPr/>
        <p:nvPr/>
      </p:nvGrpSpPr>
      <p:grpSpPr>
        <a:xfrm>
          <a:off x="0" y="0"/>
          <a:ext cx="0" cy="0"/>
          <a:chOff x="0" y="0"/>
          <a:chExt cx="0" cy="0"/>
        </a:xfrm>
      </p:grpSpPr>
      <p:sp>
        <p:nvSpPr>
          <p:cNvPr id="390" name="Google Shape;390;p4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391" name="Google Shape;391;p4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392" name="Google Shape;392;p4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393" name="Google Shape;393;p4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394" name="Shape 394"/>
        <p:cNvGrpSpPr/>
        <p:nvPr/>
      </p:nvGrpSpPr>
      <p:grpSpPr>
        <a:xfrm>
          <a:off x="0" y="0"/>
          <a:ext cx="0" cy="0"/>
          <a:chOff x="0" y="0"/>
          <a:chExt cx="0" cy="0"/>
        </a:xfrm>
      </p:grpSpPr>
      <p:grpSp>
        <p:nvGrpSpPr>
          <p:cNvPr id="395" name="Google Shape;395;p50"/>
          <p:cNvGrpSpPr/>
          <p:nvPr/>
        </p:nvGrpSpPr>
        <p:grpSpPr>
          <a:xfrm>
            <a:off x="-10" y="3770439"/>
            <a:ext cx="9143997" cy="1371564"/>
            <a:chOff x="-10" y="3735321"/>
            <a:chExt cx="9139427" cy="1408177"/>
          </a:xfrm>
        </p:grpSpPr>
        <p:pic>
          <p:nvPicPr>
            <p:cNvPr id="396" name="Google Shape;396;p5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397" name="Google Shape;397;p5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398" name="Google Shape;398;p5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399" name="Google Shape;399;p5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grpSp>
        <p:nvGrpSpPr>
          <p:cNvPr id="400" name="Google Shape;400;p50"/>
          <p:cNvGrpSpPr/>
          <p:nvPr/>
        </p:nvGrpSpPr>
        <p:grpSpPr>
          <a:xfrm>
            <a:off x="-10" y="3770439"/>
            <a:ext cx="9143997" cy="1371564"/>
            <a:chOff x="-10" y="3735321"/>
            <a:chExt cx="9139427" cy="1408177"/>
          </a:xfrm>
        </p:grpSpPr>
        <p:pic>
          <p:nvPicPr>
            <p:cNvPr id="401" name="Google Shape;401;p5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402" name="Google Shape;402;p5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403" name="Google Shape;403;p5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404" name="Google Shape;404;p50"/>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dk1"/>
                </a:solidFill>
              </a:rPr>
              <a:t>© 2025 </a:t>
            </a:r>
            <a:r>
              <a:rPr b="0" i="0" lang="en" sz="600">
                <a:solidFill>
                  <a:schemeClr val="dk1"/>
                </a:solidFill>
                <a:latin typeface="Arial"/>
                <a:ea typeface="Arial"/>
                <a:cs typeface="Arial"/>
                <a:sym typeface="Arial"/>
              </a:rPr>
              <a:t>Snowflake Inc. All Rights Reserved</a:t>
            </a:r>
            <a:endParaRPr sz="600">
              <a:solidFill>
                <a:schemeClr val="dk1"/>
              </a:solidFill>
              <a:latin typeface="Arial"/>
              <a:ea typeface="Arial"/>
              <a:cs typeface="Arial"/>
              <a:sym typeface="Arial"/>
            </a:endParaRPr>
          </a:p>
        </p:txBody>
      </p:sp>
      <p:sp>
        <p:nvSpPr>
          <p:cNvPr id="405" name="Google Shape;405;p50"/>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rtl="0">
              <a:lnSpc>
                <a:spcPct val="74000"/>
              </a:lnSpc>
              <a:spcBef>
                <a:spcPts val="0"/>
              </a:spcBef>
              <a:spcAft>
                <a:spcPts val="0"/>
              </a:spcAft>
              <a:buClr>
                <a:schemeClr val="dk1"/>
              </a:buClr>
              <a:buSzPts val="4400"/>
              <a:buNone/>
              <a:defRPr b="1" i="0" sz="4400" u="none" cap="none" strike="noStrike">
                <a:solidFill>
                  <a:schemeClr val="dk1"/>
                </a:solidFill>
              </a:defRPr>
            </a:lvl1pPr>
            <a:lvl2pPr lvl="1" rtl="0">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406" name="Google Shape;406;p50"/>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b="0" i="0" sz="18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407" name="Google Shape;407;p50"/>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b="0" i="0" sz="14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408" name="Google Shape;408;p50"/>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409" name="Shape 409"/>
        <p:cNvGrpSpPr/>
        <p:nvPr/>
      </p:nvGrpSpPr>
      <p:grpSpPr>
        <a:xfrm>
          <a:off x="0" y="0"/>
          <a:ext cx="0" cy="0"/>
          <a:chOff x="0" y="0"/>
          <a:chExt cx="0" cy="0"/>
        </a:xfrm>
      </p:grpSpPr>
      <p:sp>
        <p:nvSpPr>
          <p:cNvPr id="410" name="Google Shape;410;p51"/>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nSpc>
                <a:spcPct val="74000"/>
              </a:lnSpc>
              <a:spcBef>
                <a:spcPts val="10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
        <p:nvSpPr>
          <p:cNvPr id="411" name="Google Shape;411;p51"/>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412" name="Google Shape;412;p5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413" name="Shape 413"/>
        <p:cNvGrpSpPr/>
        <p:nvPr/>
      </p:nvGrpSpPr>
      <p:grpSpPr>
        <a:xfrm>
          <a:off x="0" y="0"/>
          <a:ext cx="0" cy="0"/>
          <a:chOff x="0" y="0"/>
          <a:chExt cx="0" cy="0"/>
        </a:xfrm>
      </p:grpSpPr>
      <p:sp>
        <p:nvSpPr>
          <p:cNvPr id="414" name="Google Shape;414;p52"/>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415" name="Google Shape;415;p52"/>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416" name="Google Shape;416;p5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417" name="Google Shape;417;p5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418" name="Google Shape;418;p52"/>
          <p:cNvGrpSpPr/>
          <p:nvPr/>
        </p:nvGrpSpPr>
        <p:grpSpPr>
          <a:xfrm>
            <a:off x="457209" y="474129"/>
            <a:ext cx="1177786" cy="857849"/>
            <a:chOff x="865451" y="2114550"/>
            <a:chExt cx="3399093" cy="2475755"/>
          </a:xfrm>
        </p:grpSpPr>
        <p:sp>
          <p:nvSpPr>
            <p:cNvPr id="419" name="Google Shape;419;p52"/>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52"/>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421" name="Google Shape;421;p52"/>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422" name="Shape 422"/>
        <p:cNvGrpSpPr/>
        <p:nvPr/>
      </p:nvGrpSpPr>
      <p:grpSpPr>
        <a:xfrm>
          <a:off x="0" y="0"/>
          <a:ext cx="0" cy="0"/>
          <a:chOff x="0" y="0"/>
          <a:chExt cx="0" cy="0"/>
        </a:xfrm>
      </p:grpSpPr>
      <p:sp>
        <p:nvSpPr>
          <p:cNvPr id="423" name="Google Shape;423;p53"/>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424" name="Google Shape;424;p53"/>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425" name="Google Shape;425;p53"/>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426" name="Google Shape;426;p53"/>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396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1">
  <p:cSld name="Split Layout_1">
    <p:spTree>
      <p:nvGrpSpPr>
        <p:cNvPr id="427" name="Shape 427"/>
        <p:cNvGrpSpPr/>
        <p:nvPr/>
      </p:nvGrpSpPr>
      <p:grpSpPr>
        <a:xfrm>
          <a:off x="0" y="0"/>
          <a:ext cx="0" cy="0"/>
          <a:chOff x="0" y="0"/>
          <a:chExt cx="0" cy="0"/>
        </a:xfrm>
      </p:grpSpPr>
      <p:sp>
        <p:nvSpPr>
          <p:cNvPr id="428" name="Google Shape;428;p5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429" name="Google Shape;429;p5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30" name="Google Shape;430;p54"/>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431" name="Google Shape;431;p5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432" name="Google Shape;432;p5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7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33" name="Google Shape;433;p5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434" name="Google Shape;434;p54"/>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35" name="Google Shape;435;p54"/>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436" name="Google Shape;436;p54"/>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437" name="Google Shape;437;p54"/>
          <p:cNvSpPr txBox="1"/>
          <p:nvPr>
            <p:ph idx="1" type="body"/>
          </p:nvPr>
        </p:nvSpPr>
        <p:spPr>
          <a:xfrm>
            <a:off x="4819650" y="904875"/>
            <a:ext cx="4048200" cy="39147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chemeClr val="lt1"/>
              </a:buClr>
              <a:buSzPts val="1400"/>
              <a:buFont typeface="Arial"/>
              <a:buNone/>
              <a:defRPr sz="1400">
                <a:solidFill>
                  <a:schemeClr val="lt1"/>
                </a:solidFill>
              </a:defRPr>
            </a:lvl1pPr>
            <a:lvl2pPr indent="-228600" lvl="1" marL="914400" rtl="0" algn="l">
              <a:lnSpc>
                <a:spcPct val="90000"/>
              </a:lnSpc>
              <a:spcBef>
                <a:spcPts val="1000"/>
              </a:spcBef>
              <a:spcAft>
                <a:spcPts val="0"/>
              </a:spcAft>
              <a:buClr>
                <a:schemeClr val="lt1"/>
              </a:buClr>
              <a:buSzPts val="1400"/>
              <a:buFont typeface="Arial"/>
              <a:buNone/>
              <a:defRPr>
                <a:solidFill>
                  <a:schemeClr val="lt1"/>
                </a:solidFill>
              </a:defRPr>
            </a:lvl2pPr>
            <a:lvl3pPr indent="-228600" lvl="2" marL="1371600" rtl="0" algn="l">
              <a:lnSpc>
                <a:spcPct val="90000"/>
              </a:lnSpc>
              <a:spcBef>
                <a:spcPts val="1000"/>
              </a:spcBef>
              <a:spcAft>
                <a:spcPts val="0"/>
              </a:spcAft>
              <a:buClr>
                <a:schemeClr val="lt1"/>
              </a:buClr>
              <a:buSzPts val="1200"/>
              <a:buFont typeface="Arial"/>
              <a:buNone/>
              <a:defRPr>
                <a:solidFill>
                  <a:schemeClr val="lt1"/>
                </a:solidFill>
              </a:defRPr>
            </a:lvl3pPr>
            <a:lvl4pPr indent="-228600" lvl="3" marL="1828800" rtl="0" algn="l">
              <a:lnSpc>
                <a:spcPct val="90000"/>
              </a:lnSpc>
              <a:spcBef>
                <a:spcPts val="1000"/>
              </a:spcBef>
              <a:spcAft>
                <a:spcPts val="0"/>
              </a:spcAft>
              <a:buClr>
                <a:schemeClr val="lt1"/>
              </a:buClr>
              <a:buSzPts val="1200"/>
              <a:buFont typeface="Arial"/>
              <a:buNone/>
              <a:defRPr>
                <a:solidFill>
                  <a:schemeClr val="lt1"/>
                </a:solidFill>
              </a:defRPr>
            </a:lvl4pPr>
            <a:lvl5pPr indent="-228600" lvl="4" marL="2286000" rtl="0" algn="l">
              <a:lnSpc>
                <a:spcPct val="90000"/>
              </a:lnSpc>
              <a:spcBef>
                <a:spcPts val="1000"/>
              </a:spcBef>
              <a:spcAft>
                <a:spcPts val="0"/>
              </a:spcAft>
              <a:buClr>
                <a:schemeClr val="lt1"/>
              </a:buClr>
              <a:buSzPts val="1200"/>
              <a:buFont typeface="Arial"/>
              <a:buNone/>
              <a:defRPr>
                <a:solidFill>
                  <a:schemeClr val="lt1"/>
                </a:solidFill>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38" name="Google Shape;438;p54"/>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7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39" name="Google Shape;439;p54"/>
          <p:cNvSpPr txBox="1"/>
          <p:nvPr>
            <p:ph idx="2" type="body"/>
          </p:nvPr>
        </p:nvSpPr>
        <p:spPr>
          <a:xfrm>
            <a:off x="302895" y="226036"/>
            <a:ext cx="3997500" cy="543000"/>
          </a:xfrm>
          <a:prstGeom prst="rect">
            <a:avLst/>
          </a:prstGeom>
          <a:noFill/>
          <a:ln>
            <a:noFill/>
          </a:ln>
        </p:spPr>
        <p:txBody>
          <a:bodyPr anchorCtr="0" anchor="t" bIns="45700" lIns="91425" spcFirstLastPara="1" rIns="91425" wrap="square" tIns="45700">
            <a:spAutoFit/>
          </a:bodyPr>
          <a:lstStyle>
            <a:lvl1pPr indent="-228600" lvl="0" marL="457200" rtl="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40" name="Google Shape;440;p54"/>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441" name="Google Shape;441;p54"/>
          <p:cNvSpPr txBox="1"/>
          <p:nvPr/>
        </p:nvSpPr>
        <p:spPr>
          <a:xfrm>
            <a:off x="8390386" y="4898914"/>
            <a:ext cx="473700" cy="9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 sz="600">
                <a:solidFill>
                  <a:schemeClr val="lt1"/>
                </a:solidFill>
                <a:latin typeface="Arial"/>
                <a:ea typeface="Arial"/>
                <a:cs typeface="Arial"/>
                <a:sym typeface="Arial"/>
              </a:rPr>
              <a:t>‹#›</a:t>
            </a:fld>
            <a:endParaRPr b="0" i="0" sz="600">
              <a:solidFill>
                <a:schemeClr val="lt1"/>
              </a:solidFill>
              <a:latin typeface="Arial"/>
              <a:ea typeface="Arial"/>
              <a:cs typeface="Arial"/>
              <a:sym typeface="Arial"/>
            </a:endParaRPr>
          </a:p>
        </p:txBody>
      </p:sp>
      <p:sp>
        <p:nvSpPr>
          <p:cNvPr id="442" name="Google Shape;442;p54"/>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443" name="Google Shape;443;p54"/>
          <p:cNvSpPr txBox="1"/>
          <p:nvPr>
            <p:ph idx="3" type="body"/>
          </p:nvPr>
        </p:nvSpPr>
        <p:spPr>
          <a:xfrm>
            <a:off x="302895" y="731520"/>
            <a:ext cx="4021500" cy="2949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 Column">
  <p:cSld name="1_1 Column">
    <p:spTree>
      <p:nvGrpSpPr>
        <p:cNvPr id="444" name="Shape 444"/>
        <p:cNvGrpSpPr/>
        <p:nvPr/>
      </p:nvGrpSpPr>
      <p:grpSpPr>
        <a:xfrm>
          <a:off x="0" y="0"/>
          <a:ext cx="0" cy="0"/>
          <a:chOff x="0" y="0"/>
          <a:chExt cx="0" cy="0"/>
        </a:xfrm>
      </p:grpSpPr>
      <p:sp>
        <p:nvSpPr>
          <p:cNvPr id="445" name="Google Shape;445;p55"/>
          <p:cNvSpPr txBox="1"/>
          <p:nvPr>
            <p:ph idx="1" type="body"/>
          </p:nvPr>
        </p:nvSpPr>
        <p:spPr>
          <a:xfrm>
            <a:off x="382084" y="1102996"/>
            <a:ext cx="8385600" cy="3497700"/>
          </a:xfrm>
          <a:prstGeom prst="rect">
            <a:avLst/>
          </a:prstGeom>
          <a:noFill/>
          <a:ln>
            <a:noFill/>
          </a:ln>
        </p:spPr>
        <p:txBody>
          <a:bodyPr anchorCtr="0" anchor="t" bIns="34275" lIns="68575" spcFirstLastPara="1" rIns="68575" wrap="square" tIns="34275">
            <a:spAutoFit/>
          </a:bodyPr>
          <a:lstStyle>
            <a:lvl1pPr indent="-317500" lvl="0" marL="457200" rtl="0" algn="l">
              <a:lnSpc>
                <a:spcPct val="90000"/>
              </a:lnSpc>
              <a:spcBef>
                <a:spcPts val="800"/>
              </a:spcBef>
              <a:spcAft>
                <a:spcPts val="0"/>
              </a:spcAft>
              <a:buClr>
                <a:schemeClr val="accent2"/>
              </a:buClr>
              <a:buSzPts val="1400"/>
              <a:buFont typeface="Arial"/>
              <a:buChar char="•"/>
              <a:defRPr b="0" i="0" sz="1800">
                <a:solidFill>
                  <a:srgbClr val="53585F"/>
                </a:solidFill>
                <a:latin typeface="Arial"/>
                <a:ea typeface="Arial"/>
                <a:cs typeface="Arial"/>
                <a:sym typeface="Arial"/>
              </a:defRPr>
            </a:lvl1pPr>
            <a:lvl2pPr indent="-304800" lvl="1" marL="914400" rtl="0" algn="l">
              <a:lnSpc>
                <a:spcPct val="90000"/>
              </a:lnSpc>
              <a:spcBef>
                <a:spcPts val="400"/>
              </a:spcBef>
              <a:spcAft>
                <a:spcPts val="0"/>
              </a:spcAft>
              <a:buClr>
                <a:schemeClr val="accent2"/>
              </a:buClr>
              <a:buSzPts val="1200"/>
              <a:buFont typeface="Arial"/>
              <a:buChar char="•"/>
              <a:defRPr b="0" i="0" sz="1350">
                <a:solidFill>
                  <a:srgbClr val="53585F"/>
                </a:solidFill>
                <a:latin typeface="Arial"/>
                <a:ea typeface="Arial"/>
                <a:cs typeface="Arial"/>
                <a:sym typeface="Arial"/>
              </a:defRPr>
            </a:lvl2pPr>
            <a:lvl3pPr indent="-304800" lvl="2" marL="1371600" rtl="0" algn="l">
              <a:lnSpc>
                <a:spcPct val="90000"/>
              </a:lnSpc>
              <a:spcBef>
                <a:spcPts val="400"/>
              </a:spcBef>
              <a:spcAft>
                <a:spcPts val="0"/>
              </a:spcAft>
              <a:buClr>
                <a:schemeClr val="accent2"/>
              </a:buClr>
              <a:buSzPts val="1200"/>
              <a:buFont typeface="Arial"/>
              <a:buChar char="•"/>
              <a:defRPr b="0" i="0" sz="1200">
                <a:solidFill>
                  <a:srgbClr val="53585F"/>
                </a:solidFill>
                <a:latin typeface="Arial"/>
                <a:ea typeface="Arial"/>
                <a:cs typeface="Arial"/>
                <a:sym typeface="Arial"/>
              </a:defRPr>
            </a:lvl3pPr>
            <a:lvl4pPr indent="-304800" lvl="3" marL="1828800" rtl="0" algn="l">
              <a:lnSpc>
                <a:spcPct val="90000"/>
              </a:lnSpc>
              <a:spcBef>
                <a:spcPts val="400"/>
              </a:spcBef>
              <a:spcAft>
                <a:spcPts val="0"/>
              </a:spcAft>
              <a:buClr>
                <a:schemeClr val="accent2"/>
              </a:buClr>
              <a:buSzPts val="1200"/>
              <a:buFont typeface="Arial"/>
              <a:buChar char="•"/>
              <a:defRPr b="0" i="0" sz="1050">
                <a:solidFill>
                  <a:srgbClr val="53585F"/>
                </a:solidFill>
                <a:latin typeface="Arial"/>
                <a:ea typeface="Arial"/>
                <a:cs typeface="Arial"/>
                <a:sym typeface="Arial"/>
              </a:defRPr>
            </a:lvl4pPr>
            <a:lvl5pPr indent="-304800" lvl="4" marL="2286000" rtl="0" algn="l">
              <a:lnSpc>
                <a:spcPct val="90000"/>
              </a:lnSpc>
              <a:spcBef>
                <a:spcPts val="400"/>
              </a:spcBef>
              <a:spcAft>
                <a:spcPts val="0"/>
              </a:spcAft>
              <a:buClr>
                <a:schemeClr val="accent2"/>
              </a:buClr>
              <a:buSzPts val="1200"/>
              <a:buFont typeface="Arial"/>
              <a:buChar char="•"/>
              <a:defRPr b="0" i="0" sz="900">
                <a:solidFill>
                  <a:srgbClr val="53585F"/>
                </a:solidFill>
                <a:latin typeface="Arial"/>
                <a:ea typeface="Arial"/>
                <a:cs typeface="Arial"/>
                <a:sym typeface="Arial"/>
              </a:defRPr>
            </a:lvl5pPr>
            <a:lvl6pPr indent="-228600" lvl="5" marL="2743200" rtl="0" algn="l">
              <a:lnSpc>
                <a:spcPct val="90000"/>
              </a:lnSpc>
              <a:spcBef>
                <a:spcPts val="400"/>
              </a:spcBef>
              <a:spcAft>
                <a:spcPts val="0"/>
              </a:spcAft>
              <a:buSzPts val="1400"/>
              <a:buNone/>
              <a:defRPr sz="788"/>
            </a:lvl6pPr>
            <a:lvl7pPr indent="-317500" lvl="6" marL="3200400" rtl="0" algn="l">
              <a:lnSpc>
                <a:spcPct val="90000"/>
              </a:lnSpc>
              <a:spcBef>
                <a:spcPts val="400"/>
              </a:spcBef>
              <a:spcAft>
                <a:spcPts val="0"/>
              </a:spcAft>
              <a:buSzPts val="1400"/>
              <a:buChar char="•"/>
              <a:defRPr/>
            </a:lvl7pPr>
            <a:lvl8pPr indent="-317500" lvl="7" marL="3657600" rtl="0" algn="l">
              <a:lnSpc>
                <a:spcPct val="90000"/>
              </a:lnSpc>
              <a:spcBef>
                <a:spcPts val="400"/>
              </a:spcBef>
              <a:spcAft>
                <a:spcPts val="0"/>
              </a:spcAft>
              <a:buSzPts val="1400"/>
              <a:buChar char="•"/>
              <a:defRPr/>
            </a:lvl8pPr>
            <a:lvl9pPr indent="-317500" lvl="8" marL="4114800" rtl="0" algn="l">
              <a:lnSpc>
                <a:spcPct val="90000"/>
              </a:lnSpc>
              <a:spcBef>
                <a:spcPts val="400"/>
              </a:spcBef>
              <a:spcAft>
                <a:spcPts val="0"/>
              </a:spcAft>
              <a:buSzPts val="1400"/>
              <a:buChar char="•"/>
              <a:defRPr/>
            </a:lvl9pPr>
          </a:lstStyle>
          <a:p/>
        </p:txBody>
      </p:sp>
      <p:sp>
        <p:nvSpPr>
          <p:cNvPr id="446" name="Google Shape;446;p55"/>
          <p:cNvSpPr txBox="1"/>
          <p:nvPr>
            <p:ph type="title"/>
          </p:nvPr>
        </p:nvSpPr>
        <p:spPr>
          <a:xfrm>
            <a:off x="386109" y="273845"/>
            <a:ext cx="8381400" cy="654600"/>
          </a:xfrm>
          <a:prstGeom prst="rect">
            <a:avLst/>
          </a:prstGeom>
          <a:noFill/>
          <a:ln>
            <a:noFill/>
          </a:ln>
        </p:spPr>
        <p:txBody>
          <a:bodyPr anchorCtr="0" anchor="ctr" bIns="34275" lIns="68575" spcFirstLastPara="1" rIns="68575" wrap="square" tIns="34275">
            <a:spAutoFit/>
          </a:bodyPr>
          <a:lstStyle>
            <a:lvl1pPr lvl="0" rtl="0" algn="ctr">
              <a:lnSpc>
                <a:spcPct val="90000"/>
              </a:lnSpc>
              <a:spcBef>
                <a:spcPts val="0"/>
              </a:spcBef>
              <a:spcAft>
                <a:spcPts val="0"/>
              </a:spcAft>
              <a:buSzPts val="33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_2">
    <p:spTree>
      <p:nvGrpSpPr>
        <p:cNvPr id="447" name="Shape 447"/>
        <p:cNvGrpSpPr/>
        <p:nvPr/>
      </p:nvGrpSpPr>
      <p:grpSpPr>
        <a:xfrm>
          <a:off x="0" y="0"/>
          <a:ext cx="0" cy="0"/>
          <a:chOff x="0" y="0"/>
          <a:chExt cx="0" cy="0"/>
        </a:xfrm>
      </p:grpSpPr>
      <p:pic>
        <p:nvPicPr>
          <p:cNvPr id="448" name="Google Shape;448;p5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49" name="Google Shape;449;p56"/>
          <p:cNvSpPr/>
          <p:nvPr/>
        </p:nvSpPr>
        <p:spPr>
          <a:xfrm>
            <a:off x="4115009" y="3036749"/>
            <a:ext cx="139574" cy="113509"/>
          </a:xfrm>
          <a:custGeom>
            <a:rect b="b" l="l" r="r" t="t"/>
            <a:pathLst>
              <a:path extrusionOk="0" h="764" w="94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0" name="Google Shape;450;p56"/>
          <p:cNvSpPr/>
          <p:nvPr/>
        </p:nvSpPr>
        <p:spPr>
          <a:xfrm>
            <a:off x="4365370" y="3032916"/>
            <a:ext cx="29138" cy="121174"/>
          </a:xfrm>
          <a:custGeom>
            <a:rect b="b" l="l" r="r" t="t"/>
            <a:pathLst>
              <a:path extrusionOk="0" h="978" w="235">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1" name="Google Shape;451;p56"/>
          <p:cNvSpPr/>
          <p:nvPr/>
        </p:nvSpPr>
        <p:spPr>
          <a:xfrm>
            <a:off x="4408307" y="3071229"/>
            <a:ext cx="78380" cy="82862"/>
          </a:xfrm>
          <a:custGeom>
            <a:rect b="b" l="l" r="r" t="t"/>
            <a:pathLst>
              <a:path extrusionOk="0" h="669" w="633">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2" name="Google Shape;452;p56"/>
          <p:cNvSpPr/>
          <p:nvPr/>
        </p:nvSpPr>
        <p:spPr>
          <a:xfrm>
            <a:off x="4597473" y="3054337"/>
            <a:ext cx="128560" cy="90081"/>
          </a:xfrm>
          <a:custGeom>
            <a:rect b="b" l="l" r="r" t="t"/>
            <a:pathLst>
              <a:path extrusionOk="0" h="340" w="486">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3" name="Google Shape;453;p56"/>
          <p:cNvSpPr/>
          <p:nvPr/>
        </p:nvSpPr>
        <p:spPr>
          <a:xfrm>
            <a:off x="4836821" y="3039650"/>
            <a:ext cx="107633" cy="107704"/>
          </a:xfrm>
          <a:custGeom>
            <a:rect b="b" l="l" r="r" t="t"/>
            <a:pathLst>
              <a:path extrusionOk="0" h="4096" w="4096">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4" name="Google Shape;454;p56"/>
          <p:cNvSpPr/>
          <p:nvPr/>
        </p:nvSpPr>
        <p:spPr>
          <a:xfrm>
            <a:off x="-324" y="2332567"/>
            <a:ext cx="2007296" cy="2812205"/>
          </a:xfrm>
          <a:custGeom>
            <a:rect b="b" l="l" r="r" t="t"/>
            <a:pathLst>
              <a:path extrusionOk="0" h="3946954" w="2817257">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5" name="Google Shape;455;p56"/>
          <p:cNvSpPr/>
          <p:nvPr/>
        </p:nvSpPr>
        <p:spPr>
          <a:xfrm rot="-5400000">
            <a:off x="5962840" y="1958194"/>
            <a:ext cx="2338578" cy="4032033"/>
          </a:xfrm>
          <a:custGeom>
            <a:rect b="b" l="l" r="r" t="t"/>
            <a:pathLst>
              <a:path extrusionOk="0" h="5780692" w="3352800">
                <a:moveTo>
                  <a:pt x="3352800" y="5780692"/>
                </a:moveTo>
                <a:lnTo>
                  <a:pt x="0" y="5780692"/>
                </a:lnTo>
                <a:lnTo>
                  <a:pt x="0" y="0"/>
                </a:lnTo>
                <a:close/>
              </a:path>
            </a:pathLst>
          </a:custGeom>
          <a:solidFill>
            <a:srgbClr val="66757A">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6" name="Google Shape;456;p56"/>
          <p:cNvSpPr/>
          <p:nvPr/>
        </p:nvSpPr>
        <p:spPr>
          <a:xfrm>
            <a:off x="6501075" y="369735"/>
            <a:ext cx="2642925" cy="3907100"/>
          </a:xfrm>
          <a:custGeom>
            <a:rect b="b" l="l" r="r" t="t"/>
            <a:pathLst>
              <a:path extrusionOk="0" h="10000" w="1000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457" name="Google Shape;457;p56"/>
          <p:cNvSpPr/>
          <p:nvPr/>
        </p:nvSpPr>
        <p:spPr>
          <a:xfrm>
            <a:off x="2787459" y="1811866"/>
            <a:ext cx="3178576" cy="726948"/>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458" name="Google Shape;458;p56"/>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459" name="Shape 459"/>
        <p:cNvGrpSpPr/>
        <p:nvPr/>
      </p:nvGrpSpPr>
      <p:grpSpPr>
        <a:xfrm>
          <a:off x="0" y="0"/>
          <a:ext cx="0" cy="0"/>
          <a:chOff x="0" y="0"/>
          <a:chExt cx="0" cy="0"/>
        </a:xfrm>
      </p:grpSpPr>
      <p:sp>
        <p:nvSpPr>
          <p:cNvPr id="460" name="Google Shape;460;p57"/>
          <p:cNvSpPr txBox="1"/>
          <p:nvPr>
            <p:ph idx="1" type="body"/>
          </p:nvPr>
        </p:nvSpPr>
        <p:spPr>
          <a:xfrm>
            <a:off x="382083" y="1102996"/>
            <a:ext cx="8385600" cy="3497700"/>
          </a:xfrm>
          <a:prstGeom prst="rect">
            <a:avLst/>
          </a:prstGeom>
          <a:noFill/>
          <a:ln>
            <a:noFill/>
          </a:ln>
        </p:spPr>
        <p:txBody>
          <a:bodyPr anchorCtr="0" anchor="t" bIns="34275" lIns="68575" spcFirstLastPara="1" rIns="68575" wrap="square" tIns="34275">
            <a:spAutoFit/>
          </a:bodyPr>
          <a:lstStyle>
            <a:lvl1pPr indent="-342900" lvl="0" marL="457200" rtl="0" algn="l">
              <a:lnSpc>
                <a:spcPct val="90000"/>
              </a:lnSpc>
              <a:spcBef>
                <a:spcPts val="800"/>
              </a:spcBef>
              <a:spcAft>
                <a:spcPts val="0"/>
              </a:spcAft>
              <a:buClr>
                <a:schemeClr val="accent2"/>
              </a:buClr>
              <a:buSzPts val="1800"/>
              <a:buFont typeface="Arial"/>
              <a:buChar char="•"/>
              <a:defRPr b="0" i="0" sz="1800">
                <a:solidFill>
                  <a:srgbClr val="53585F"/>
                </a:solidFill>
                <a:latin typeface="Avenir"/>
                <a:ea typeface="Avenir"/>
                <a:cs typeface="Avenir"/>
                <a:sym typeface="Avenir"/>
              </a:defRPr>
            </a:lvl1pPr>
            <a:lvl2pPr indent="-317500" lvl="1" marL="914400" rtl="0" algn="l">
              <a:lnSpc>
                <a:spcPct val="90000"/>
              </a:lnSpc>
              <a:spcBef>
                <a:spcPts val="1000"/>
              </a:spcBef>
              <a:spcAft>
                <a:spcPts val="0"/>
              </a:spcAft>
              <a:buClr>
                <a:schemeClr val="accent2"/>
              </a:buClr>
              <a:buSzPts val="1400"/>
              <a:buFont typeface="Arial"/>
              <a:buChar char="•"/>
              <a:defRPr b="0" i="0" sz="1400">
                <a:solidFill>
                  <a:srgbClr val="53585F"/>
                </a:solidFill>
                <a:latin typeface="Avenir"/>
                <a:ea typeface="Avenir"/>
                <a:cs typeface="Avenir"/>
                <a:sym typeface="Avenir"/>
              </a:defRPr>
            </a:lvl2pPr>
            <a:lvl3pPr indent="-304800" lvl="2" marL="1371600" rtl="0" algn="l">
              <a:lnSpc>
                <a:spcPct val="90000"/>
              </a:lnSpc>
              <a:spcBef>
                <a:spcPts val="1000"/>
              </a:spcBef>
              <a:spcAft>
                <a:spcPts val="0"/>
              </a:spcAft>
              <a:buClr>
                <a:schemeClr val="accent2"/>
              </a:buClr>
              <a:buSzPts val="1200"/>
              <a:buFont typeface="Arial"/>
              <a:buChar char="•"/>
              <a:defRPr b="0" i="0" sz="1200">
                <a:solidFill>
                  <a:srgbClr val="53585F"/>
                </a:solidFill>
                <a:latin typeface="Avenir"/>
                <a:ea typeface="Avenir"/>
                <a:cs typeface="Avenir"/>
                <a:sym typeface="Avenir"/>
              </a:defRPr>
            </a:lvl3pPr>
            <a:lvl4pPr indent="-298450" lvl="3" marL="1828800" rtl="0" algn="l">
              <a:lnSpc>
                <a:spcPct val="90000"/>
              </a:lnSpc>
              <a:spcBef>
                <a:spcPts val="1000"/>
              </a:spcBef>
              <a:spcAft>
                <a:spcPts val="0"/>
              </a:spcAft>
              <a:buClr>
                <a:schemeClr val="accent2"/>
              </a:buClr>
              <a:buSzPts val="1100"/>
              <a:buFont typeface="Arial"/>
              <a:buChar char="•"/>
              <a:defRPr b="0" i="0" sz="1100">
                <a:solidFill>
                  <a:srgbClr val="53585F"/>
                </a:solidFill>
                <a:latin typeface="Avenir"/>
                <a:ea typeface="Avenir"/>
                <a:cs typeface="Avenir"/>
                <a:sym typeface="Avenir"/>
              </a:defRPr>
            </a:lvl4pPr>
            <a:lvl5pPr indent="-285750" lvl="4" marL="2286000" rtl="0" algn="l">
              <a:lnSpc>
                <a:spcPct val="90000"/>
              </a:lnSpc>
              <a:spcBef>
                <a:spcPts val="1000"/>
              </a:spcBef>
              <a:spcAft>
                <a:spcPts val="0"/>
              </a:spcAft>
              <a:buClr>
                <a:schemeClr val="accent2"/>
              </a:buClr>
              <a:buSzPts val="900"/>
              <a:buFont typeface="Arial"/>
              <a:buChar char="•"/>
              <a:defRPr b="0" i="0" sz="900">
                <a:solidFill>
                  <a:srgbClr val="53585F"/>
                </a:solidFill>
                <a:latin typeface="Avenir"/>
                <a:ea typeface="Avenir"/>
                <a:cs typeface="Avenir"/>
                <a:sym typeface="Avenir"/>
              </a:defRPr>
            </a:lvl5pPr>
            <a:lvl6pPr indent="-228600" lvl="5" marL="2743200" rtl="0" algn="l">
              <a:lnSpc>
                <a:spcPct val="90000"/>
              </a:lnSpc>
              <a:spcBef>
                <a:spcPts val="1000"/>
              </a:spcBef>
              <a:spcAft>
                <a:spcPts val="0"/>
              </a:spcAft>
              <a:buClr>
                <a:schemeClr val="dk1"/>
              </a:buClr>
              <a:buSzPts val="800"/>
              <a:buNone/>
              <a:defRPr sz="800"/>
            </a:lvl6pPr>
            <a:lvl7pPr indent="-317500" lvl="6" marL="3200400" rtl="0" algn="l">
              <a:lnSpc>
                <a:spcPct val="90000"/>
              </a:lnSpc>
              <a:spcBef>
                <a:spcPts val="1000"/>
              </a:spcBef>
              <a:spcAft>
                <a:spcPts val="0"/>
              </a:spcAft>
              <a:buClr>
                <a:schemeClr val="dk1"/>
              </a:buClr>
              <a:buSzPts val="1400"/>
              <a:buChar char="•"/>
              <a:defRPr/>
            </a:lvl7pPr>
            <a:lvl8pPr indent="-317500" lvl="7" marL="3657600" rtl="0" algn="l">
              <a:lnSpc>
                <a:spcPct val="90000"/>
              </a:lnSpc>
              <a:spcBef>
                <a:spcPts val="1000"/>
              </a:spcBef>
              <a:spcAft>
                <a:spcPts val="0"/>
              </a:spcAft>
              <a:buClr>
                <a:schemeClr val="dk1"/>
              </a:buClr>
              <a:buSzPts val="1400"/>
              <a:buChar char="•"/>
              <a:defRPr/>
            </a:lvl8pPr>
            <a:lvl9pPr indent="-317500" lvl="8" marL="4114800" rtl="0" algn="l">
              <a:lnSpc>
                <a:spcPct val="90000"/>
              </a:lnSpc>
              <a:spcBef>
                <a:spcPts val="1000"/>
              </a:spcBef>
              <a:spcAft>
                <a:spcPts val="1000"/>
              </a:spcAft>
              <a:buClr>
                <a:schemeClr val="dk1"/>
              </a:buClr>
              <a:buSzPts val="1400"/>
              <a:buChar char="•"/>
              <a:defRPr/>
            </a:lvl9pPr>
          </a:lstStyle>
          <a:p/>
        </p:txBody>
      </p:sp>
      <p:sp>
        <p:nvSpPr>
          <p:cNvPr id="461" name="Google Shape;461;p57"/>
          <p:cNvSpPr txBox="1"/>
          <p:nvPr>
            <p:ph type="title"/>
          </p:nvPr>
        </p:nvSpPr>
        <p:spPr>
          <a:xfrm>
            <a:off x="386108" y="273844"/>
            <a:ext cx="8381400" cy="654600"/>
          </a:xfrm>
          <a:prstGeom prst="rect">
            <a:avLst/>
          </a:prstGeom>
          <a:noFill/>
          <a:ln>
            <a:noFill/>
          </a:ln>
        </p:spPr>
        <p:txBody>
          <a:bodyPr anchorCtr="0" anchor="t" bIns="34275" lIns="68575" spcFirstLastPara="1" rIns="68575" wrap="square" tIns="34275">
            <a:spAutoFit/>
          </a:bodyPr>
          <a:lstStyle>
            <a:lvl1pPr lvl="0" rtl="0" algn="l">
              <a:lnSpc>
                <a:spcPct val="90000"/>
              </a:lnSpc>
              <a:spcBef>
                <a:spcPts val="0"/>
              </a:spcBef>
              <a:spcAft>
                <a:spcPts val="0"/>
              </a:spcAft>
              <a:buClr>
                <a:schemeClr val="accent2"/>
              </a:buClr>
              <a:buSzPts val="14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62" name="Shape 462"/>
        <p:cNvGrpSpPr/>
        <p:nvPr/>
      </p:nvGrpSpPr>
      <p:grpSpPr>
        <a:xfrm>
          <a:off x="0" y="0"/>
          <a:ext cx="0" cy="0"/>
          <a:chOff x="0" y="0"/>
          <a:chExt cx="0" cy="0"/>
        </a:xfrm>
      </p:grpSpPr>
      <p:sp>
        <p:nvSpPr>
          <p:cNvPr id="463" name="Google Shape;463;p58"/>
          <p:cNvSpPr txBox="1"/>
          <p:nvPr>
            <p:ph type="title"/>
          </p:nvPr>
        </p:nvSpPr>
        <p:spPr>
          <a:xfrm>
            <a:off x="850106" y="207605"/>
            <a:ext cx="7886700" cy="678900"/>
          </a:xfrm>
          <a:prstGeom prst="rect">
            <a:avLst/>
          </a:prstGeom>
          <a:noFill/>
          <a:ln>
            <a:noFill/>
          </a:ln>
        </p:spPr>
        <p:txBody>
          <a:bodyPr anchorCtr="0" anchor="t" bIns="34275" lIns="68525" spcFirstLastPara="1" rIns="68525" wrap="square" tIns="34275">
            <a:spAutoFit/>
          </a:bodyPr>
          <a:lstStyle>
            <a:lvl1pPr lvl="0" rtl="0" algn="l">
              <a:lnSpc>
                <a:spcPct val="90000"/>
              </a:lnSpc>
              <a:spcBef>
                <a:spcPts val="0"/>
              </a:spcBef>
              <a:spcAft>
                <a:spcPts val="0"/>
              </a:spcAft>
              <a:buClr>
                <a:schemeClr val="dk1"/>
              </a:buClr>
              <a:buSzPts val="14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64" name="Google Shape;464;p58"/>
          <p:cNvSpPr txBox="1"/>
          <p:nvPr>
            <p:ph idx="1" type="body"/>
          </p:nvPr>
        </p:nvSpPr>
        <p:spPr>
          <a:xfrm>
            <a:off x="628650" y="1369219"/>
            <a:ext cx="7886700" cy="3263400"/>
          </a:xfrm>
          <a:prstGeom prst="rect">
            <a:avLst/>
          </a:prstGeom>
          <a:noFill/>
          <a:ln>
            <a:noFill/>
          </a:ln>
        </p:spPr>
        <p:txBody>
          <a:bodyPr anchorCtr="0" anchor="t" bIns="34275" lIns="68525" spcFirstLastPara="1" rIns="68525" wrap="square" tIns="34275">
            <a:sp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000"/>
              </a:spcBef>
              <a:spcAft>
                <a:spcPts val="0"/>
              </a:spcAft>
              <a:buClr>
                <a:schemeClr val="dk1"/>
              </a:buClr>
              <a:buSzPts val="1400"/>
              <a:buChar char="•"/>
              <a:defRPr/>
            </a:lvl2pPr>
            <a:lvl3pPr indent="-317500" lvl="2" marL="1371600" rtl="0" algn="l">
              <a:lnSpc>
                <a:spcPct val="90000"/>
              </a:lnSpc>
              <a:spcBef>
                <a:spcPts val="1000"/>
              </a:spcBef>
              <a:spcAft>
                <a:spcPts val="0"/>
              </a:spcAft>
              <a:buClr>
                <a:schemeClr val="dk1"/>
              </a:buClr>
              <a:buSzPts val="1400"/>
              <a:buChar char="•"/>
              <a:defRPr/>
            </a:lvl3pPr>
            <a:lvl4pPr indent="-317500" lvl="3" marL="1828800" rtl="0" algn="l">
              <a:lnSpc>
                <a:spcPct val="90000"/>
              </a:lnSpc>
              <a:spcBef>
                <a:spcPts val="1000"/>
              </a:spcBef>
              <a:spcAft>
                <a:spcPts val="0"/>
              </a:spcAft>
              <a:buClr>
                <a:schemeClr val="dk1"/>
              </a:buClr>
              <a:buSzPts val="1400"/>
              <a:buChar char="•"/>
              <a:defRPr/>
            </a:lvl4pPr>
            <a:lvl5pPr indent="-317500" lvl="4" marL="2286000" rtl="0" algn="l">
              <a:lnSpc>
                <a:spcPct val="90000"/>
              </a:lnSpc>
              <a:spcBef>
                <a:spcPts val="1000"/>
              </a:spcBef>
              <a:spcAft>
                <a:spcPts val="0"/>
              </a:spcAft>
              <a:buClr>
                <a:schemeClr val="dk1"/>
              </a:buClr>
              <a:buSzPts val="1400"/>
              <a:buChar char="•"/>
              <a:defRPr/>
            </a:lvl5pPr>
            <a:lvl6pPr indent="-317500" lvl="5" marL="2743200" rtl="0" algn="l">
              <a:lnSpc>
                <a:spcPct val="90000"/>
              </a:lnSpc>
              <a:spcBef>
                <a:spcPts val="1000"/>
              </a:spcBef>
              <a:spcAft>
                <a:spcPts val="0"/>
              </a:spcAft>
              <a:buClr>
                <a:schemeClr val="dk1"/>
              </a:buClr>
              <a:buSzPts val="1400"/>
              <a:buChar char="•"/>
              <a:defRPr/>
            </a:lvl6pPr>
            <a:lvl7pPr indent="-317500" lvl="6" marL="3200400" rtl="0" algn="l">
              <a:lnSpc>
                <a:spcPct val="90000"/>
              </a:lnSpc>
              <a:spcBef>
                <a:spcPts val="1000"/>
              </a:spcBef>
              <a:spcAft>
                <a:spcPts val="0"/>
              </a:spcAft>
              <a:buClr>
                <a:schemeClr val="dk1"/>
              </a:buClr>
              <a:buSzPts val="1400"/>
              <a:buChar char="•"/>
              <a:defRPr/>
            </a:lvl7pPr>
            <a:lvl8pPr indent="-317500" lvl="7" marL="3657600" rtl="0" algn="l">
              <a:lnSpc>
                <a:spcPct val="90000"/>
              </a:lnSpc>
              <a:spcBef>
                <a:spcPts val="1000"/>
              </a:spcBef>
              <a:spcAft>
                <a:spcPts val="0"/>
              </a:spcAft>
              <a:buClr>
                <a:schemeClr val="dk1"/>
              </a:buClr>
              <a:buSzPts val="1400"/>
              <a:buChar char="•"/>
              <a:defRPr/>
            </a:lvl8pPr>
            <a:lvl9pPr indent="-317500" lvl="8" marL="4114800" rtl="0" algn="l">
              <a:lnSpc>
                <a:spcPct val="90000"/>
              </a:lnSpc>
              <a:spcBef>
                <a:spcPts val="1000"/>
              </a:spcBef>
              <a:spcAft>
                <a:spcPts val="1000"/>
              </a:spcAft>
              <a:buClr>
                <a:schemeClr val="dk1"/>
              </a:buClr>
              <a:buSzPts val="1400"/>
              <a:buChar char="•"/>
              <a:defRPr/>
            </a:lvl9pPr>
          </a:lstStyle>
          <a:p/>
        </p:txBody>
      </p:sp>
      <p:sp>
        <p:nvSpPr>
          <p:cNvPr id="465" name="Google Shape;465;p58"/>
          <p:cNvSpPr txBox="1"/>
          <p:nvPr>
            <p:ph idx="11" type="ftr"/>
          </p:nvPr>
        </p:nvSpPr>
        <p:spPr>
          <a:xfrm>
            <a:off x="5952345" y="4877991"/>
            <a:ext cx="3086100" cy="273900"/>
          </a:xfrm>
          <a:prstGeom prst="rect">
            <a:avLst/>
          </a:prstGeom>
          <a:noFill/>
          <a:ln>
            <a:noFill/>
          </a:ln>
        </p:spPr>
        <p:txBody>
          <a:bodyPr anchorCtr="0" anchor="ctr" bIns="34275" lIns="68525" spcFirstLastPara="1" rIns="68525" wrap="square" tIns="34275">
            <a:noAutofit/>
          </a:bodyPr>
          <a:lstStyle>
            <a:lvl1pPr lvl="0" rtl="0" algn="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466" name="Google Shape;466;p58"/>
          <p:cNvSpPr txBox="1"/>
          <p:nvPr>
            <p:ph idx="10" type="dt"/>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sz="1400">
                <a:solidFill>
                  <a:schemeClr val="dk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467" name="Google Shape;467;p58"/>
          <p:cNvSpPr txBox="1"/>
          <p:nvPr>
            <p:ph idx="12" type="sldNum"/>
          </p:nvPr>
        </p:nvSpPr>
        <p:spPr>
          <a:xfrm>
            <a:off x="4680012" y="4869657"/>
            <a:ext cx="216000" cy="238500"/>
          </a:xfrm>
          <a:prstGeom prst="rect">
            <a:avLst/>
          </a:prstGeom>
          <a:noFill/>
          <a:ln>
            <a:noFill/>
          </a:ln>
        </p:spPr>
        <p:txBody>
          <a:bodyPr anchorCtr="0" anchor="ctr" bIns="34275" lIns="68525" spcFirstLastPara="1" rIns="68525" wrap="square" tIns="34275">
            <a:spAutoFit/>
          </a:bodyPr>
          <a:lstStyle>
            <a:lvl1pPr indent="0" lvl="0" marL="0" rtl="0" algn="r">
              <a:spcBef>
                <a:spcPts val="0"/>
              </a:spcBef>
              <a:buNone/>
              <a:defRPr sz="1100"/>
            </a:lvl1pPr>
            <a:lvl2pPr indent="0" lvl="1" marL="0" rtl="0" algn="r">
              <a:spcBef>
                <a:spcPts val="0"/>
              </a:spcBef>
              <a:buNone/>
              <a:defRPr sz="1100"/>
            </a:lvl2pPr>
            <a:lvl3pPr indent="0" lvl="2" marL="0" rtl="0" algn="r">
              <a:spcBef>
                <a:spcPts val="0"/>
              </a:spcBef>
              <a:buNone/>
              <a:defRPr sz="1100"/>
            </a:lvl3pPr>
            <a:lvl4pPr indent="0" lvl="3" marL="0" rtl="0" algn="r">
              <a:spcBef>
                <a:spcPts val="0"/>
              </a:spcBef>
              <a:buNone/>
              <a:defRPr sz="1100"/>
            </a:lvl4pPr>
            <a:lvl5pPr indent="0" lvl="4" marL="0" rtl="0" algn="r">
              <a:spcBef>
                <a:spcPts val="0"/>
              </a:spcBef>
              <a:buNone/>
              <a:defRPr sz="1100"/>
            </a:lvl5pPr>
            <a:lvl6pPr indent="0" lvl="5" marL="0" rtl="0" algn="r">
              <a:spcBef>
                <a:spcPts val="0"/>
              </a:spcBef>
              <a:buNone/>
              <a:defRPr sz="1100"/>
            </a:lvl6pPr>
            <a:lvl7pPr indent="0" lvl="6" marL="0" rtl="0" algn="r">
              <a:spcBef>
                <a:spcPts val="0"/>
              </a:spcBef>
              <a:buNone/>
              <a:defRPr sz="1100"/>
            </a:lvl7pPr>
            <a:lvl8pPr indent="0" lvl="7" marL="0" rtl="0" algn="r">
              <a:spcBef>
                <a:spcPts val="0"/>
              </a:spcBef>
              <a:buNone/>
              <a:defRPr sz="1100"/>
            </a:lvl8pPr>
            <a:lvl9pPr indent="0" lvl="8" marL="0" rt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468" name="Shape 468"/>
        <p:cNvGrpSpPr/>
        <p:nvPr/>
      </p:nvGrpSpPr>
      <p:grpSpPr>
        <a:xfrm>
          <a:off x="0" y="0"/>
          <a:ext cx="0" cy="0"/>
          <a:chOff x="0" y="0"/>
          <a:chExt cx="0" cy="0"/>
        </a:xfrm>
      </p:grpSpPr>
      <p:sp>
        <p:nvSpPr>
          <p:cNvPr id="469" name="Google Shape;469;p59"/>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70" name="Google Shape;470;p59"/>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471" name="Google Shape;471;p59"/>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472" name="Google Shape;472;p59"/>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a:solidFill>
                  <a:srgbClr val="929292"/>
                </a:solidFill>
                <a:latin typeface="Arial"/>
                <a:ea typeface="Arial"/>
                <a:cs typeface="Arial"/>
                <a:sym typeface="Arial"/>
              </a:defRPr>
            </a:lvl1pPr>
            <a:lvl2pPr indent="0" lvl="1" marL="0" marR="0" rtl="0" algn="r">
              <a:spcBef>
                <a:spcPts val="0"/>
              </a:spcBef>
              <a:buNone/>
              <a:defRPr b="0" i="0" sz="600">
                <a:solidFill>
                  <a:srgbClr val="929292"/>
                </a:solidFill>
                <a:latin typeface="Arial"/>
                <a:ea typeface="Arial"/>
                <a:cs typeface="Arial"/>
                <a:sym typeface="Arial"/>
              </a:defRPr>
            </a:lvl2pPr>
            <a:lvl3pPr indent="0" lvl="2" marL="0" marR="0" rtl="0" algn="r">
              <a:spcBef>
                <a:spcPts val="0"/>
              </a:spcBef>
              <a:buNone/>
              <a:defRPr b="0" i="0" sz="600">
                <a:solidFill>
                  <a:srgbClr val="929292"/>
                </a:solidFill>
                <a:latin typeface="Arial"/>
                <a:ea typeface="Arial"/>
                <a:cs typeface="Arial"/>
                <a:sym typeface="Arial"/>
              </a:defRPr>
            </a:lvl3pPr>
            <a:lvl4pPr indent="0" lvl="3" marL="0" marR="0" rtl="0" algn="r">
              <a:spcBef>
                <a:spcPts val="0"/>
              </a:spcBef>
              <a:buNone/>
              <a:defRPr b="0" i="0" sz="600">
                <a:solidFill>
                  <a:srgbClr val="929292"/>
                </a:solidFill>
                <a:latin typeface="Arial"/>
                <a:ea typeface="Arial"/>
                <a:cs typeface="Arial"/>
                <a:sym typeface="Arial"/>
              </a:defRPr>
            </a:lvl4pPr>
            <a:lvl5pPr indent="0" lvl="4" marL="0" marR="0" rtl="0" algn="r">
              <a:spcBef>
                <a:spcPts val="0"/>
              </a:spcBef>
              <a:buNone/>
              <a:defRPr b="0" i="0" sz="600">
                <a:solidFill>
                  <a:srgbClr val="929292"/>
                </a:solidFill>
                <a:latin typeface="Arial"/>
                <a:ea typeface="Arial"/>
                <a:cs typeface="Arial"/>
                <a:sym typeface="Arial"/>
              </a:defRPr>
            </a:lvl5pPr>
            <a:lvl6pPr indent="0" lvl="5" marL="0" marR="0" rtl="0" algn="r">
              <a:spcBef>
                <a:spcPts val="0"/>
              </a:spcBef>
              <a:buNone/>
              <a:defRPr b="0" i="0" sz="600">
                <a:solidFill>
                  <a:srgbClr val="929292"/>
                </a:solidFill>
                <a:latin typeface="Arial"/>
                <a:ea typeface="Arial"/>
                <a:cs typeface="Arial"/>
                <a:sym typeface="Arial"/>
              </a:defRPr>
            </a:lvl6pPr>
            <a:lvl7pPr indent="0" lvl="6" marL="0" marR="0" rtl="0" algn="r">
              <a:spcBef>
                <a:spcPts val="0"/>
              </a:spcBef>
              <a:buNone/>
              <a:defRPr b="0" i="0" sz="600">
                <a:solidFill>
                  <a:srgbClr val="929292"/>
                </a:solidFill>
                <a:latin typeface="Arial"/>
                <a:ea typeface="Arial"/>
                <a:cs typeface="Arial"/>
                <a:sym typeface="Arial"/>
              </a:defRPr>
            </a:lvl7pPr>
            <a:lvl8pPr indent="0" lvl="7" marL="0" marR="0" rtl="0" algn="r">
              <a:spcBef>
                <a:spcPts val="0"/>
              </a:spcBef>
              <a:buNone/>
              <a:defRPr b="0" i="0" sz="600">
                <a:solidFill>
                  <a:srgbClr val="929292"/>
                </a:solidFill>
                <a:latin typeface="Arial"/>
                <a:ea typeface="Arial"/>
                <a:cs typeface="Arial"/>
                <a:sym typeface="Arial"/>
              </a:defRPr>
            </a:lvl8pPr>
            <a:lvl9pPr indent="0" lvl="8" marL="0" marR="0" rtl="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73" name="Google Shape;473;p5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1">
    <p:spTree>
      <p:nvGrpSpPr>
        <p:cNvPr id="474" name="Shape 474"/>
        <p:cNvGrpSpPr/>
        <p:nvPr/>
      </p:nvGrpSpPr>
      <p:grpSpPr>
        <a:xfrm>
          <a:off x="0" y="0"/>
          <a:ext cx="0" cy="0"/>
          <a:chOff x="0" y="0"/>
          <a:chExt cx="0" cy="0"/>
        </a:xfrm>
      </p:grpSpPr>
      <p:sp>
        <p:nvSpPr>
          <p:cNvPr id="475" name="Google Shape;475;p6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476" name="Google Shape;476;p6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477" name="Google Shape;477;p60"/>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8" name="Google Shape;478;p60"/>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479" name="Google Shape;479;p60"/>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0" name="Google Shape;480;p6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2024</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481" name="Google Shape;481;p6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2">
    <p:spTree>
      <p:nvGrpSpPr>
        <p:cNvPr id="482" name="Shape 482"/>
        <p:cNvGrpSpPr/>
        <p:nvPr/>
      </p:nvGrpSpPr>
      <p:grpSpPr>
        <a:xfrm>
          <a:off x="0" y="0"/>
          <a:ext cx="0" cy="0"/>
          <a:chOff x="0" y="0"/>
          <a:chExt cx="0" cy="0"/>
        </a:xfrm>
      </p:grpSpPr>
      <p:sp>
        <p:nvSpPr>
          <p:cNvPr id="483" name="Google Shape;483;p6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484" name="Google Shape;484;p6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85" name="Google Shape;485;p61"/>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86" name="Google Shape;486;p6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487" name="Google Shape;487;p6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88" name="Google Shape;488;p6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489" name="Google Shape;489;p6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p:cSld name="Multi-use layout_3">
    <p:spTree>
      <p:nvGrpSpPr>
        <p:cNvPr id="490" name="Shape 490"/>
        <p:cNvGrpSpPr/>
        <p:nvPr/>
      </p:nvGrpSpPr>
      <p:grpSpPr>
        <a:xfrm>
          <a:off x="0" y="0"/>
          <a:ext cx="0" cy="0"/>
          <a:chOff x="0" y="0"/>
          <a:chExt cx="0" cy="0"/>
        </a:xfrm>
      </p:grpSpPr>
      <p:sp>
        <p:nvSpPr>
          <p:cNvPr id="491" name="Google Shape;491;p6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492" name="Google Shape;492;p6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493" name="Google Shape;493;p62"/>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94" name="Google Shape;494;p6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495" name="Google Shape;495;p6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96" name="Google Shape;496;p6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Snowflake</a:t>
            </a:r>
            <a:r>
              <a:rPr b="0" i="0" lang="en" sz="600">
                <a:solidFill>
                  <a:srgbClr val="929292"/>
                </a:solidFill>
                <a:latin typeface="Arial"/>
                <a:ea typeface="Arial"/>
                <a:cs typeface="Arial"/>
                <a:sym typeface="Arial"/>
              </a:rPr>
              <a:t> Inc. All Rights Reserved</a:t>
            </a:r>
            <a:endParaRPr sz="600">
              <a:solidFill>
                <a:srgbClr val="929292"/>
              </a:solidFill>
              <a:latin typeface="Arial"/>
              <a:ea typeface="Arial"/>
              <a:cs typeface="Arial"/>
              <a:sym typeface="Arial"/>
            </a:endParaRPr>
          </a:p>
        </p:txBody>
      </p:sp>
      <p:sp>
        <p:nvSpPr>
          <p:cNvPr id="497" name="Google Shape;497;p6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2">
  <p:cSld name="One Column Layout_3">
    <p:spTree>
      <p:nvGrpSpPr>
        <p:cNvPr id="498" name="Shape 498"/>
        <p:cNvGrpSpPr/>
        <p:nvPr/>
      </p:nvGrpSpPr>
      <p:grpSpPr>
        <a:xfrm>
          <a:off x="0" y="0"/>
          <a:ext cx="0" cy="0"/>
          <a:chOff x="0" y="0"/>
          <a:chExt cx="0" cy="0"/>
        </a:xfrm>
      </p:grpSpPr>
      <p:sp>
        <p:nvSpPr>
          <p:cNvPr id="499" name="Google Shape;499;p63"/>
          <p:cNvSpPr txBox="1"/>
          <p:nvPr>
            <p:ph idx="1" type="body"/>
          </p:nvPr>
        </p:nvSpPr>
        <p:spPr>
          <a:xfrm>
            <a:off x="345195" y="992625"/>
            <a:ext cx="8453700" cy="37491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500" name="Google Shape;500;p63"/>
          <p:cNvSpPr txBox="1"/>
          <p:nvPr>
            <p:ph idx="2"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501" name="Google Shape;501;p6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502" name="Google Shape;502;p63"/>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503" name="Google Shape;503;p63"/>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4">
  <p:cSld name="Multi-use layout_4">
    <p:spTree>
      <p:nvGrpSpPr>
        <p:cNvPr id="504" name="Shape 504"/>
        <p:cNvGrpSpPr/>
        <p:nvPr/>
      </p:nvGrpSpPr>
      <p:grpSpPr>
        <a:xfrm>
          <a:off x="0" y="0"/>
          <a:ext cx="0" cy="0"/>
          <a:chOff x="0" y="0"/>
          <a:chExt cx="0" cy="0"/>
        </a:xfrm>
      </p:grpSpPr>
      <p:sp>
        <p:nvSpPr>
          <p:cNvPr id="505" name="Google Shape;505;p6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06" name="Google Shape;506;p6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07" name="Google Shape;507;p64"/>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08" name="Google Shape;508;p6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09" name="Google Shape;509;p6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10" name="Google Shape;510;p6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511" name="Google Shape;511;p6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6">
  <p:cSld name="Multi-use layout_6">
    <p:spTree>
      <p:nvGrpSpPr>
        <p:cNvPr id="512" name="Shape 512"/>
        <p:cNvGrpSpPr/>
        <p:nvPr/>
      </p:nvGrpSpPr>
      <p:grpSpPr>
        <a:xfrm>
          <a:off x="0" y="0"/>
          <a:ext cx="0" cy="0"/>
          <a:chOff x="0" y="0"/>
          <a:chExt cx="0" cy="0"/>
        </a:xfrm>
      </p:grpSpPr>
      <p:sp>
        <p:nvSpPr>
          <p:cNvPr id="513" name="Google Shape;513;p6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14" name="Google Shape;514;p6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15" name="Google Shape;515;p65"/>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16" name="Google Shape;516;p6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17" name="Google Shape;517;p6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18" name="Google Shape;518;p6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519" name="Google Shape;519;p6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7">
  <p:cSld name="Multi-use layout_7">
    <p:spTree>
      <p:nvGrpSpPr>
        <p:cNvPr id="520" name="Shape 520"/>
        <p:cNvGrpSpPr/>
        <p:nvPr/>
      </p:nvGrpSpPr>
      <p:grpSpPr>
        <a:xfrm>
          <a:off x="0" y="0"/>
          <a:ext cx="0" cy="0"/>
          <a:chOff x="0" y="0"/>
          <a:chExt cx="0" cy="0"/>
        </a:xfrm>
      </p:grpSpPr>
      <p:sp>
        <p:nvSpPr>
          <p:cNvPr id="521" name="Google Shape;521;p6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22" name="Google Shape;522;p6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23" name="Google Shape;523;p66"/>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24" name="Google Shape;524;p6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25" name="Google Shape;525;p6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26" name="Google Shape;526;p6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527" name="Google Shape;527;p6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1">
  <p:cSld name="Multi-use layout 3">
    <p:spTree>
      <p:nvGrpSpPr>
        <p:cNvPr id="528" name="Shape 528"/>
        <p:cNvGrpSpPr/>
        <p:nvPr/>
      </p:nvGrpSpPr>
      <p:grpSpPr>
        <a:xfrm>
          <a:off x="0" y="0"/>
          <a:ext cx="0" cy="0"/>
          <a:chOff x="0" y="0"/>
          <a:chExt cx="0" cy="0"/>
        </a:xfrm>
      </p:grpSpPr>
      <p:sp>
        <p:nvSpPr>
          <p:cNvPr id="529" name="Google Shape;529;p67"/>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530" name="Google Shape;530;p67"/>
          <p:cNvGrpSpPr/>
          <p:nvPr/>
        </p:nvGrpSpPr>
        <p:grpSpPr>
          <a:xfrm>
            <a:off x="345152" y="4876022"/>
            <a:ext cx="135124" cy="133368"/>
            <a:chOff x="2940050" y="1514475"/>
            <a:chExt cx="4643437" cy="4583110"/>
          </a:xfrm>
        </p:grpSpPr>
        <p:sp>
          <p:nvSpPr>
            <p:cNvPr id="531" name="Google Shape;531;p67"/>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2" name="Google Shape;532;p67"/>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3" name="Google Shape;533;p67"/>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4" name="Google Shape;534;p67"/>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5" name="Google Shape;535;p67"/>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6" name="Google Shape;536;p67"/>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7" name="Google Shape;537;p67"/>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538" name="Google Shape;538;p67"/>
          <p:cNvGrpSpPr/>
          <p:nvPr/>
        </p:nvGrpSpPr>
        <p:grpSpPr>
          <a:xfrm>
            <a:off x="345152" y="4876022"/>
            <a:ext cx="135124" cy="133368"/>
            <a:chOff x="2940050" y="1514475"/>
            <a:chExt cx="4643437" cy="4583110"/>
          </a:xfrm>
        </p:grpSpPr>
        <p:sp>
          <p:nvSpPr>
            <p:cNvPr id="539" name="Google Shape;539;p67"/>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40" name="Google Shape;540;p67"/>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41" name="Google Shape;541;p67"/>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42" name="Google Shape;542;p67"/>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43" name="Google Shape;543;p67"/>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44" name="Google Shape;544;p67"/>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45" name="Google Shape;545;p67"/>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546" name="Google Shape;546;p67"/>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7" name="Google Shape;547;p67"/>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548" name="Google Shape;548;p67"/>
          <p:cNvSpPr txBox="1"/>
          <p:nvPr>
            <p:ph idx="1" type="body"/>
          </p:nvPr>
        </p:nvSpPr>
        <p:spPr>
          <a:xfrm>
            <a:off x="457201" y="45720"/>
            <a:ext cx="8229600" cy="696000"/>
          </a:xfrm>
          <a:prstGeom prst="rect">
            <a:avLst/>
          </a:prstGeom>
          <a:noFill/>
          <a:ln>
            <a:noFill/>
          </a:ln>
        </p:spPr>
        <p:txBody>
          <a:bodyPr anchorCtr="0" anchor="b" bIns="0" lIns="0" spcFirstLastPara="1" rIns="0" wrap="square" tIns="0">
            <a:noAutofit/>
          </a:bodyPr>
          <a:lstStyle>
            <a:lvl1pPr indent="-228600" lvl="0" marL="457200" rtl="0" algn="l">
              <a:lnSpc>
                <a:spcPct val="90000"/>
              </a:lnSpc>
              <a:spcBef>
                <a:spcPts val="800"/>
              </a:spcBef>
              <a:spcAft>
                <a:spcPts val="0"/>
              </a:spcAft>
              <a:buSzPts val="1400"/>
              <a:buNone/>
              <a:defRPr b="1" i="0" sz="2400" cap="none">
                <a:solidFill>
                  <a:schemeClr val="dk1"/>
                </a:solidFill>
                <a:latin typeface="Arial"/>
                <a:ea typeface="Arial"/>
                <a:cs typeface="Arial"/>
                <a:sym typeface="Arial"/>
              </a:defRPr>
            </a:lvl1pPr>
            <a:lvl2pPr indent="-304800" lvl="1" marL="914400" rtl="0" algn="l">
              <a:lnSpc>
                <a:spcPct val="90000"/>
              </a:lnSpc>
              <a:spcBef>
                <a:spcPts val="400"/>
              </a:spcBef>
              <a:spcAft>
                <a:spcPts val="0"/>
              </a:spcAft>
              <a:buSzPts val="1200"/>
              <a:buChar char="•"/>
              <a:defRPr/>
            </a:lvl2pPr>
            <a:lvl3pPr indent="-304800" lvl="2" marL="1371600" rtl="0" algn="l">
              <a:lnSpc>
                <a:spcPct val="90000"/>
              </a:lnSpc>
              <a:spcBef>
                <a:spcPts val="400"/>
              </a:spcBef>
              <a:spcAft>
                <a:spcPts val="0"/>
              </a:spcAft>
              <a:buSzPts val="1200"/>
              <a:buChar char="•"/>
              <a:defRPr/>
            </a:lvl3pPr>
            <a:lvl4pPr indent="-304800" lvl="3" marL="1828800" rtl="0" algn="l">
              <a:lnSpc>
                <a:spcPct val="90000"/>
              </a:lnSpc>
              <a:spcBef>
                <a:spcPts val="400"/>
              </a:spcBef>
              <a:spcAft>
                <a:spcPts val="0"/>
              </a:spcAft>
              <a:buSzPts val="1200"/>
              <a:buChar char="•"/>
              <a:defRPr/>
            </a:lvl4pPr>
            <a:lvl5pPr indent="-304800" lvl="4" marL="2286000" rtl="0" algn="l">
              <a:lnSpc>
                <a:spcPct val="90000"/>
              </a:lnSpc>
              <a:spcBef>
                <a:spcPts val="400"/>
              </a:spcBef>
              <a:spcAft>
                <a:spcPts val="0"/>
              </a:spcAft>
              <a:buSzPts val="1200"/>
              <a:buChar char="•"/>
              <a:defRPr/>
            </a:lvl5pPr>
            <a:lvl6pPr indent="-317500" lvl="5" marL="2743200" rtl="0" algn="l">
              <a:lnSpc>
                <a:spcPct val="90000"/>
              </a:lnSpc>
              <a:spcBef>
                <a:spcPts val="400"/>
              </a:spcBef>
              <a:spcAft>
                <a:spcPts val="0"/>
              </a:spcAft>
              <a:buSzPts val="1400"/>
              <a:buChar char="•"/>
              <a:defRPr/>
            </a:lvl6pPr>
            <a:lvl7pPr indent="-317500" lvl="6" marL="3200400" rtl="0" algn="l">
              <a:lnSpc>
                <a:spcPct val="90000"/>
              </a:lnSpc>
              <a:spcBef>
                <a:spcPts val="400"/>
              </a:spcBef>
              <a:spcAft>
                <a:spcPts val="0"/>
              </a:spcAft>
              <a:buSzPts val="1400"/>
              <a:buChar char="•"/>
              <a:defRPr/>
            </a:lvl7pPr>
            <a:lvl8pPr indent="-317500" lvl="7" marL="3657600" rtl="0" algn="l">
              <a:lnSpc>
                <a:spcPct val="90000"/>
              </a:lnSpc>
              <a:spcBef>
                <a:spcPts val="400"/>
              </a:spcBef>
              <a:spcAft>
                <a:spcPts val="0"/>
              </a:spcAft>
              <a:buSzPts val="1400"/>
              <a:buChar char="•"/>
              <a:defRPr/>
            </a:lvl8pPr>
            <a:lvl9pPr indent="-317500" lvl="8" marL="4114800" rtl="0" algn="l">
              <a:lnSpc>
                <a:spcPct val="90000"/>
              </a:lnSpc>
              <a:spcBef>
                <a:spcPts val="400"/>
              </a:spcBef>
              <a:spcAft>
                <a:spcPts val="0"/>
              </a:spcAft>
              <a:buSzPts val="1400"/>
              <a:buChar char="•"/>
              <a:defRPr/>
            </a:lvl9pPr>
          </a:lstStyle>
          <a:p/>
        </p:txBody>
      </p:sp>
      <p:sp>
        <p:nvSpPr>
          <p:cNvPr id="549" name="Google Shape;549;p67"/>
          <p:cNvSpPr txBox="1"/>
          <p:nvPr>
            <p:ph idx="2" type="body"/>
          </p:nvPr>
        </p:nvSpPr>
        <p:spPr>
          <a:xfrm>
            <a:off x="457200" y="741649"/>
            <a:ext cx="8229600" cy="393300"/>
          </a:xfrm>
          <a:prstGeom prst="rect">
            <a:avLst/>
          </a:prstGeom>
          <a:noFill/>
          <a:ln>
            <a:noFill/>
          </a:ln>
        </p:spPr>
        <p:txBody>
          <a:bodyPr anchorCtr="0" anchor="t" bIns="457200" lIns="0" spcFirstLastPara="1" rIns="0" wrap="square" tIns="0">
            <a:noAutofit/>
          </a:bodyPr>
          <a:lstStyle>
            <a:lvl1pPr indent="-228600" lvl="0" marL="457200" marR="0" rtl="0" algn="l">
              <a:lnSpc>
                <a:spcPct val="90000"/>
              </a:lnSpc>
              <a:spcBef>
                <a:spcPts val="800"/>
              </a:spcBef>
              <a:spcAft>
                <a:spcPts val="0"/>
              </a:spcAft>
              <a:buClr>
                <a:srgbClr val="5B5B5B"/>
              </a:buClr>
              <a:buSzPts val="1600"/>
              <a:buFont typeface="Arial"/>
              <a:buNone/>
              <a:defRPr b="0" i="0" sz="1600" u="none" cap="none" strike="noStrike">
                <a:solidFill>
                  <a:schemeClr val="dk1"/>
                </a:solidFill>
                <a:latin typeface="Arial"/>
                <a:ea typeface="Arial"/>
                <a:cs typeface="Arial"/>
                <a:sym typeface="Arial"/>
              </a:defRPr>
            </a:lvl1pPr>
            <a:lvl2pPr indent="-304800" lvl="1" marL="9144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50" name="Google Shape;550;p67"/>
          <p:cNvSpPr txBox="1"/>
          <p:nvPr>
            <p:ph idx="3" type="body"/>
          </p:nvPr>
        </p:nvSpPr>
        <p:spPr>
          <a:xfrm>
            <a:off x="457200" y="1323214"/>
            <a:ext cx="8229600" cy="31677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800"/>
              </a:spcBef>
              <a:spcAft>
                <a:spcPts val="0"/>
              </a:spcAft>
              <a:buSzPts val="1500"/>
              <a:buNone/>
              <a:defRPr>
                <a:solidFill>
                  <a:schemeClr val="dk1"/>
                </a:solidFill>
              </a:defRPr>
            </a:lvl1pPr>
            <a:lvl2pPr indent="-317500" lvl="1" marL="914400" rtl="0" algn="l">
              <a:lnSpc>
                <a:spcPct val="100000"/>
              </a:lnSpc>
              <a:spcBef>
                <a:spcPts val="200"/>
              </a:spcBef>
              <a:spcAft>
                <a:spcPts val="0"/>
              </a:spcAft>
              <a:buSzPts val="1400"/>
              <a:buChar char="•"/>
              <a:defRPr/>
            </a:lvl2pPr>
            <a:lvl3pPr indent="-304800" lvl="2" marL="1371600" rtl="0" algn="l">
              <a:lnSpc>
                <a:spcPct val="100000"/>
              </a:lnSpc>
              <a:spcBef>
                <a:spcPts val="500"/>
              </a:spcBef>
              <a:spcAft>
                <a:spcPts val="0"/>
              </a:spcAft>
              <a:buSzPts val="1200"/>
              <a:buChar char="•"/>
              <a:defRPr/>
            </a:lvl3pPr>
            <a:lvl4pPr indent="-298450" lvl="3" marL="1828800" rtl="0" algn="l">
              <a:lnSpc>
                <a:spcPct val="100000"/>
              </a:lnSpc>
              <a:spcBef>
                <a:spcPts val="500"/>
              </a:spcBef>
              <a:spcAft>
                <a:spcPts val="0"/>
              </a:spcAft>
              <a:buSzPts val="1100"/>
              <a:buChar char="•"/>
              <a:defRPr/>
            </a:lvl4pPr>
            <a:lvl5pPr indent="-228600" lvl="4" marL="2286000" rtl="0" algn="l">
              <a:lnSpc>
                <a:spcPct val="100000"/>
              </a:lnSpc>
              <a:spcBef>
                <a:spcPts val="500"/>
              </a:spcBef>
              <a:spcAft>
                <a:spcPts val="0"/>
              </a:spcAft>
              <a:buSzPts val="1100"/>
              <a:buNone/>
              <a:defRPr/>
            </a:lvl5pPr>
            <a:lvl6pPr indent="-317500" lvl="5" marL="2743200" rtl="0" algn="l">
              <a:lnSpc>
                <a:spcPct val="90000"/>
              </a:lnSpc>
              <a:spcBef>
                <a:spcPts val="500"/>
              </a:spcBef>
              <a:spcAft>
                <a:spcPts val="0"/>
              </a:spcAft>
              <a:buClr>
                <a:schemeClr val="dk1"/>
              </a:buClr>
              <a:buSzPts val="1400"/>
              <a:buChar char="•"/>
              <a:defRPr/>
            </a:lvl6pPr>
            <a:lvl7pPr indent="-317500" lvl="6" marL="3200400" rtl="0" algn="l">
              <a:lnSpc>
                <a:spcPct val="90000"/>
              </a:lnSpc>
              <a:spcBef>
                <a:spcPts val="300"/>
              </a:spcBef>
              <a:spcAft>
                <a:spcPts val="0"/>
              </a:spcAft>
              <a:buClr>
                <a:schemeClr val="dk1"/>
              </a:buClr>
              <a:buSzPts val="1400"/>
              <a:buChar char="•"/>
              <a:defRPr/>
            </a:lvl7pPr>
            <a:lvl8pPr indent="-317500" lvl="7" marL="3657600" rtl="0" algn="l">
              <a:lnSpc>
                <a:spcPct val="90000"/>
              </a:lnSpc>
              <a:spcBef>
                <a:spcPts val="300"/>
              </a:spcBef>
              <a:spcAft>
                <a:spcPts val="0"/>
              </a:spcAft>
              <a:buClr>
                <a:schemeClr val="dk1"/>
              </a:buClr>
              <a:buSzPts val="1400"/>
              <a:buChar char="•"/>
              <a:defRPr/>
            </a:lvl8pPr>
            <a:lvl9pPr indent="-317500" lvl="8" marL="4114800" rtl="0" algn="l">
              <a:lnSpc>
                <a:spcPct val="90000"/>
              </a:lnSpc>
              <a:spcBef>
                <a:spcPts val="3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300">
          <p15:clr>
            <a:srgbClr val="FBAE40"/>
          </p15:clr>
        </p15:guide>
        <p15:guide id="2" pos="288">
          <p15:clr>
            <a:srgbClr val="FBAE40"/>
          </p15:clr>
        </p15:guide>
        <p15:guide id="3" pos="547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8">
  <p:cSld name="Multi-use layout_8">
    <p:spTree>
      <p:nvGrpSpPr>
        <p:cNvPr id="551" name="Shape 551"/>
        <p:cNvGrpSpPr/>
        <p:nvPr/>
      </p:nvGrpSpPr>
      <p:grpSpPr>
        <a:xfrm>
          <a:off x="0" y="0"/>
          <a:ext cx="0" cy="0"/>
          <a:chOff x="0" y="0"/>
          <a:chExt cx="0" cy="0"/>
        </a:xfrm>
      </p:grpSpPr>
      <p:sp>
        <p:nvSpPr>
          <p:cNvPr id="552" name="Google Shape;552;p6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6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54" name="Google Shape;554;p68"/>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5" name="Google Shape;555;p68"/>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56" name="Google Shape;556;p68"/>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57" name="Google Shape;557;p6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558" name="Google Shape;558;p6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9">
  <p:cSld name="Multi-use layout_9">
    <p:spTree>
      <p:nvGrpSpPr>
        <p:cNvPr id="559" name="Shape 559"/>
        <p:cNvGrpSpPr/>
        <p:nvPr/>
      </p:nvGrpSpPr>
      <p:grpSpPr>
        <a:xfrm>
          <a:off x="0" y="0"/>
          <a:ext cx="0" cy="0"/>
          <a:chOff x="0" y="0"/>
          <a:chExt cx="0" cy="0"/>
        </a:xfrm>
      </p:grpSpPr>
      <p:sp>
        <p:nvSpPr>
          <p:cNvPr id="560" name="Google Shape;560;p6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61" name="Google Shape;561;p6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62" name="Google Shape;562;p69"/>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63" name="Google Shape;563;p69"/>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64" name="Google Shape;564;p6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65" name="Google Shape;565;p6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566" name="Google Shape;566;p6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567" name="Shape 567"/>
        <p:cNvGrpSpPr/>
        <p:nvPr/>
      </p:nvGrpSpPr>
      <p:grpSpPr>
        <a:xfrm>
          <a:off x="0" y="0"/>
          <a:ext cx="0" cy="0"/>
          <a:chOff x="0" y="0"/>
          <a:chExt cx="0" cy="0"/>
        </a:xfrm>
      </p:grpSpPr>
      <p:sp>
        <p:nvSpPr>
          <p:cNvPr id="568" name="Google Shape;568;p70"/>
          <p:cNvSpPr txBox="1"/>
          <p:nvPr>
            <p:ph type="title"/>
          </p:nvPr>
        </p:nvSpPr>
        <p:spPr>
          <a:xfrm>
            <a:off x="365750" y="228600"/>
            <a:ext cx="8321100" cy="6279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69" name="Google Shape;569;p70"/>
          <p:cNvSpPr txBox="1"/>
          <p:nvPr>
            <p:ph idx="1" type="body"/>
          </p:nvPr>
        </p:nvSpPr>
        <p:spPr>
          <a:xfrm>
            <a:off x="365750"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570" name="Google Shape;570;p70"/>
          <p:cNvSpPr txBox="1"/>
          <p:nvPr>
            <p:ph idx="2" type="body"/>
          </p:nvPr>
        </p:nvSpPr>
        <p:spPr>
          <a:xfrm>
            <a:off x="3169031"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571" name="Google Shape;571;p70"/>
          <p:cNvSpPr txBox="1"/>
          <p:nvPr>
            <p:ph idx="3" type="body"/>
          </p:nvPr>
        </p:nvSpPr>
        <p:spPr>
          <a:xfrm>
            <a:off x="6127925"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572" name="Google Shape;572;p70"/>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73" name="Google Shape;573;p7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4" name="Google Shape;574;p7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575" name="Google Shape;575;p70"/>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76" name="Google Shape;576;p7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0">
  <p:cSld name="Multi-use layout_10">
    <p:spTree>
      <p:nvGrpSpPr>
        <p:cNvPr id="577" name="Shape 577"/>
        <p:cNvGrpSpPr/>
        <p:nvPr/>
      </p:nvGrpSpPr>
      <p:grpSpPr>
        <a:xfrm>
          <a:off x="0" y="0"/>
          <a:ext cx="0" cy="0"/>
          <a:chOff x="0" y="0"/>
          <a:chExt cx="0" cy="0"/>
        </a:xfrm>
      </p:grpSpPr>
      <p:sp>
        <p:nvSpPr>
          <p:cNvPr id="578" name="Google Shape;578;p7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7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0" name="Google Shape;580;p71"/>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81" name="Google Shape;581;p7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582" name="Google Shape;582;p7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83" name="Google Shape;583;p7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584" name="Google Shape;584;p7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el + Subheads + Text - Schmuckelemente">
  <p:cSld name="1_Titel + Subheads + Text - Schmuckelemente">
    <p:spTree>
      <p:nvGrpSpPr>
        <p:cNvPr id="585" name="Shape 585"/>
        <p:cNvGrpSpPr/>
        <p:nvPr/>
      </p:nvGrpSpPr>
      <p:grpSpPr>
        <a:xfrm>
          <a:off x="0" y="0"/>
          <a:ext cx="0" cy="0"/>
          <a:chOff x="0" y="0"/>
          <a:chExt cx="0" cy="0"/>
        </a:xfrm>
      </p:grpSpPr>
      <p:sp>
        <p:nvSpPr>
          <p:cNvPr id="586" name="Google Shape;586;p72"/>
          <p:cNvSpPr txBox="1"/>
          <p:nvPr>
            <p:ph type="title"/>
          </p:nvPr>
        </p:nvSpPr>
        <p:spPr>
          <a:xfrm>
            <a:off x="628650" y="1"/>
            <a:ext cx="7886700" cy="994200"/>
          </a:xfrm>
          <a:prstGeom prst="rect">
            <a:avLst/>
          </a:prstGeom>
          <a:noFill/>
          <a:ln>
            <a:noFill/>
          </a:ln>
        </p:spPr>
        <p:txBody>
          <a:bodyPr anchorCtr="0" anchor="b" bIns="25700" lIns="51425" spcFirstLastPara="1" rIns="51425" wrap="square" tIns="25700">
            <a:normAutofit/>
          </a:bodyPr>
          <a:lstStyle>
            <a:lvl1pPr lvl="0" rtl="0" algn="l">
              <a:lnSpc>
                <a:spcPct val="90000"/>
              </a:lnSpc>
              <a:spcBef>
                <a:spcPts val="0"/>
              </a:spcBef>
              <a:spcAft>
                <a:spcPts val="0"/>
              </a:spcAft>
              <a:buClr>
                <a:schemeClr val="dk1"/>
              </a:buClr>
              <a:buSzPts val="2100"/>
              <a:buFont typeface="Arial"/>
              <a:buNone/>
              <a:defRPr sz="28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587" name="Google Shape;587;p72"/>
          <p:cNvSpPr txBox="1"/>
          <p:nvPr>
            <p:ph idx="1" type="body"/>
          </p:nvPr>
        </p:nvSpPr>
        <p:spPr>
          <a:xfrm>
            <a:off x="1920877" y="1731812"/>
            <a:ext cx="6594600" cy="1085100"/>
          </a:xfrm>
          <a:prstGeom prst="rect">
            <a:avLst/>
          </a:prstGeom>
          <a:noFill/>
          <a:ln>
            <a:noFill/>
          </a:ln>
        </p:spPr>
        <p:txBody>
          <a:bodyPr anchorCtr="0" anchor="t" bIns="25700" lIns="51425" spcFirstLastPara="1" rIns="51425" wrap="square" tIns="25700">
            <a:normAutofit/>
          </a:bodyPr>
          <a:lstStyle>
            <a:lvl1pPr indent="-228600" lvl="0" marL="457200" rtl="0" algn="l">
              <a:lnSpc>
                <a:spcPct val="140899"/>
              </a:lnSpc>
              <a:spcBef>
                <a:spcPts val="800"/>
              </a:spcBef>
              <a:spcAft>
                <a:spcPts val="0"/>
              </a:spcAft>
              <a:buClr>
                <a:schemeClr val="dk1"/>
              </a:buClr>
              <a:buSzPts val="1100"/>
              <a:buFont typeface="Arial"/>
              <a:buNone/>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588" name="Google Shape;588;p72"/>
          <p:cNvSpPr txBox="1"/>
          <p:nvPr>
            <p:ph idx="2" type="body"/>
          </p:nvPr>
        </p:nvSpPr>
        <p:spPr>
          <a:xfrm>
            <a:off x="1920877" y="1196900"/>
            <a:ext cx="6594600" cy="449700"/>
          </a:xfrm>
          <a:prstGeom prst="rect">
            <a:avLst/>
          </a:prstGeom>
          <a:noFill/>
          <a:ln>
            <a:noFill/>
          </a:ln>
        </p:spPr>
        <p:txBody>
          <a:bodyPr anchorCtr="0" anchor="b" bIns="25700" lIns="51425" spcFirstLastPara="1" rIns="51425" wrap="square" tIns="25700">
            <a:normAutofit/>
          </a:bodyPr>
          <a:lstStyle>
            <a:lvl1pPr indent="-228600" lvl="0" marL="457200" rtl="0" algn="l">
              <a:lnSpc>
                <a:spcPct val="129187"/>
              </a:lnSpc>
              <a:spcBef>
                <a:spcPts val="800"/>
              </a:spcBef>
              <a:spcAft>
                <a:spcPts val="0"/>
              </a:spcAft>
              <a:buClr>
                <a:schemeClr val="dk1"/>
              </a:buClr>
              <a:buSzPts val="1100"/>
              <a:buFont typeface="Arial"/>
              <a:buNone/>
              <a:defRPr b="0" i="0" sz="1200">
                <a:solidFill>
                  <a:schemeClr val="dk1"/>
                </a:solidFill>
                <a:latin typeface="Arial"/>
                <a:ea typeface="Arial"/>
                <a:cs typeface="Arial"/>
                <a:sym typeface="Arial"/>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589" name="Google Shape;589;p72"/>
          <p:cNvSpPr txBox="1"/>
          <p:nvPr>
            <p:ph idx="3" type="body"/>
          </p:nvPr>
        </p:nvSpPr>
        <p:spPr>
          <a:xfrm>
            <a:off x="1920877" y="3431332"/>
            <a:ext cx="6594600" cy="1085100"/>
          </a:xfrm>
          <a:prstGeom prst="rect">
            <a:avLst/>
          </a:prstGeom>
          <a:noFill/>
          <a:ln>
            <a:noFill/>
          </a:ln>
        </p:spPr>
        <p:txBody>
          <a:bodyPr anchorCtr="0" anchor="t" bIns="25700" lIns="51425" spcFirstLastPara="1" rIns="51425" wrap="square" tIns="25700">
            <a:normAutofit/>
          </a:bodyPr>
          <a:lstStyle>
            <a:lvl1pPr indent="-228600" lvl="0" marL="457200" rtl="0" algn="l">
              <a:lnSpc>
                <a:spcPct val="140899"/>
              </a:lnSpc>
              <a:spcBef>
                <a:spcPts val="800"/>
              </a:spcBef>
              <a:spcAft>
                <a:spcPts val="0"/>
              </a:spcAft>
              <a:buClr>
                <a:schemeClr val="dk1"/>
              </a:buClr>
              <a:buSzPts val="1100"/>
              <a:buFont typeface="Arial"/>
              <a:buNone/>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590" name="Google Shape;590;p72"/>
          <p:cNvSpPr txBox="1"/>
          <p:nvPr>
            <p:ph idx="4" type="body"/>
          </p:nvPr>
        </p:nvSpPr>
        <p:spPr>
          <a:xfrm>
            <a:off x="1920877" y="2899321"/>
            <a:ext cx="6594600" cy="449700"/>
          </a:xfrm>
          <a:prstGeom prst="rect">
            <a:avLst/>
          </a:prstGeom>
          <a:noFill/>
          <a:ln>
            <a:noFill/>
          </a:ln>
        </p:spPr>
        <p:txBody>
          <a:bodyPr anchorCtr="0" anchor="b" bIns="25700" lIns="51425" spcFirstLastPara="1" rIns="51425" wrap="square" tIns="25700">
            <a:normAutofit/>
          </a:bodyPr>
          <a:lstStyle>
            <a:lvl1pPr indent="-228600" lvl="0" marL="457200" rtl="0" algn="l">
              <a:lnSpc>
                <a:spcPct val="129187"/>
              </a:lnSpc>
              <a:spcBef>
                <a:spcPts val="800"/>
              </a:spcBef>
              <a:spcAft>
                <a:spcPts val="0"/>
              </a:spcAft>
              <a:buClr>
                <a:schemeClr val="dk1"/>
              </a:buClr>
              <a:buSzPts val="1100"/>
              <a:buFont typeface="Arial"/>
              <a:buNone/>
              <a:defRPr b="0" i="0" sz="1200">
                <a:solidFill>
                  <a:schemeClr val="dk1"/>
                </a:solidFill>
                <a:latin typeface="Arial"/>
                <a:ea typeface="Arial"/>
                <a:cs typeface="Arial"/>
                <a:sym typeface="Arial"/>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_11">
    <p:spTree>
      <p:nvGrpSpPr>
        <p:cNvPr id="591" name="Shape 591"/>
        <p:cNvGrpSpPr/>
        <p:nvPr/>
      </p:nvGrpSpPr>
      <p:grpSpPr>
        <a:xfrm>
          <a:off x="0" y="0"/>
          <a:ext cx="0" cy="0"/>
          <a:chOff x="0" y="0"/>
          <a:chExt cx="0" cy="0"/>
        </a:xfrm>
      </p:grpSpPr>
      <p:sp>
        <p:nvSpPr>
          <p:cNvPr id="592" name="Google Shape;592;p73"/>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593" name="Google Shape;593;p73"/>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594" name="Google Shape;594;p73"/>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2020 Snowflake Inc. All Rights Reserved</a:t>
            </a:r>
            <a:endParaRPr b="0" i="0" sz="600" u="none" cap="none" strike="noStrike">
              <a:solidFill>
                <a:srgbClr val="929292"/>
              </a:solidFill>
              <a:latin typeface="Arial"/>
              <a:ea typeface="Arial"/>
              <a:cs typeface="Arial"/>
              <a:sym typeface="Arial"/>
            </a:endParaRPr>
          </a:p>
        </p:txBody>
      </p:sp>
      <p:sp>
        <p:nvSpPr>
          <p:cNvPr id="595" name="Google Shape;595;p73"/>
          <p:cNvSpPr txBox="1"/>
          <p:nvPr>
            <p:ph idx="12" type="sldNum"/>
          </p:nvPr>
        </p:nvSpPr>
        <p:spPr>
          <a:xfrm>
            <a:off x="8390386" y="4898914"/>
            <a:ext cx="473700" cy="924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7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597" name="Shape 597"/>
        <p:cNvGrpSpPr/>
        <p:nvPr/>
      </p:nvGrpSpPr>
      <p:grpSpPr>
        <a:xfrm>
          <a:off x="0" y="0"/>
          <a:ext cx="0" cy="0"/>
          <a:chOff x="0" y="0"/>
          <a:chExt cx="0" cy="0"/>
        </a:xfrm>
      </p:grpSpPr>
      <p:sp>
        <p:nvSpPr>
          <p:cNvPr id="598" name="Google Shape;598;p74"/>
          <p:cNvSpPr txBox="1"/>
          <p:nvPr>
            <p:ph type="title"/>
          </p:nvPr>
        </p:nvSpPr>
        <p:spPr>
          <a:xfrm>
            <a:off x="628651" y="205264"/>
            <a:ext cx="7886700" cy="994200"/>
          </a:xfrm>
          <a:prstGeom prst="rect">
            <a:avLst/>
          </a:prstGeom>
          <a:noFill/>
          <a:ln>
            <a:noFill/>
          </a:ln>
        </p:spPr>
        <p:txBody>
          <a:bodyPr anchorCtr="0" anchor="ctr" bIns="68575" lIns="68575" spcFirstLastPara="1" rIns="68575" wrap="square" tIns="68575">
            <a:spAutoFit/>
          </a:bodyPr>
          <a:lstStyle>
            <a:lvl1pPr lvl="0" marR="0" rtl="0" algn="ctr">
              <a:lnSpc>
                <a:spcPct val="90000"/>
              </a:lnSpc>
              <a:spcBef>
                <a:spcPts val="0"/>
              </a:spcBef>
              <a:spcAft>
                <a:spcPts val="0"/>
              </a:spcAft>
              <a:buClr>
                <a:schemeClr val="dk1"/>
              </a:buClr>
              <a:buSzPts val="1100"/>
              <a:buFont typeface="Tahoma"/>
              <a:buNone/>
              <a:defRPr b="0" i="0" sz="33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SzPts val="1100"/>
              <a:buNone/>
              <a:defRPr sz="1400"/>
            </a:lvl2pPr>
            <a:lvl3pPr lvl="2" marR="0" rtl="0" algn="l">
              <a:lnSpc>
                <a:spcPct val="100000"/>
              </a:lnSpc>
              <a:spcBef>
                <a:spcPts val="0"/>
              </a:spcBef>
              <a:spcAft>
                <a:spcPts val="0"/>
              </a:spcAft>
              <a:buSzPts val="1100"/>
              <a:buNone/>
              <a:defRPr sz="1400"/>
            </a:lvl3pPr>
            <a:lvl4pPr lvl="3" marR="0" rtl="0" algn="l">
              <a:lnSpc>
                <a:spcPct val="100000"/>
              </a:lnSpc>
              <a:spcBef>
                <a:spcPts val="0"/>
              </a:spcBef>
              <a:spcAft>
                <a:spcPts val="0"/>
              </a:spcAft>
              <a:buSzPts val="1100"/>
              <a:buNone/>
              <a:defRPr sz="1400"/>
            </a:lvl4pPr>
            <a:lvl5pPr lvl="4" marR="0" rtl="0" algn="l">
              <a:lnSpc>
                <a:spcPct val="100000"/>
              </a:lnSpc>
              <a:spcBef>
                <a:spcPts val="0"/>
              </a:spcBef>
              <a:spcAft>
                <a:spcPts val="0"/>
              </a:spcAft>
              <a:buSzPts val="1100"/>
              <a:buNone/>
              <a:defRPr sz="1400"/>
            </a:lvl5pPr>
            <a:lvl6pPr lvl="5" marR="0" rtl="0" algn="l">
              <a:lnSpc>
                <a:spcPct val="100000"/>
              </a:lnSpc>
              <a:spcBef>
                <a:spcPts val="0"/>
              </a:spcBef>
              <a:spcAft>
                <a:spcPts val="0"/>
              </a:spcAft>
              <a:buSzPts val="1100"/>
              <a:buNone/>
              <a:defRPr sz="1400"/>
            </a:lvl6pPr>
            <a:lvl7pPr lvl="6" marR="0" rtl="0" algn="l">
              <a:lnSpc>
                <a:spcPct val="100000"/>
              </a:lnSpc>
              <a:spcBef>
                <a:spcPts val="0"/>
              </a:spcBef>
              <a:spcAft>
                <a:spcPts val="0"/>
              </a:spcAft>
              <a:buSzPts val="1100"/>
              <a:buNone/>
              <a:defRPr sz="1400"/>
            </a:lvl7pPr>
            <a:lvl8pPr lvl="7" marR="0" rtl="0" algn="l">
              <a:lnSpc>
                <a:spcPct val="100000"/>
              </a:lnSpc>
              <a:spcBef>
                <a:spcPts val="0"/>
              </a:spcBef>
              <a:spcAft>
                <a:spcPts val="0"/>
              </a:spcAft>
              <a:buSzPts val="1100"/>
              <a:buNone/>
              <a:defRPr sz="1400"/>
            </a:lvl8pPr>
            <a:lvl9pPr lvl="8" marR="0" rtl="0" algn="l">
              <a:lnSpc>
                <a:spcPct val="100000"/>
              </a:lnSpc>
              <a:spcBef>
                <a:spcPts val="0"/>
              </a:spcBef>
              <a:spcAft>
                <a:spcPts val="0"/>
              </a:spcAft>
              <a:buSzPts val="1100"/>
              <a:buNone/>
              <a:defRPr sz="1400"/>
            </a:lvl9pPr>
          </a:lstStyle>
          <a:p/>
        </p:txBody>
      </p:sp>
      <p:sp>
        <p:nvSpPr>
          <p:cNvPr id="599" name="Google Shape;599;p74"/>
          <p:cNvSpPr txBox="1"/>
          <p:nvPr>
            <p:ph idx="1" type="body"/>
          </p:nvPr>
        </p:nvSpPr>
        <p:spPr>
          <a:xfrm>
            <a:off x="628650" y="1369219"/>
            <a:ext cx="3886200" cy="3263400"/>
          </a:xfrm>
          <a:prstGeom prst="rect">
            <a:avLst/>
          </a:prstGeom>
          <a:noFill/>
          <a:ln>
            <a:noFill/>
          </a:ln>
        </p:spPr>
        <p:txBody>
          <a:bodyPr anchorCtr="0" anchor="t" bIns="68575" lIns="68575" spcFirstLastPara="1" rIns="68575" wrap="square" tIns="68575">
            <a:spAutoFit/>
          </a:bodyPr>
          <a:lstStyle>
            <a:lvl1pPr indent="-361950" lvl="0" marL="457200" marR="0" rtl="0" algn="l">
              <a:lnSpc>
                <a:spcPct val="90000"/>
              </a:lnSpc>
              <a:spcBef>
                <a:spcPts val="500"/>
              </a:spcBef>
              <a:spcAft>
                <a:spcPts val="0"/>
              </a:spcAft>
              <a:buClr>
                <a:srgbClr val="126481"/>
              </a:buClr>
              <a:buSzPts val="2100"/>
              <a:buFont typeface="Arial"/>
              <a:buChar char="•"/>
              <a:defRPr b="0" i="0" sz="2100" u="none" cap="none" strike="noStrike">
                <a:solidFill>
                  <a:srgbClr val="126481"/>
                </a:solidFill>
                <a:latin typeface="Tahoma"/>
                <a:ea typeface="Tahoma"/>
                <a:cs typeface="Tahoma"/>
                <a:sym typeface="Tahoma"/>
              </a:defRPr>
            </a:lvl1pPr>
            <a:lvl2pPr indent="-342900" lvl="1" marL="914400" marR="0" rtl="0" algn="l">
              <a:lnSpc>
                <a:spcPct val="90000"/>
              </a:lnSpc>
              <a:spcBef>
                <a:spcPts val="500"/>
              </a:spcBef>
              <a:spcAft>
                <a:spcPts val="0"/>
              </a:spcAft>
              <a:buClr>
                <a:schemeClr val="accent4"/>
              </a:buClr>
              <a:buSzPts val="1800"/>
              <a:buFont typeface="Arial"/>
              <a:buChar char="•"/>
              <a:defRPr b="0" i="0" sz="1800" u="none" cap="none" strike="noStrike">
                <a:solidFill>
                  <a:schemeClr val="accent4"/>
                </a:solidFill>
                <a:latin typeface="Tahoma"/>
                <a:ea typeface="Tahoma"/>
                <a:cs typeface="Tahoma"/>
                <a:sym typeface="Tahoma"/>
              </a:defRPr>
            </a:lvl2pPr>
            <a:lvl3pPr indent="-323850" lvl="2" marL="1371600" marR="0" rtl="0" algn="l">
              <a:lnSpc>
                <a:spcPct val="90000"/>
              </a:lnSpc>
              <a:spcBef>
                <a:spcPts val="500"/>
              </a:spcBef>
              <a:spcAft>
                <a:spcPts val="0"/>
              </a:spcAft>
              <a:buClr>
                <a:schemeClr val="accent4"/>
              </a:buClr>
              <a:buSzPts val="1500"/>
              <a:buFont typeface="Arial"/>
              <a:buChar char="•"/>
              <a:defRPr b="0" i="0" sz="1500" u="none" cap="none" strike="noStrike">
                <a:solidFill>
                  <a:schemeClr val="accent4"/>
                </a:solidFill>
                <a:latin typeface="Tahoma"/>
                <a:ea typeface="Tahoma"/>
                <a:cs typeface="Tahoma"/>
                <a:sym typeface="Tahoma"/>
              </a:defRPr>
            </a:lvl3pPr>
            <a:lvl4pPr indent="-317500" lvl="3" marL="18288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4pPr>
            <a:lvl5pPr indent="-317500" lvl="4" marL="22860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9pPr>
          </a:lstStyle>
          <a:p/>
        </p:txBody>
      </p:sp>
      <p:sp>
        <p:nvSpPr>
          <p:cNvPr id="600" name="Google Shape;600;p74"/>
          <p:cNvSpPr txBox="1"/>
          <p:nvPr>
            <p:ph idx="2" type="body"/>
          </p:nvPr>
        </p:nvSpPr>
        <p:spPr>
          <a:xfrm>
            <a:off x="4629150" y="1369219"/>
            <a:ext cx="3886200" cy="3263400"/>
          </a:xfrm>
          <a:prstGeom prst="rect">
            <a:avLst/>
          </a:prstGeom>
          <a:noFill/>
          <a:ln>
            <a:noFill/>
          </a:ln>
        </p:spPr>
        <p:txBody>
          <a:bodyPr anchorCtr="0" anchor="t" bIns="68575" lIns="68575" spcFirstLastPara="1" rIns="68575" wrap="square" tIns="68575">
            <a:spAutoFit/>
          </a:bodyPr>
          <a:lstStyle>
            <a:lvl1pPr indent="-361950" lvl="0" marL="457200" marR="0" rtl="0" algn="l">
              <a:lnSpc>
                <a:spcPct val="90000"/>
              </a:lnSpc>
              <a:spcBef>
                <a:spcPts val="500"/>
              </a:spcBef>
              <a:spcAft>
                <a:spcPts val="0"/>
              </a:spcAft>
              <a:buClr>
                <a:srgbClr val="126481"/>
              </a:buClr>
              <a:buSzPts val="2100"/>
              <a:buFont typeface="Arial"/>
              <a:buChar char="•"/>
              <a:defRPr b="0" i="0" sz="2100" u="none" cap="none" strike="noStrike">
                <a:solidFill>
                  <a:srgbClr val="126481"/>
                </a:solidFill>
                <a:latin typeface="Tahoma"/>
                <a:ea typeface="Tahoma"/>
                <a:cs typeface="Tahoma"/>
                <a:sym typeface="Tahoma"/>
              </a:defRPr>
            </a:lvl1pPr>
            <a:lvl2pPr indent="-342900" lvl="1" marL="914400" marR="0" rtl="0" algn="l">
              <a:lnSpc>
                <a:spcPct val="90000"/>
              </a:lnSpc>
              <a:spcBef>
                <a:spcPts val="500"/>
              </a:spcBef>
              <a:spcAft>
                <a:spcPts val="0"/>
              </a:spcAft>
              <a:buClr>
                <a:schemeClr val="accent4"/>
              </a:buClr>
              <a:buSzPts val="1800"/>
              <a:buFont typeface="Arial"/>
              <a:buChar char="•"/>
              <a:defRPr b="0" i="0" sz="1800" u="none" cap="none" strike="noStrike">
                <a:solidFill>
                  <a:schemeClr val="accent4"/>
                </a:solidFill>
                <a:latin typeface="Tahoma"/>
                <a:ea typeface="Tahoma"/>
                <a:cs typeface="Tahoma"/>
                <a:sym typeface="Tahoma"/>
              </a:defRPr>
            </a:lvl2pPr>
            <a:lvl3pPr indent="-323850" lvl="2" marL="1371600" marR="0" rtl="0" algn="l">
              <a:lnSpc>
                <a:spcPct val="90000"/>
              </a:lnSpc>
              <a:spcBef>
                <a:spcPts val="500"/>
              </a:spcBef>
              <a:spcAft>
                <a:spcPts val="0"/>
              </a:spcAft>
              <a:buClr>
                <a:schemeClr val="accent4"/>
              </a:buClr>
              <a:buSzPts val="1500"/>
              <a:buFont typeface="Arial"/>
              <a:buChar char="•"/>
              <a:defRPr b="0" i="0" sz="1500" u="none" cap="none" strike="noStrike">
                <a:solidFill>
                  <a:schemeClr val="accent4"/>
                </a:solidFill>
                <a:latin typeface="Tahoma"/>
                <a:ea typeface="Tahoma"/>
                <a:cs typeface="Tahoma"/>
                <a:sym typeface="Tahoma"/>
              </a:defRPr>
            </a:lvl3pPr>
            <a:lvl4pPr indent="-317500" lvl="3" marL="18288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4pPr>
            <a:lvl5pPr indent="-317500" lvl="4" marL="22860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9pPr>
          </a:lstStyle>
          <a:p/>
        </p:txBody>
      </p:sp>
      <p:sp>
        <p:nvSpPr>
          <p:cNvPr id="601" name="Google Shape;601;p74"/>
          <p:cNvSpPr txBox="1"/>
          <p:nvPr>
            <p:ph idx="11" type="ftr"/>
          </p:nvPr>
        </p:nvSpPr>
        <p:spPr>
          <a:xfrm>
            <a:off x="3028950" y="4767263"/>
            <a:ext cx="3086100" cy="273900"/>
          </a:xfrm>
          <a:prstGeom prst="rect">
            <a:avLst/>
          </a:prstGeom>
          <a:noFill/>
          <a:ln>
            <a:noFill/>
          </a:ln>
        </p:spPr>
        <p:txBody>
          <a:bodyPr anchorCtr="0" anchor="t" bIns="68575" lIns="68575" spcFirstLastPara="1" rIns="68575" wrap="square" tIns="68575">
            <a:noAutofit/>
          </a:bodyPr>
          <a:lstStyle>
            <a:lvl1pPr lvl="0"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_2">
    <p:spTree>
      <p:nvGrpSpPr>
        <p:cNvPr id="602" name="Shape 602"/>
        <p:cNvGrpSpPr/>
        <p:nvPr/>
      </p:nvGrpSpPr>
      <p:grpSpPr>
        <a:xfrm>
          <a:off x="0" y="0"/>
          <a:ext cx="0" cy="0"/>
          <a:chOff x="0" y="0"/>
          <a:chExt cx="0" cy="0"/>
        </a:xfrm>
      </p:grpSpPr>
      <p:sp>
        <p:nvSpPr>
          <p:cNvPr id="603" name="Google Shape;603;p75"/>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13" u="none" cap="none" strike="noStrike">
              <a:solidFill>
                <a:schemeClr val="lt1"/>
              </a:solidFill>
              <a:latin typeface="Arial"/>
              <a:ea typeface="Arial"/>
              <a:cs typeface="Arial"/>
              <a:sym typeface="Arial"/>
            </a:endParaRPr>
          </a:p>
        </p:txBody>
      </p:sp>
      <p:sp>
        <p:nvSpPr>
          <p:cNvPr id="604" name="Google Shape;604;p75"/>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605" name="Google Shape;605;p75"/>
          <p:cNvSpPr/>
          <p:nvPr/>
        </p:nvSpPr>
        <p:spPr>
          <a:xfrm>
            <a:off x="6824193" y="1"/>
            <a:ext cx="2319807"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79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606" name="Google Shape;606;p75"/>
          <p:cNvSpPr txBox="1"/>
          <p:nvPr>
            <p:ph idx="1" type="body"/>
          </p:nvPr>
        </p:nvSpPr>
        <p:spPr>
          <a:xfrm>
            <a:off x="274320" y="231569"/>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607" name="Google Shape;607;p75"/>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u="none">
                <a:solidFill>
                  <a:srgbClr val="929292"/>
                </a:solidFill>
                <a:latin typeface="Arial"/>
                <a:ea typeface="Arial"/>
                <a:cs typeface="Arial"/>
                <a:sym typeface="Arial"/>
              </a:defRPr>
            </a:lvl1pPr>
            <a:lvl2pPr indent="0" lvl="1" marL="0" marR="0" rtl="0" algn="r">
              <a:spcBef>
                <a:spcPts val="0"/>
              </a:spcBef>
              <a:buNone/>
              <a:defRPr b="0" i="0" sz="600" u="none">
                <a:solidFill>
                  <a:srgbClr val="929292"/>
                </a:solidFill>
                <a:latin typeface="Arial"/>
                <a:ea typeface="Arial"/>
                <a:cs typeface="Arial"/>
                <a:sym typeface="Arial"/>
              </a:defRPr>
            </a:lvl2pPr>
            <a:lvl3pPr indent="0" lvl="2" marL="0" marR="0" rtl="0" algn="r">
              <a:spcBef>
                <a:spcPts val="0"/>
              </a:spcBef>
              <a:buNone/>
              <a:defRPr b="0" i="0" sz="600" u="none">
                <a:solidFill>
                  <a:srgbClr val="929292"/>
                </a:solidFill>
                <a:latin typeface="Arial"/>
                <a:ea typeface="Arial"/>
                <a:cs typeface="Arial"/>
                <a:sym typeface="Arial"/>
              </a:defRPr>
            </a:lvl3pPr>
            <a:lvl4pPr indent="0" lvl="3" marL="0" marR="0" rtl="0" algn="r">
              <a:spcBef>
                <a:spcPts val="0"/>
              </a:spcBef>
              <a:buNone/>
              <a:defRPr b="0" i="0" sz="600" u="none">
                <a:solidFill>
                  <a:srgbClr val="929292"/>
                </a:solidFill>
                <a:latin typeface="Arial"/>
                <a:ea typeface="Arial"/>
                <a:cs typeface="Arial"/>
                <a:sym typeface="Arial"/>
              </a:defRPr>
            </a:lvl4pPr>
            <a:lvl5pPr indent="0" lvl="4" marL="0" marR="0" rtl="0" algn="r">
              <a:spcBef>
                <a:spcPts val="0"/>
              </a:spcBef>
              <a:buNone/>
              <a:defRPr b="0" i="0" sz="600" u="none">
                <a:solidFill>
                  <a:srgbClr val="929292"/>
                </a:solidFill>
                <a:latin typeface="Arial"/>
                <a:ea typeface="Arial"/>
                <a:cs typeface="Arial"/>
                <a:sym typeface="Arial"/>
              </a:defRPr>
            </a:lvl5pPr>
            <a:lvl6pPr indent="0" lvl="5" marL="0" marR="0" rtl="0" algn="r">
              <a:spcBef>
                <a:spcPts val="0"/>
              </a:spcBef>
              <a:buNone/>
              <a:defRPr b="0" i="0" sz="600" u="none">
                <a:solidFill>
                  <a:srgbClr val="929292"/>
                </a:solidFill>
                <a:latin typeface="Arial"/>
                <a:ea typeface="Arial"/>
                <a:cs typeface="Arial"/>
                <a:sym typeface="Arial"/>
              </a:defRPr>
            </a:lvl6pPr>
            <a:lvl7pPr indent="0" lvl="6" marL="0" marR="0" rtl="0" algn="r">
              <a:spcBef>
                <a:spcPts val="0"/>
              </a:spcBef>
              <a:buNone/>
              <a:defRPr b="0" i="0" sz="600" u="none">
                <a:solidFill>
                  <a:srgbClr val="929292"/>
                </a:solidFill>
                <a:latin typeface="Arial"/>
                <a:ea typeface="Arial"/>
                <a:cs typeface="Arial"/>
                <a:sym typeface="Arial"/>
              </a:defRPr>
            </a:lvl7pPr>
            <a:lvl8pPr indent="0" lvl="7" marL="0" marR="0" rtl="0" algn="r">
              <a:spcBef>
                <a:spcPts val="0"/>
              </a:spcBef>
              <a:buNone/>
              <a:defRPr b="0" i="0" sz="600" u="none">
                <a:solidFill>
                  <a:srgbClr val="929292"/>
                </a:solidFill>
                <a:latin typeface="Arial"/>
                <a:ea typeface="Arial"/>
                <a:cs typeface="Arial"/>
                <a:sym typeface="Arial"/>
              </a:defRPr>
            </a:lvl8pPr>
            <a:lvl9pPr indent="0" lvl="8" marL="0" marR="0" rtl="0" algn="r">
              <a:spcBef>
                <a:spcPts val="0"/>
              </a:spcBef>
              <a:buNone/>
              <a:defRPr b="0" i="0" sz="600" u="non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08" name="Google Shape;608;p75"/>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1">
  <p:cSld name="1_Blank (footer only) 8">
    <p:bg>
      <p:bgPr>
        <a:solidFill>
          <a:schemeClr val="lt1"/>
        </a:solidFill>
      </p:bgPr>
    </p:bg>
    <p:spTree>
      <p:nvGrpSpPr>
        <p:cNvPr id="609" name="Shape 609"/>
        <p:cNvGrpSpPr/>
        <p:nvPr/>
      </p:nvGrpSpPr>
      <p:grpSpPr>
        <a:xfrm>
          <a:off x="0" y="0"/>
          <a:ext cx="0" cy="0"/>
          <a:chOff x="0" y="0"/>
          <a:chExt cx="0" cy="0"/>
        </a:xfrm>
      </p:grpSpPr>
      <p:sp>
        <p:nvSpPr>
          <p:cNvPr id="610" name="Google Shape;610;p7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11" name="Google Shape;611;p7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12" name="Google Shape;612;p7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 Only">
  <p:cSld name="Title + Sub Only">
    <p:spTree>
      <p:nvGrpSpPr>
        <p:cNvPr id="613" name="Shape 613"/>
        <p:cNvGrpSpPr/>
        <p:nvPr/>
      </p:nvGrpSpPr>
      <p:grpSpPr>
        <a:xfrm>
          <a:off x="0" y="0"/>
          <a:ext cx="0" cy="0"/>
          <a:chOff x="0" y="0"/>
          <a:chExt cx="0" cy="0"/>
        </a:xfrm>
      </p:grpSpPr>
      <p:sp>
        <p:nvSpPr>
          <p:cNvPr id="614" name="Google Shape;614;p77"/>
          <p:cNvSpPr txBox="1"/>
          <p:nvPr>
            <p:ph type="title"/>
          </p:nvPr>
        </p:nvSpPr>
        <p:spPr>
          <a:xfrm>
            <a:off x="504294" y="274639"/>
            <a:ext cx="8106300" cy="391500"/>
          </a:xfrm>
          <a:prstGeom prst="rect">
            <a:avLst/>
          </a:prstGeom>
          <a:noFill/>
          <a:ln>
            <a:noFill/>
          </a:ln>
        </p:spPr>
        <p:txBody>
          <a:bodyPr anchorCtr="0" anchor="t" bIns="91425" lIns="91425" spcFirstLastPara="1" rIns="91425" wrap="square" tIns="91425">
            <a:spAutoFit/>
          </a:bodyPr>
          <a:lstStyle>
            <a:lvl1pPr lvl="0" rtl="0" algn="l">
              <a:lnSpc>
                <a:spcPct val="90000"/>
              </a:lnSpc>
              <a:spcBef>
                <a:spcPts val="0"/>
              </a:spcBef>
              <a:spcAft>
                <a:spcPts val="0"/>
              </a:spcAft>
              <a:buSzPts val="2600"/>
              <a:buNone/>
              <a:defRPr b="1" sz="2800" cap="none">
                <a:solidFill>
                  <a:schemeClr val="dk1"/>
                </a:solidFill>
                <a:latin typeface="Arial"/>
                <a:ea typeface="Arial"/>
                <a:cs typeface="Arial"/>
                <a:sym typeface="Arial"/>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615" name="Google Shape;615;p77"/>
          <p:cNvSpPr txBox="1"/>
          <p:nvPr>
            <p:ph idx="1" type="body"/>
          </p:nvPr>
        </p:nvSpPr>
        <p:spPr>
          <a:xfrm>
            <a:off x="504294" y="730406"/>
            <a:ext cx="8106300" cy="243600"/>
          </a:xfrm>
          <a:prstGeom prst="rect">
            <a:avLst/>
          </a:prstGeom>
          <a:noFill/>
          <a:ln>
            <a:noFill/>
          </a:ln>
        </p:spPr>
        <p:txBody>
          <a:bodyPr anchorCtr="0" anchor="t" bIns="0" lIns="91425" spcFirstLastPara="1" rIns="91425" wrap="square" tIns="0">
            <a:noAutofit/>
          </a:bodyPr>
          <a:lstStyle>
            <a:lvl1pPr indent="-228600" lvl="0" marL="457200" rtl="0" algn="l">
              <a:lnSpc>
                <a:spcPct val="115000"/>
              </a:lnSpc>
              <a:spcBef>
                <a:spcPts val="0"/>
              </a:spcBef>
              <a:spcAft>
                <a:spcPts val="0"/>
              </a:spcAft>
              <a:buSzPts val="1800"/>
              <a:buFont typeface="Arial"/>
              <a:buNone/>
              <a:defRPr sz="2000">
                <a:solidFill>
                  <a:schemeClr val="accent5"/>
                </a:solidFill>
                <a:latin typeface="Arial"/>
                <a:ea typeface="Arial"/>
                <a:cs typeface="Arial"/>
                <a:sym typeface="Arial"/>
              </a:defRPr>
            </a:lvl1pPr>
            <a:lvl2pPr indent="-228600" lvl="1" marL="914400" rtl="0" algn="l">
              <a:lnSpc>
                <a:spcPct val="115000"/>
              </a:lnSpc>
              <a:spcBef>
                <a:spcPts val="1000"/>
              </a:spcBef>
              <a:spcAft>
                <a:spcPts val="0"/>
              </a:spcAft>
              <a:buSzPts val="1800"/>
              <a:buFont typeface="Arial"/>
              <a:buNone/>
              <a:defRPr sz="1600">
                <a:solidFill>
                  <a:srgbClr val="7C7C7C"/>
                </a:solidFill>
              </a:defRPr>
            </a:lvl2pPr>
            <a:lvl3pPr indent="-228600" lvl="2" marL="1371600" rtl="0" algn="l">
              <a:lnSpc>
                <a:spcPct val="115000"/>
              </a:lnSpc>
              <a:spcBef>
                <a:spcPts val="1000"/>
              </a:spcBef>
              <a:spcAft>
                <a:spcPts val="0"/>
              </a:spcAft>
              <a:buSzPts val="1400"/>
              <a:buFont typeface="Arial"/>
              <a:buNone/>
              <a:defRPr sz="1600">
                <a:solidFill>
                  <a:srgbClr val="7C7C7C"/>
                </a:solidFill>
              </a:defRPr>
            </a:lvl3pPr>
            <a:lvl4pPr indent="-228600" lvl="3" marL="1828800" rtl="0" algn="l">
              <a:lnSpc>
                <a:spcPct val="115000"/>
              </a:lnSpc>
              <a:spcBef>
                <a:spcPts val="1000"/>
              </a:spcBef>
              <a:spcAft>
                <a:spcPts val="0"/>
              </a:spcAft>
              <a:buSzPts val="1400"/>
              <a:buFont typeface="Arial"/>
              <a:buNone/>
              <a:defRPr sz="1600">
                <a:solidFill>
                  <a:srgbClr val="7C7C7C"/>
                </a:solidFill>
              </a:defRPr>
            </a:lvl4pPr>
            <a:lvl5pPr indent="-228600" lvl="4" marL="2286000" rtl="0" algn="l">
              <a:lnSpc>
                <a:spcPct val="115000"/>
              </a:lnSpc>
              <a:spcBef>
                <a:spcPts val="1000"/>
              </a:spcBef>
              <a:spcAft>
                <a:spcPts val="0"/>
              </a:spcAft>
              <a:buSzPts val="1400"/>
              <a:buFont typeface="Arial"/>
              <a:buNone/>
              <a:defRPr sz="1600">
                <a:solidFill>
                  <a:srgbClr val="7C7C7C"/>
                </a:solidFill>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616" name="Google Shape;616;p77"/>
          <p:cNvSpPr txBox="1"/>
          <p:nvPr/>
        </p:nvSpPr>
        <p:spPr>
          <a:xfrm>
            <a:off x="8581835"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617" name="Google Shape;617;p77"/>
          <p:cNvSpPr txBox="1"/>
          <p:nvPr/>
        </p:nvSpPr>
        <p:spPr>
          <a:xfrm>
            <a:off x="8583303"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618" name="Google Shape;618;p77"/>
          <p:cNvSpPr txBox="1"/>
          <p:nvPr/>
        </p:nvSpPr>
        <p:spPr>
          <a:xfrm>
            <a:off x="8583303" y="4748694"/>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619" name="Google Shape;619;p77"/>
          <p:cNvSpPr txBox="1"/>
          <p:nvPr/>
        </p:nvSpPr>
        <p:spPr>
          <a:xfrm>
            <a:off x="8583303" y="4758619"/>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620" name="Google Shape;620;p77"/>
          <p:cNvSpPr txBox="1"/>
          <p:nvPr/>
        </p:nvSpPr>
        <p:spPr>
          <a:xfrm>
            <a:off x="8583303" y="4751598"/>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rgbClr val="7C7C7C"/>
                </a:solidFill>
                <a:latin typeface="Arial"/>
                <a:ea typeface="Arial"/>
                <a:cs typeface="Arial"/>
                <a:sym typeface="Arial"/>
              </a:rPr>
              <a:t>‹#›</a:t>
            </a:fld>
            <a:endParaRPr b="0" i="0" sz="800" u="none" cap="none" strike="noStrike">
              <a:solidFill>
                <a:srgbClr val="7C7C7C"/>
              </a:solidFill>
              <a:latin typeface="Arial"/>
              <a:ea typeface="Arial"/>
              <a:cs typeface="Arial"/>
              <a:sym typeface="Arial"/>
            </a:endParaRPr>
          </a:p>
        </p:txBody>
      </p:sp>
      <p:sp>
        <p:nvSpPr>
          <p:cNvPr id="621" name="Google Shape;621;p77"/>
          <p:cNvSpPr txBox="1"/>
          <p:nvPr/>
        </p:nvSpPr>
        <p:spPr>
          <a:xfrm>
            <a:off x="8581835"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rgbClr val="7C7C7C"/>
                </a:solidFill>
                <a:latin typeface="Arial"/>
                <a:ea typeface="Arial"/>
                <a:cs typeface="Arial"/>
                <a:sym typeface="Arial"/>
              </a:rPr>
              <a:t>‹#›</a:t>
            </a:fld>
            <a:endParaRPr b="0" i="0" sz="800" u="none" cap="none" strike="noStrike">
              <a:solidFill>
                <a:srgbClr val="7C7C7C"/>
              </a:solidFill>
              <a:latin typeface="Arial"/>
              <a:ea typeface="Arial"/>
              <a:cs typeface="Arial"/>
              <a:sym typeface="Arial"/>
            </a:endParaRPr>
          </a:p>
        </p:txBody>
      </p:sp>
      <p:grpSp>
        <p:nvGrpSpPr>
          <p:cNvPr id="622" name="Google Shape;622;p77"/>
          <p:cNvGrpSpPr/>
          <p:nvPr/>
        </p:nvGrpSpPr>
        <p:grpSpPr>
          <a:xfrm>
            <a:off x="-248187" y="359229"/>
            <a:ext cx="173816" cy="1051560"/>
            <a:chOff x="-111012" y="359229"/>
            <a:chExt cx="1158000" cy="1051560"/>
          </a:xfrm>
        </p:grpSpPr>
        <p:cxnSp>
          <p:nvCxnSpPr>
            <p:cNvPr id="623" name="Google Shape;623;p77"/>
            <p:cNvCxnSpPr/>
            <p:nvPr/>
          </p:nvCxnSpPr>
          <p:spPr>
            <a:xfrm rot="10800000">
              <a:off x="-111012" y="613954"/>
              <a:ext cx="1158000" cy="0"/>
            </a:xfrm>
            <a:prstGeom prst="straightConnector1">
              <a:avLst/>
            </a:prstGeom>
            <a:noFill/>
            <a:ln cap="flat" cmpd="sng" w="9525">
              <a:solidFill>
                <a:srgbClr val="F2F2F2"/>
              </a:solidFill>
              <a:prstDash val="solid"/>
              <a:round/>
              <a:headEnd len="sm" w="sm" type="none"/>
              <a:tailEnd len="sm" w="sm" type="none"/>
            </a:ln>
          </p:spPr>
        </p:cxnSp>
        <p:cxnSp>
          <p:nvCxnSpPr>
            <p:cNvPr id="624" name="Google Shape;624;p77"/>
            <p:cNvCxnSpPr/>
            <p:nvPr/>
          </p:nvCxnSpPr>
          <p:spPr>
            <a:xfrm rot="10800000">
              <a:off x="-111012" y="947057"/>
              <a:ext cx="1158000" cy="0"/>
            </a:xfrm>
            <a:prstGeom prst="straightConnector1">
              <a:avLst/>
            </a:prstGeom>
            <a:noFill/>
            <a:ln cap="flat" cmpd="sng" w="9525">
              <a:solidFill>
                <a:srgbClr val="F2F2F2"/>
              </a:solidFill>
              <a:prstDash val="solid"/>
              <a:round/>
              <a:headEnd len="sm" w="sm" type="none"/>
              <a:tailEnd len="sm" w="sm" type="none"/>
            </a:ln>
          </p:spPr>
        </p:cxnSp>
        <p:cxnSp>
          <p:nvCxnSpPr>
            <p:cNvPr id="625" name="Google Shape;625;p77"/>
            <p:cNvCxnSpPr/>
            <p:nvPr/>
          </p:nvCxnSpPr>
          <p:spPr>
            <a:xfrm rot="10800000">
              <a:off x="-111012" y="359229"/>
              <a:ext cx="1158000" cy="0"/>
            </a:xfrm>
            <a:prstGeom prst="straightConnector1">
              <a:avLst/>
            </a:prstGeom>
            <a:noFill/>
            <a:ln cap="flat" cmpd="sng" w="9525">
              <a:solidFill>
                <a:srgbClr val="F2F2F2"/>
              </a:solidFill>
              <a:prstDash val="solid"/>
              <a:round/>
              <a:headEnd len="sm" w="sm" type="none"/>
              <a:tailEnd len="sm" w="sm" type="none"/>
            </a:ln>
          </p:spPr>
        </p:cxnSp>
        <p:cxnSp>
          <p:nvCxnSpPr>
            <p:cNvPr id="626" name="Google Shape;626;p77"/>
            <p:cNvCxnSpPr/>
            <p:nvPr/>
          </p:nvCxnSpPr>
          <p:spPr>
            <a:xfrm rot="10800000">
              <a:off x="-111012" y="751114"/>
              <a:ext cx="1158000" cy="0"/>
            </a:xfrm>
            <a:prstGeom prst="straightConnector1">
              <a:avLst/>
            </a:prstGeom>
            <a:noFill/>
            <a:ln cap="flat" cmpd="sng" w="9525">
              <a:solidFill>
                <a:srgbClr val="F2F2F2"/>
              </a:solidFill>
              <a:prstDash val="solid"/>
              <a:round/>
              <a:headEnd len="sm" w="sm" type="none"/>
              <a:tailEnd len="sm" w="sm" type="none"/>
            </a:ln>
          </p:spPr>
        </p:cxnSp>
        <p:cxnSp>
          <p:nvCxnSpPr>
            <p:cNvPr id="627" name="Google Shape;627;p77"/>
            <p:cNvCxnSpPr/>
            <p:nvPr/>
          </p:nvCxnSpPr>
          <p:spPr>
            <a:xfrm rot="10800000">
              <a:off x="-111012" y="1208314"/>
              <a:ext cx="1158000" cy="0"/>
            </a:xfrm>
            <a:prstGeom prst="straightConnector1">
              <a:avLst/>
            </a:prstGeom>
            <a:noFill/>
            <a:ln cap="flat" cmpd="sng" w="9525">
              <a:solidFill>
                <a:srgbClr val="F2F2F2"/>
              </a:solidFill>
              <a:prstDash val="solid"/>
              <a:round/>
              <a:headEnd len="sm" w="sm" type="none"/>
              <a:tailEnd len="sm" w="sm" type="none"/>
            </a:ln>
          </p:spPr>
        </p:cxnSp>
        <p:cxnSp>
          <p:nvCxnSpPr>
            <p:cNvPr id="628" name="Google Shape;628;p77"/>
            <p:cNvCxnSpPr/>
            <p:nvPr/>
          </p:nvCxnSpPr>
          <p:spPr>
            <a:xfrm rot="10800000">
              <a:off x="-111012" y="1410789"/>
              <a:ext cx="1158000" cy="0"/>
            </a:xfrm>
            <a:prstGeom prst="straightConnector1">
              <a:avLst/>
            </a:prstGeom>
            <a:noFill/>
            <a:ln cap="flat" cmpd="sng" w="9525">
              <a:solidFill>
                <a:srgbClr val="F2F2F2"/>
              </a:solidFill>
              <a:prstDash val="solid"/>
              <a:round/>
              <a:headEnd len="sm" w="sm" type="none"/>
              <a:tailEnd len="sm" w="sm" type="none"/>
            </a:ln>
          </p:spPr>
        </p:cxnSp>
      </p:grpSp>
      <p:sp>
        <p:nvSpPr>
          <p:cNvPr id="629" name="Google Shape;629;p7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30" name="Google Shape;630;p7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_3">
    <p:spTree>
      <p:nvGrpSpPr>
        <p:cNvPr id="631" name="Shape 631"/>
        <p:cNvGrpSpPr/>
        <p:nvPr/>
      </p:nvGrpSpPr>
      <p:grpSpPr>
        <a:xfrm>
          <a:off x="0" y="0"/>
          <a:ext cx="0" cy="0"/>
          <a:chOff x="0" y="0"/>
          <a:chExt cx="0" cy="0"/>
        </a:xfrm>
      </p:grpSpPr>
      <p:sp>
        <p:nvSpPr>
          <p:cNvPr id="632" name="Google Shape;632;p78"/>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633" name="Google Shape;633;p78"/>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634" name="Google Shape;634;p78"/>
          <p:cNvSpPr/>
          <p:nvPr/>
        </p:nvSpPr>
        <p:spPr>
          <a:xfrm>
            <a:off x="6762749" y="1"/>
            <a:ext cx="2443530"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79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635" name="Google Shape;635;p78"/>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636" name="Google Shape;636;p7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7" name="Google Shape;637;p78"/>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638" name="Google Shape;638;p78"/>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a:solidFill>
                  <a:srgbClr val="929292"/>
                </a:solidFill>
                <a:latin typeface="Arial"/>
                <a:ea typeface="Arial"/>
                <a:cs typeface="Arial"/>
                <a:sym typeface="Arial"/>
              </a:defRPr>
            </a:lvl1pPr>
            <a:lvl2pPr indent="0" lvl="1" marL="0" marR="0" rtl="0" algn="r">
              <a:spcBef>
                <a:spcPts val="0"/>
              </a:spcBef>
              <a:buNone/>
              <a:defRPr b="0" i="0" sz="600">
                <a:solidFill>
                  <a:srgbClr val="929292"/>
                </a:solidFill>
                <a:latin typeface="Arial"/>
                <a:ea typeface="Arial"/>
                <a:cs typeface="Arial"/>
                <a:sym typeface="Arial"/>
              </a:defRPr>
            </a:lvl2pPr>
            <a:lvl3pPr indent="0" lvl="2" marL="0" marR="0" rtl="0" algn="r">
              <a:spcBef>
                <a:spcPts val="0"/>
              </a:spcBef>
              <a:buNone/>
              <a:defRPr b="0" i="0" sz="600">
                <a:solidFill>
                  <a:srgbClr val="929292"/>
                </a:solidFill>
                <a:latin typeface="Arial"/>
                <a:ea typeface="Arial"/>
                <a:cs typeface="Arial"/>
                <a:sym typeface="Arial"/>
              </a:defRPr>
            </a:lvl3pPr>
            <a:lvl4pPr indent="0" lvl="3" marL="0" marR="0" rtl="0" algn="r">
              <a:spcBef>
                <a:spcPts val="0"/>
              </a:spcBef>
              <a:buNone/>
              <a:defRPr b="0" i="0" sz="600">
                <a:solidFill>
                  <a:srgbClr val="929292"/>
                </a:solidFill>
                <a:latin typeface="Arial"/>
                <a:ea typeface="Arial"/>
                <a:cs typeface="Arial"/>
                <a:sym typeface="Arial"/>
              </a:defRPr>
            </a:lvl4pPr>
            <a:lvl5pPr indent="0" lvl="4" marL="0" marR="0" rtl="0" algn="r">
              <a:spcBef>
                <a:spcPts val="0"/>
              </a:spcBef>
              <a:buNone/>
              <a:defRPr b="0" i="0" sz="600">
                <a:solidFill>
                  <a:srgbClr val="929292"/>
                </a:solidFill>
                <a:latin typeface="Arial"/>
                <a:ea typeface="Arial"/>
                <a:cs typeface="Arial"/>
                <a:sym typeface="Arial"/>
              </a:defRPr>
            </a:lvl5pPr>
            <a:lvl6pPr indent="0" lvl="5" marL="0" marR="0" rtl="0" algn="r">
              <a:spcBef>
                <a:spcPts val="0"/>
              </a:spcBef>
              <a:buNone/>
              <a:defRPr b="0" i="0" sz="600">
                <a:solidFill>
                  <a:srgbClr val="929292"/>
                </a:solidFill>
                <a:latin typeface="Arial"/>
                <a:ea typeface="Arial"/>
                <a:cs typeface="Arial"/>
                <a:sym typeface="Arial"/>
              </a:defRPr>
            </a:lvl6pPr>
            <a:lvl7pPr indent="0" lvl="6" marL="0" marR="0" rtl="0" algn="r">
              <a:spcBef>
                <a:spcPts val="0"/>
              </a:spcBef>
              <a:buNone/>
              <a:defRPr b="0" i="0" sz="600">
                <a:solidFill>
                  <a:srgbClr val="929292"/>
                </a:solidFill>
                <a:latin typeface="Arial"/>
                <a:ea typeface="Arial"/>
                <a:cs typeface="Arial"/>
                <a:sym typeface="Arial"/>
              </a:defRPr>
            </a:lvl7pPr>
            <a:lvl8pPr indent="0" lvl="7" marL="0" marR="0" rtl="0" algn="r">
              <a:spcBef>
                <a:spcPts val="0"/>
              </a:spcBef>
              <a:buNone/>
              <a:defRPr b="0" i="0" sz="600">
                <a:solidFill>
                  <a:srgbClr val="929292"/>
                </a:solidFill>
                <a:latin typeface="Arial"/>
                <a:ea typeface="Arial"/>
                <a:cs typeface="Arial"/>
                <a:sym typeface="Arial"/>
              </a:defRPr>
            </a:lvl8pPr>
            <a:lvl9pPr indent="0" lvl="8" marL="0" marR="0" rtl="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5">
  <p:cSld name="Multi-use layout_12">
    <p:spTree>
      <p:nvGrpSpPr>
        <p:cNvPr id="639" name="Shape 639"/>
        <p:cNvGrpSpPr/>
        <p:nvPr/>
      </p:nvGrpSpPr>
      <p:grpSpPr>
        <a:xfrm>
          <a:off x="0" y="0"/>
          <a:ext cx="0" cy="0"/>
          <a:chOff x="0" y="0"/>
          <a:chExt cx="0" cy="0"/>
        </a:xfrm>
      </p:grpSpPr>
      <p:sp>
        <p:nvSpPr>
          <p:cNvPr id="640" name="Google Shape;640;p7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41" name="Google Shape;641;p7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2" name="Google Shape;642;p79"/>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643" name="Google Shape;643;p7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44" name="Google Shape;644;p7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645" name="Google Shape;645;p7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79"/>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647" name="Shape 647"/>
        <p:cNvGrpSpPr/>
        <p:nvPr/>
      </p:nvGrpSpPr>
      <p:grpSpPr>
        <a:xfrm>
          <a:off x="0" y="0"/>
          <a:ext cx="0" cy="0"/>
          <a:chOff x="0" y="0"/>
          <a:chExt cx="0" cy="0"/>
        </a:xfrm>
      </p:grpSpPr>
      <p:sp>
        <p:nvSpPr>
          <p:cNvPr id="648" name="Google Shape;648;p80"/>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chemeClr val="lt1"/>
                </a:solidFill>
              </a:rPr>
              <a:t>© 2025 </a:t>
            </a:r>
            <a:r>
              <a:rPr b="0" i="0" lang="en" sz="600" u="none" cap="none" strike="noStrike">
                <a:solidFill>
                  <a:schemeClr val="lt1"/>
                </a:solidFill>
                <a:latin typeface="Arial"/>
                <a:ea typeface="Arial"/>
                <a:cs typeface="Arial"/>
                <a:sym typeface="Arial"/>
              </a:rPr>
              <a:t>Snowflake Inc. All Rights Reserved</a:t>
            </a:r>
            <a:endParaRPr b="0" i="0" sz="600" u="none" cap="none" strike="noStrike">
              <a:solidFill>
                <a:schemeClr val="lt1"/>
              </a:solidFill>
              <a:latin typeface="Arial"/>
              <a:ea typeface="Arial"/>
              <a:cs typeface="Arial"/>
              <a:sym typeface="Arial"/>
            </a:endParaRPr>
          </a:p>
        </p:txBody>
      </p:sp>
      <p:sp>
        <p:nvSpPr>
          <p:cNvPr id="649" name="Google Shape;649;p8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650" name="Google Shape;650;p80"/>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651" name="Google Shape;651;p80"/>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652" name="Google Shape;652;p80"/>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653" name="Shape 653"/>
        <p:cNvGrpSpPr/>
        <p:nvPr/>
      </p:nvGrpSpPr>
      <p:grpSpPr>
        <a:xfrm>
          <a:off x="0" y="0"/>
          <a:ext cx="0" cy="0"/>
          <a:chOff x="0" y="0"/>
          <a:chExt cx="0" cy="0"/>
        </a:xfrm>
      </p:grpSpPr>
      <p:sp>
        <p:nvSpPr>
          <p:cNvPr id="654" name="Google Shape;654;p81"/>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655" name="Google Shape;655;p81"/>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6" name="Google Shape;656;p81"/>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657" name="Google Shape;657;p81"/>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658" name="Google Shape;658;p81"/>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659" name="Google Shape;659;p81"/>
          <p:cNvSpPr txBox="1"/>
          <p:nvPr>
            <p:ph idx="3" type="body"/>
          </p:nvPr>
        </p:nvSpPr>
        <p:spPr>
          <a:xfrm>
            <a:off x="4673192"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660" name="Google Shape;660;p81"/>
          <p:cNvSpPr txBox="1"/>
          <p:nvPr>
            <p:ph idx="4" type="body"/>
          </p:nvPr>
        </p:nvSpPr>
        <p:spPr>
          <a:xfrm>
            <a:off x="688700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661" name="Google Shape;661;p81"/>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662" name="Google Shape;662;p81"/>
          <p:cNvSpPr txBox="1"/>
          <p:nvPr>
            <p:ph idx="5"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663" name="Google Shape;663;p8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1">
  <p:cSld name="Multi-use layout_13">
    <p:spTree>
      <p:nvGrpSpPr>
        <p:cNvPr id="664" name="Shape 664"/>
        <p:cNvGrpSpPr/>
        <p:nvPr/>
      </p:nvGrpSpPr>
      <p:grpSpPr>
        <a:xfrm>
          <a:off x="0" y="0"/>
          <a:ext cx="0" cy="0"/>
          <a:chOff x="0" y="0"/>
          <a:chExt cx="0" cy="0"/>
        </a:xfrm>
      </p:grpSpPr>
      <p:sp>
        <p:nvSpPr>
          <p:cNvPr id="665" name="Google Shape;665;p8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66" name="Google Shape;666;p8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7" name="Google Shape;667;p82"/>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1000"/>
              </a:spcBef>
              <a:spcAft>
                <a:spcPts val="0"/>
              </a:spcAft>
              <a:buSzPts val="1400"/>
              <a:buNone/>
              <a:defRPr/>
            </a:lvl2pPr>
            <a:lvl3pPr lvl="2">
              <a:spcBef>
                <a:spcPts val="1000"/>
              </a:spcBef>
              <a:spcAft>
                <a:spcPts val="0"/>
              </a:spcAft>
              <a:buSzPts val="1400"/>
              <a:buNone/>
              <a:defRPr/>
            </a:lvl3pPr>
            <a:lvl4pPr lvl="3">
              <a:spcBef>
                <a:spcPts val="1000"/>
              </a:spcBef>
              <a:spcAft>
                <a:spcPts val="0"/>
              </a:spcAft>
              <a:buSzPts val="1400"/>
              <a:buNone/>
              <a:defRPr/>
            </a:lvl4pPr>
            <a:lvl5pPr lvl="4">
              <a:spcBef>
                <a:spcPts val="1000"/>
              </a:spcBef>
              <a:spcAft>
                <a:spcPts val="0"/>
              </a:spcAft>
              <a:buSzPts val="14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668" name="Google Shape;668;p8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669" name="Google Shape;669;p8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70" name="Google Shape;670;p8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671" name="Google Shape;671;p8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2" name="Shape 672"/>
        <p:cNvGrpSpPr/>
        <p:nvPr/>
      </p:nvGrpSpPr>
      <p:grpSpPr>
        <a:xfrm>
          <a:off x="0" y="0"/>
          <a:ext cx="0" cy="0"/>
          <a:chOff x="0" y="0"/>
          <a:chExt cx="0" cy="0"/>
        </a:xfrm>
      </p:grpSpPr>
      <p:sp>
        <p:nvSpPr>
          <p:cNvPr id="673" name="Google Shape;673;p8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4" name="Google Shape;674;p8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5" name="Google Shape;675;p8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2">
  <p:cSld name="Multi-use layout_14">
    <p:spTree>
      <p:nvGrpSpPr>
        <p:cNvPr id="676" name="Shape 676"/>
        <p:cNvGrpSpPr/>
        <p:nvPr/>
      </p:nvGrpSpPr>
      <p:grpSpPr>
        <a:xfrm>
          <a:off x="0" y="0"/>
          <a:ext cx="0" cy="0"/>
          <a:chOff x="0" y="0"/>
          <a:chExt cx="0" cy="0"/>
        </a:xfrm>
      </p:grpSpPr>
      <p:sp>
        <p:nvSpPr>
          <p:cNvPr id="677" name="Google Shape;677;p8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78" name="Google Shape;678;p8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79" name="Google Shape;679;p8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680" name="Google Shape;680;p8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81" name="Google Shape;681;p8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682" name="Google Shape;682;p8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84"/>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3">
  <p:cSld name="Multi-use layout_15">
    <p:spTree>
      <p:nvGrpSpPr>
        <p:cNvPr id="684" name="Shape 684"/>
        <p:cNvGrpSpPr/>
        <p:nvPr/>
      </p:nvGrpSpPr>
      <p:grpSpPr>
        <a:xfrm>
          <a:off x="0" y="0"/>
          <a:ext cx="0" cy="0"/>
          <a:chOff x="0" y="0"/>
          <a:chExt cx="0" cy="0"/>
        </a:xfrm>
      </p:grpSpPr>
      <p:sp>
        <p:nvSpPr>
          <p:cNvPr id="685" name="Google Shape;685;p8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86" name="Google Shape;686;p8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7" name="Google Shape;687;p8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688" name="Google Shape;688;p8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89" name="Google Shape;689;p8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2024</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690" name="Google Shape;690;p8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85"/>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2" name="Shape 692"/>
        <p:cNvGrpSpPr/>
        <p:nvPr/>
      </p:nvGrpSpPr>
      <p:grpSpPr>
        <a:xfrm>
          <a:off x="0" y="0"/>
          <a:ext cx="0" cy="0"/>
          <a:chOff x="0" y="0"/>
          <a:chExt cx="0" cy="0"/>
        </a:xfrm>
      </p:grpSpPr>
      <p:sp>
        <p:nvSpPr>
          <p:cNvPr id="693" name="Google Shape;693;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694" name="Google Shape;694;p86"/>
          <p:cNvSpPr txBox="1"/>
          <p:nvPr>
            <p:ph idx="12" type="sldNum"/>
          </p:nvPr>
        </p:nvSpPr>
        <p:spPr>
          <a:xfrm>
            <a:off x="8472458" y="4663217"/>
            <a:ext cx="548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4">
  <p:cSld name="Multi-use layout_16">
    <p:spTree>
      <p:nvGrpSpPr>
        <p:cNvPr id="695" name="Shape 695"/>
        <p:cNvGrpSpPr/>
        <p:nvPr/>
      </p:nvGrpSpPr>
      <p:grpSpPr>
        <a:xfrm>
          <a:off x="0" y="0"/>
          <a:ext cx="0" cy="0"/>
          <a:chOff x="0" y="0"/>
          <a:chExt cx="0" cy="0"/>
        </a:xfrm>
      </p:grpSpPr>
      <p:sp>
        <p:nvSpPr>
          <p:cNvPr id="696" name="Google Shape;696;p87"/>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97" name="Google Shape;697;p87"/>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8" name="Google Shape;698;p87"/>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699" name="Google Shape;699;p87"/>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00" name="Google Shape;700;p87"/>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701" name="Google Shape;701;p87"/>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87"/>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2">
    <p:spTree>
      <p:nvGrpSpPr>
        <p:cNvPr id="708" name="Shape 708"/>
        <p:cNvGrpSpPr/>
        <p:nvPr/>
      </p:nvGrpSpPr>
      <p:grpSpPr>
        <a:xfrm>
          <a:off x="0" y="0"/>
          <a:ext cx="0" cy="0"/>
          <a:chOff x="0" y="0"/>
          <a:chExt cx="0" cy="0"/>
        </a:xfrm>
      </p:grpSpPr>
      <p:sp>
        <p:nvSpPr>
          <p:cNvPr id="709" name="Google Shape;709;p8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10" name="Google Shape;710;p8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711" name="Google Shape;711;p89"/>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1000"/>
              </a:spcBef>
              <a:spcAft>
                <a:spcPts val="0"/>
              </a:spcAft>
              <a:buSzPts val="1400"/>
              <a:buNone/>
              <a:defRPr/>
            </a:lvl2pPr>
            <a:lvl3pPr lvl="2">
              <a:spcBef>
                <a:spcPts val="1000"/>
              </a:spcBef>
              <a:spcAft>
                <a:spcPts val="0"/>
              </a:spcAft>
              <a:buSzPts val="1400"/>
              <a:buNone/>
              <a:defRPr/>
            </a:lvl3pPr>
            <a:lvl4pPr lvl="3">
              <a:spcBef>
                <a:spcPts val="1000"/>
              </a:spcBef>
              <a:spcAft>
                <a:spcPts val="0"/>
              </a:spcAft>
              <a:buSzPts val="1400"/>
              <a:buNone/>
              <a:defRPr/>
            </a:lvl4pPr>
            <a:lvl5pPr lvl="4">
              <a:spcBef>
                <a:spcPts val="1000"/>
              </a:spcBef>
              <a:spcAft>
                <a:spcPts val="0"/>
              </a:spcAft>
              <a:buSzPts val="14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712" name="Google Shape;712;p89"/>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713" name="Google Shape;713;p8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14" name="Google Shape;714;p8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2026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715" name="Google Shape;715;p8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720" name="Shape 720"/>
        <p:cNvGrpSpPr/>
        <p:nvPr/>
      </p:nvGrpSpPr>
      <p:grpSpPr>
        <a:xfrm>
          <a:off x="0" y="0"/>
          <a:ext cx="0" cy="0"/>
          <a:chOff x="0" y="0"/>
          <a:chExt cx="0" cy="0"/>
        </a:xfrm>
      </p:grpSpPr>
      <p:pic>
        <p:nvPicPr>
          <p:cNvPr id="721" name="Google Shape;721;p91"/>
          <p:cNvPicPr preferRelativeResize="0"/>
          <p:nvPr/>
        </p:nvPicPr>
        <p:blipFill rotWithShape="1">
          <a:blip r:embed="rId2">
            <a:alphaModFix/>
          </a:blip>
          <a:srcRect b="0" l="22840" r="0" t="0"/>
          <a:stretch/>
        </p:blipFill>
        <p:spPr>
          <a:xfrm flipH="1">
            <a:off x="7782375" y="2935675"/>
            <a:ext cx="1368150" cy="1931223"/>
          </a:xfrm>
          <a:prstGeom prst="rect">
            <a:avLst/>
          </a:prstGeom>
          <a:noFill/>
          <a:ln>
            <a:noFill/>
          </a:ln>
        </p:spPr>
      </p:pic>
      <p:sp>
        <p:nvSpPr>
          <p:cNvPr id="722" name="Google Shape;722;p9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23" name="Google Shape;723;p9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24" name="Google Shape;724;p91"/>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725" name="Google Shape;725;p9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726" name="Google Shape;726;p9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27" name="Google Shape;727;p9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728" name="Google Shape;728;p9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29" name="Shape 729"/>
        <p:cNvGrpSpPr/>
        <p:nvPr/>
      </p:nvGrpSpPr>
      <p:grpSpPr>
        <a:xfrm>
          <a:off x="0" y="0"/>
          <a:ext cx="0" cy="0"/>
          <a:chOff x="0" y="0"/>
          <a:chExt cx="0" cy="0"/>
        </a:xfrm>
      </p:grpSpPr>
      <p:sp>
        <p:nvSpPr>
          <p:cNvPr id="730" name="Google Shape;730;p92"/>
          <p:cNvSpPr/>
          <p:nvPr/>
        </p:nvSpPr>
        <p:spPr>
          <a:xfrm>
            <a:off x="2291700" y="0"/>
            <a:ext cx="685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92"/>
          <p:cNvSpPr txBox="1"/>
          <p:nvPr>
            <p:ph idx="1" type="body"/>
          </p:nvPr>
        </p:nvSpPr>
        <p:spPr>
          <a:xfrm>
            <a:off x="365750" y="228600"/>
            <a:ext cx="1926000" cy="685800"/>
          </a:xfrm>
          <a:prstGeom prst="rect">
            <a:avLst/>
          </a:prstGeom>
          <a:noFill/>
          <a:ln>
            <a:noFill/>
          </a:ln>
        </p:spPr>
        <p:txBody>
          <a:bodyPr anchorCtr="0" anchor="t" bIns="91425" lIns="91425" spcFirstLastPara="1" rIns="91425" wrap="square" tIns="91425">
            <a:noAutofit/>
          </a:bodyPr>
          <a:lstStyle>
            <a:lvl1pPr indent="-228600" lvl="0" marL="457200" rtl="0">
              <a:lnSpc>
                <a:spcPct val="105000"/>
              </a:lnSpc>
              <a:spcBef>
                <a:spcPts val="0"/>
              </a:spcBef>
              <a:spcAft>
                <a:spcPts val="0"/>
              </a:spcAft>
              <a:buClr>
                <a:schemeClr val="dk1"/>
              </a:buClr>
              <a:buSzPts val="2600"/>
              <a:buNone/>
              <a:defRPr b="1" i="0" sz="2600" cap="none">
                <a:solidFill>
                  <a:schemeClr val="dk1"/>
                </a:solidFill>
              </a:defRPr>
            </a:lvl1pPr>
            <a:lvl2pPr indent="-342900" lvl="1" marL="914400" rtl="0">
              <a:lnSpc>
                <a:spcPct val="105000"/>
              </a:lnSpc>
              <a:spcBef>
                <a:spcPts val="1000"/>
              </a:spcBef>
              <a:spcAft>
                <a:spcPts val="0"/>
              </a:spcAft>
              <a:buClr>
                <a:schemeClr val="dk1"/>
              </a:buClr>
              <a:buSzPts val="1800"/>
              <a:buChar char="•"/>
              <a:defRPr b="1"/>
            </a:lvl2pPr>
            <a:lvl3pPr indent="-342900" lvl="2" marL="1371600" rtl="0">
              <a:lnSpc>
                <a:spcPct val="105000"/>
              </a:lnSpc>
              <a:spcBef>
                <a:spcPts val="1000"/>
              </a:spcBef>
              <a:spcAft>
                <a:spcPts val="0"/>
              </a:spcAft>
              <a:buClr>
                <a:schemeClr val="dk1"/>
              </a:buClr>
              <a:buSzPts val="1800"/>
              <a:buChar char="•"/>
              <a:defRPr b="1" sz="1800"/>
            </a:lvl3pPr>
            <a:lvl4pPr indent="-317500" lvl="3" marL="1828800" rtl="0">
              <a:lnSpc>
                <a:spcPct val="105000"/>
              </a:lnSpc>
              <a:spcBef>
                <a:spcPts val="1000"/>
              </a:spcBef>
              <a:spcAft>
                <a:spcPts val="0"/>
              </a:spcAft>
              <a:buClr>
                <a:schemeClr val="dk1"/>
              </a:buClr>
              <a:buSzPts val="1400"/>
              <a:buChar char="•"/>
              <a:defRPr b="1"/>
            </a:lvl4pPr>
            <a:lvl5pPr indent="-317500" lvl="4" marL="2286000" rtl="0">
              <a:lnSpc>
                <a:spcPct val="105000"/>
              </a:lnSpc>
              <a:spcBef>
                <a:spcPts val="1000"/>
              </a:spcBef>
              <a:spcAft>
                <a:spcPts val="0"/>
              </a:spcAft>
              <a:buClr>
                <a:schemeClr val="dk1"/>
              </a:buClr>
              <a:buSzPts val="1400"/>
              <a:buChar char="•"/>
              <a:defRPr b="1"/>
            </a:lvl5pPr>
            <a:lvl6pPr indent="-317500" lvl="5" marL="2743200" rtl="0">
              <a:lnSpc>
                <a:spcPct val="105000"/>
              </a:lnSpc>
              <a:spcBef>
                <a:spcPts val="1000"/>
              </a:spcBef>
              <a:spcAft>
                <a:spcPts val="0"/>
              </a:spcAft>
              <a:buClr>
                <a:schemeClr val="dk1"/>
              </a:buClr>
              <a:buSzPts val="1400"/>
              <a:buChar char="•"/>
              <a:defRPr b="1"/>
            </a:lvl6pPr>
            <a:lvl7pPr indent="-317500" lvl="6" marL="3200400" rtl="0">
              <a:lnSpc>
                <a:spcPct val="105000"/>
              </a:lnSpc>
              <a:spcBef>
                <a:spcPts val="1000"/>
              </a:spcBef>
              <a:spcAft>
                <a:spcPts val="0"/>
              </a:spcAft>
              <a:buClr>
                <a:schemeClr val="dk1"/>
              </a:buClr>
              <a:buSzPts val="1400"/>
              <a:buChar char="•"/>
              <a:defRPr b="1"/>
            </a:lvl7pPr>
            <a:lvl8pPr indent="-317500" lvl="7" marL="3657600" rtl="0">
              <a:lnSpc>
                <a:spcPct val="105000"/>
              </a:lnSpc>
              <a:spcBef>
                <a:spcPts val="1000"/>
              </a:spcBef>
              <a:spcAft>
                <a:spcPts val="0"/>
              </a:spcAft>
              <a:buClr>
                <a:schemeClr val="dk1"/>
              </a:buClr>
              <a:buSzPts val="1400"/>
              <a:buChar char="•"/>
              <a:defRPr b="1"/>
            </a:lvl8pPr>
            <a:lvl9pPr indent="-317500" lvl="8" marL="4114800" rtl="0">
              <a:lnSpc>
                <a:spcPct val="105000"/>
              </a:lnSpc>
              <a:spcBef>
                <a:spcPts val="1000"/>
              </a:spcBef>
              <a:spcAft>
                <a:spcPts val="1000"/>
              </a:spcAft>
              <a:buClr>
                <a:schemeClr val="dk1"/>
              </a:buClr>
              <a:buSzPts val="1400"/>
              <a:buChar char="•"/>
              <a:defRPr b="1"/>
            </a:lvl9pPr>
          </a:lstStyle>
          <a:p/>
        </p:txBody>
      </p:sp>
      <p:sp>
        <p:nvSpPr>
          <p:cNvPr id="732" name="Google Shape;732;p92"/>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EFEFEF"/>
                </a:solidFill>
              </a:defRPr>
            </a:lvl1pPr>
            <a:lvl2pPr indent="0" lvl="1" marL="0" marR="0" rtl="0" algn="r">
              <a:spcBef>
                <a:spcPts val="0"/>
              </a:spcBef>
              <a:buNone/>
              <a:defRPr i="0" sz="600">
                <a:solidFill>
                  <a:srgbClr val="EFEFEF"/>
                </a:solidFill>
              </a:defRPr>
            </a:lvl2pPr>
            <a:lvl3pPr indent="0" lvl="2" marL="0" marR="0" rtl="0" algn="r">
              <a:spcBef>
                <a:spcPts val="0"/>
              </a:spcBef>
              <a:buNone/>
              <a:defRPr i="0" sz="600">
                <a:solidFill>
                  <a:srgbClr val="EFEFEF"/>
                </a:solidFill>
              </a:defRPr>
            </a:lvl3pPr>
            <a:lvl4pPr indent="0" lvl="3" marL="0" marR="0" rtl="0" algn="r">
              <a:spcBef>
                <a:spcPts val="0"/>
              </a:spcBef>
              <a:buNone/>
              <a:defRPr i="0" sz="600">
                <a:solidFill>
                  <a:srgbClr val="EFEFEF"/>
                </a:solidFill>
              </a:defRPr>
            </a:lvl4pPr>
            <a:lvl5pPr indent="0" lvl="4" marL="0" marR="0" rtl="0" algn="r">
              <a:spcBef>
                <a:spcPts val="0"/>
              </a:spcBef>
              <a:buNone/>
              <a:defRPr i="0" sz="600">
                <a:solidFill>
                  <a:srgbClr val="EFEFEF"/>
                </a:solidFill>
              </a:defRPr>
            </a:lvl5pPr>
            <a:lvl6pPr indent="0" lvl="5" marL="0" marR="0" rtl="0" algn="r">
              <a:spcBef>
                <a:spcPts val="0"/>
              </a:spcBef>
              <a:buNone/>
              <a:defRPr i="0" sz="600">
                <a:solidFill>
                  <a:srgbClr val="EFEFEF"/>
                </a:solidFill>
              </a:defRPr>
            </a:lvl6pPr>
            <a:lvl7pPr indent="0" lvl="6" marL="0" marR="0" rtl="0" algn="r">
              <a:spcBef>
                <a:spcPts val="0"/>
              </a:spcBef>
              <a:buNone/>
              <a:defRPr i="0" sz="600">
                <a:solidFill>
                  <a:srgbClr val="EFEFEF"/>
                </a:solidFill>
              </a:defRPr>
            </a:lvl7pPr>
            <a:lvl8pPr indent="0" lvl="7" marL="0" marR="0" rtl="0" algn="r">
              <a:spcBef>
                <a:spcPts val="0"/>
              </a:spcBef>
              <a:buNone/>
              <a:defRPr i="0" sz="600">
                <a:solidFill>
                  <a:srgbClr val="EFEFEF"/>
                </a:solidFill>
              </a:defRPr>
            </a:lvl8pPr>
            <a:lvl9pPr indent="0" lvl="8" marL="0" marR="0" rtl="0" algn="r">
              <a:spcBef>
                <a:spcPts val="0"/>
              </a:spcBef>
              <a:buNone/>
              <a:defRPr i="0" sz="600">
                <a:solidFill>
                  <a:srgbClr val="EFEFEF"/>
                </a:solidFill>
              </a:defRPr>
            </a:lvl9pPr>
          </a:lstStyle>
          <a:p>
            <a:pPr indent="0" lvl="0" marL="0" rtl="0" algn="r">
              <a:spcBef>
                <a:spcPts val="0"/>
              </a:spcBef>
              <a:spcAft>
                <a:spcPts val="0"/>
              </a:spcAft>
              <a:buNone/>
            </a:pPr>
            <a:fld id="{00000000-1234-1234-1234-123412341234}" type="slidenum">
              <a:rPr lang="en"/>
              <a:t>‹#›</a:t>
            </a:fld>
            <a:endParaRPr/>
          </a:p>
        </p:txBody>
      </p:sp>
      <p:sp>
        <p:nvSpPr>
          <p:cNvPr id="733" name="Google Shape;733;p9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34" name="Google Shape;734;p9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735" name="Google Shape;735;p92"/>
          <p:cNvSpPr txBox="1"/>
          <p:nvPr>
            <p:ph idx="2" type="body"/>
          </p:nvPr>
        </p:nvSpPr>
        <p:spPr>
          <a:xfrm>
            <a:off x="2961200" y="914400"/>
            <a:ext cx="5725500" cy="3771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solidFill>
                  <a:srgbClr val="FFFFFF"/>
                </a:solidFill>
              </a:defRPr>
            </a:lvl1pPr>
            <a:lvl2pPr indent="-342900" lvl="1" marL="914400" rtl="0">
              <a:spcBef>
                <a:spcPts val="1000"/>
              </a:spcBef>
              <a:spcAft>
                <a:spcPts val="0"/>
              </a:spcAft>
              <a:buSzPts val="1800"/>
              <a:buChar char="•"/>
              <a:defRPr>
                <a:solidFill>
                  <a:srgbClr val="FFFFFF"/>
                </a:solidFill>
              </a:defRPr>
            </a:lvl2pPr>
            <a:lvl3pPr indent="-317500" lvl="2" marL="1371600" rtl="0">
              <a:spcBef>
                <a:spcPts val="1000"/>
              </a:spcBef>
              <a:spcAft>
                <a:spcPts val="0"/>
              </a:spcAft>
              <a:buSzPts val="1400"/>
              <a:buChar char="•"/>
              <a:defRPr>
                <a:solidFill>
                  <a:srgbClr val="FFFFFF"/>
                </a:solidFill>
              </a:defRPr>
            </a:lvl3pPr>
            <a:lvl4pPr indent="-317500" lvl="3" marL="1828800" rtl="0">
              <a:spcBef>
                <a:spcPts val="1000"/>
              </a:spcBef>
              <a:spcAft>
                <a:spcPts val="0"/>
              </a:spcAft>
              <a:buSzPts val="1400"/>
              <a:buChar char="•"/>
              <a:defRPr>
                <a:solidFill>
                  <a:srgbClr val="FFFFFF"/>
                </a:solidFill>
              </a:defRPr>
            </a:lvl4pPr>
            <a:lvl5pPr indent="-317500" lvl="4" marL="2286000" rtl="0">
              <a:spcBef>
                <a:spcPts val="1000"/>
              </a:spcBef>
              <a:spcAft>
                <a:spcPts val="0"/>
              </a:spcAft>
              <a:buSzPts val="1400"/>
              <a:buChar char="•"/>
              <a:defRPr>
                <a:solidFill>
                  <a:srgbClr val="FFFFFF"/>
                </a:solidFill>
              </a:defRPr>
            </a:lvl5pPr>
            <a:lvl6pPr indent="-317500" lvl="5" marL="2743200" rtl="0">
              <a:spcBef>
                <a:spcPts val="1000"/>
              </a:spcBef>
              <a:spcAft>
                <a:spcPts val="0"/>
              </a:spcAft>
              <a:buSzPts val="1400"/>
              <a:buChar char="•"/>
              <a:defRPr>
                <a:solidFill>
                  <a:srgbClr val="FFFFFF"/>
                </a:solidFill>
              </a:defRPr>
            </a:lvl6pPr>
            <a:lvl7pPr indent="-317500" lvl="6" marL="3200400" rtl="0">
              <a:spcBef>
                <a:spcPts val="1000"/>
              </a:spcBef>
              <a:spcAft>
                <a:spcPts val="0"/>
              </a:spcAft>
              <a:buSzPts val="1400"/>
              <a:buChar char="•"/>
              <a:defRPr>
                <a:solidFill>
                  <a:srgbClr val="FFFFFF"/>
                </a:solidFill>
              </a:defRPr>
            </a:lvl7pPr>
            <a:lvl8pPr indent="-317500" lvl="7" marL="3657600" rtl="0">
              <a:spcBef>
                <a:spcPts val="1000"/>
              </a:spcBef>
              <a:spcAft>
                <a:spcPts val="0"/>
              </a:spcAft>
              <a:buSzPts val="1400"/>
              <a:buChar char="•"/>
              <a:defRPr>
                <a:solidFill>
                  <a:srgbClr val="FFFFFF"/>
                </a:solidFill>
              </a:defRPr>
            </a:lvl8pPr>
            <a:lvl9pPr indent="-317500" lvl="8" marL="4114800" rtl="0">
              <a:spcBef>
                <a:spcPts val="1000"/>
              </a:spcBef>
              <a:spcAft>
                <a:spcPts val="1000"/>
              </a:spcAft>
              <a:buSzPts val="1400"/>
              <a:buChar char="•"/>
              <a:defRPr>
                <a:solidFill>
                  <a:srgbClr val="FFFFFF"/>
                </a:solidFill>
              </a:defRPr>
            </a:lvl9pPr>
          </a:lstStyle>
          <a:p/>
        </p:txBody>
      </p:sp>
      <p:sp>
        <p:nvSpPr>
          <p:cNvPr id="736" name="Google Shape;736;p92"/>
          <p:cNvSpPr/>
          <p:nvPr/>
        </p:nvSpPr>
        <p:spPr>
          <a:xfrm>
            <a:off x="6369225" y="228600"/>
            <a:ext cx="1322446" cy="141466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2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37" name="Google Shape;737;p92"/>
          <p:cNvSpPr/>
          <p:nvPr/>
        </p:nvSpPr>
        <p:spPr>
          <a:xfrm>
            <a:off x="2295101" y="2767075"/>
            <a:ext cx="2772174" cy="2372082"/>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2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38" name="Google Shape;738;p9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39" name="Google Shape;739;p92"/>
          <p:cNvPicPr preferRelativeResize="0"/>
          <p:nvPr/>
        </p:nvPicPr>
        <p:blipFill rotWithShape="1">
          <a:blip r:embed="rId2">
            <a:alphaModFix/>
          </a:blip>
          <a:srcRect b="0" l="16764" r="0" t="0"/>
          <a:stretch/>
        </p:blipFill>
        <p:spPr>
          <a:xfrm rot="10800000">
            <a:off x="7338076" y="640000"/>
            <a:ext cx="1805925" cy="2369900"/>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740" name="Shape 740"/>
        <p:cNvGrpSpPr/>
        <p:nvPr/>
      </p:nvGrpSpPr>
      <p:grpSpPr>
        <a:xfrm>
          <a:off x="0" y="0"/>
          <a:ext cx="0" cy="0"/>
          <a:chOff x="0" y="0"/>
          <a:chExt cx="0" cy="0"/>
        </a:xfrm>
      </p:grpSpPr>
      <p:sp>
        <p:nvSpPr>
          <p:cNvPr id="741" name="Google Shape;741;p9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42" name="Google Shape;742;p9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43" name="Google Shape;743;p9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744" name="Google Shape;744;p9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745" name="Shape 745"/>
        <p:cNvGrpSpPr/>
        <p:nvPr/>
      </p:nvGrpSpPr>
      <p:grpSpPr>
        <a:xfrm>
          <a:off x="0" y="0"/>
          <a:ext cx="0" cy="0"/>
          <a:chOff x="0" y="0"/>
          <a:chExt cx="0" cy="0"/>
        </a:xfrm>
      </p:grpSpPr>
      <p:grpSp>
        <p:nvGrpSpPr>
          <p:cNvPr id="746" name="Google Shape;746;p94"/>
          <p:cNvGrpSpPr/>
          <p:nvPr/>
        </p:nvGrpSpPr>
        <p:grpSpPr>
          <a:xfrm>
            <a:off x="-10" y="3770439"/>
            <a:ext cx="9143997" cy="1371564"/>
            <a:chOff x="-10" y="3735321"/>
            <a:chExt cx="9139427" cy="1408177"/>
          </a:xfrm>
        </p:grpSpPr>
        <p:pic>
          <p:nvPicPr>
            <p:cNvPr id="747" name="Google Shape;747;p94"/>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748" name="Google Shape;748;p94"/>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749" name="Google Shape;749;p94"/>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750" name="Google Shape;750;p94"/>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grpSp>
        <p:nvGrpSpPr>
          <p:cNvPr id="751" name="Google Shape;751;p94"/>
          <p:cNvGrpSpPr/>
          <p:nvPr/>
        </p:nvGrpSpPr>
        <p:grpSpPr>
          <a:xfrm>
            <a:off x="-10" y="3770439"/>
            <a:ext cx="9143997" cy="1371564"/>
            <a:chOff x="-10" y="3735321"/>
            <a:chExt cx="9139427" cy="1408177"/>
          </a:xfrm>
        </p:grpSpPr>
        <p:pic>
          <p:nvPicPr>
            <p:cNvPr id="752" name="Google Shape;752;p94"/>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753" name="Google Shape;753;p94"/>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754" name="Google Shape;754;p94"/>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755" name="Google Shape;755;p94"/>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dk1"/>
                </a:solidFill>
              </a:rPr>
              <a:t>© 2025 </a:t>
            </a:r>
            <a:r>
              <a:rPr b="0" i="0" lang="en" sz="600">
                <a:solidFill>
                  <a:schemeClr val="dk1"/>
                </a:solidFill>
                <a:latin typeface="Arial"/>
                <a:ea typeface="Arial"/>
                <a:cs typeface="Arial"/>
                <a:sym typeface="Arial"/>
              </a:rPr>
              <a:t>Snowflake Inc. All Rights Reserved</a:t>
            </a:r>
            <a:endParaRPr sz="600">
              <a:solidFill>
                <a:schemeClr val="dk1"/>
              </a:solidFill>
              <a:latin typeface="Arial"/>
              <a:ea typeface="Arial"/>
              <a:cs typeface="Arial"/>
              <a:sym typeface="Arial"/>
            </a:endParaRPr>
          </a:p>
        </p:txBody>
      </p:sp>
      <p:sp>
        <p:nvSpPr>
          <p:cNvPr id="756" name="Google Shape;756;p94"/>
          <p:cNvSpPr txBox="1"/>
          <p:nvPr>
            <p:ph type="title"/>
          </p:nvPr>
        </p:nvSpPr>
        <p:spPr>
          <a:xfrm>
            <a:off x="366600" y="1188720"/>
            <a:ext cx="5394900" cy="1920300"/>
          </a:xfrm>
          <a:prstGeom prst="rect">
            <a:avLst/>
          </a:prstGeom>
          <a:noFill/>
          <a:ln>
            <a:noFill/>
          </a:ln>
        </p:spPr>
        <p:txBody>
          <a:bodyPr anchorCtr="0" anchor="b" bIns="91425" lIns="91425" spcFirstLastPara="1" rIns="91425" wrap="square" tIns="91425">
            <a:noAutofit/>
          </a:bodyPr>
          <a:lstStyle>
            <a:lvl1pPr lvl="0" marR="0" rtl="0">
              <a:lnSpc>
                <a:spcPct val="74000"/>
              </a:lnSpc>
              <a:spcBef>
                <a:spcPts val="0"/>
              </a:spcBef>
              <a:spcAft>
                <a:spcPts val="0"/>
              </a:spcAft>
              <a:buClr>
                <a:schemeClr val="dk1"/>
              </a:buClr>
              <a:buSzPts val="4400"/>
              <a:buNone/>
              <a:defRPr b="1" i="0" sz="4400" u="none" cap="none" strike="noStrike">
                <a:solidFill>
                  <a:schemeClr val="dk1"/>
                </a:solidFill>
              </a:defRPr>
            </a:lvl1pPr>
            <a:lvl2pPr lvl="1" rtl="0">
              <a:lnSpc>
                <a:spcPct val="74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74000"/>
              </a:lnSpc>
              <a:spcBef>
                <a:spcPts val="0"/>
              </a:spcBef>
              <a:spcAft>
                <a:spcPts val="0"/>
              </a:spcAft>
              <a:buSzPts val="1400"/>
              <a:buFont typeface="Montserrat"/>
              <a:buNone/>
              <a:defRPr b="1" sz="1800">
                <a:latin typeface="Montserrat"/>
                <a:ea typeface="Montserrat"/>
                <a:cs typeface="Montserrat"/>
                <a:sym typeface="Montserrat"/>
              </a:defRPr>
            </a:lvl3pPr>
            <a:lvl4pPr lvl="3" rtl="0">
              <a:lnSpc>
                <a:spcPct val="74000"/>
              </a:lnSpc>
              <a:spcBef>
                <a:spcPts val="0"/>
              </a:spcBef>
              <a:spcAft>
                <a:spcPts val="0"/>
              </a:spcAft>
              <a:buSzPts val="1400"/>
              <a:buFont typeface="Montserrat"/>
              <a:buNone/>
              <a:defRPr b="1" sz="1800">
                <a:latin typeface="Montserrat"/>
                <a:ea typeface="Montserrat"/>
                <a:cs typeface="Montserrat"/>
                <a:sym typeface="Montserrat"/>
              </a:defRPr>
            </a:lvl4pPr>
            <a:lvl5pPr lvl="4" rtl="0">
              <a:lnSpc>
                <a:spcPct val="74000"/>
              </a:lnSpc>
              <a:spcBef>
                <a:spcPts val="0"/>
              </a:spcBef>
              <a:spcAft>
                <a:spcPts val="0"/>
              </a:spcAft>
              <a:buSzPts val="1400"/>
              <a:buFont typeface="Montserrat"/>
              <a:buNone/>
              <a:defRPr b="1" sz="1800">
                <a:latin typeface="Montserrat"/>
                <a:ea typeface="Montserrat"/>
                <a:cs typeface="Montserrat"/>
                <a:sym typeface="Montserrat"/>
              </a:defRPr>
            </a:lvl5pPr>
            <a:lvl6pPr lvl="5" rtl="0">
              <a:lnSpc>
                <a:spcPct val="74000"/>
              </a:lnSpc>
              <a:spcBef>
                <a:spcPts val="0"/>
              </a:spcBef>
              <a:spcAft>
                <a:spcPts val="0"/>
              </a:spcAft>
              <a:buSzPts val="1400"/>
              <a:buFont typeface="Montserrat"/>
              <a:buNone/>
              <a:defRPr b="1" sz="1800">
                <a:latin typeface="Montserrat"/>
                <a:ea typeface="Montserrat"/>
                <a:cs typeface="Montserrat"/>
                <a:sym typeface="Montserrat"/>
              </a:defRPr>
            </a:lvl6pPr>
            <a:lvl7pPr lvl="6" rtl="0">
              <a:lnSpc>
                <a:spcPct val="74000"/>
              </a:lnSpc>
              <a:spcBef>
                <a:spcPts val="0"/>
              </a:spcBef>
              <a:spcAft>
                <a:spcPts val="0"/>
              </a:spcAft>
              <a:buSzPts val="1400"/>
              <a:buFont typeface="Montserrat"/>
              <a:buNone/>
              <a:defRPr b="1" sz="1800">
                <a:latin typeface="Montserrat"/>
                <a:ea typeface="Montserrat"/>
                <a:cs typeface="Montserrat"/>
                <a:sym typeface="Montserrat"/>
              </a:defRPr>
            </a:lvl7pPr>
            <a:lvl8pPr lvl="7" rtl="0">
              <a:lnSpc>
                <a:spcPct val="74000"/>
              </a:lnSpc>
              <a:spcBef>
                <a:spcPts val="0"/>
              </a:spcBef>
              <a:spcAft>
                <a:spcPts val="0"/>
              </a:spcAft>
              <a:buSzPts val="1400"/>
              <a:buFont typeface="Montserrat"/>
              <a:buNone/>
              <a:defRPr b="1" sz="1800">
                <a:latin typeface="Montserrat"/>
                <a:ea typeface="Montserrat"/>
                <a:cs typeface="Montserrat"/>
                <a:sym typeface="Montserrat"/>
              </a:defRPr>
            </a:lvl8pPr>
            <a:lvl9pPr lvl="8" rtl="0">
              <a:lnSpc>
                <a:spcPct val="74000"/>
              </a:lnSpc>
              <a:spcBef>
                <a:spcPts val="0"/>
              </a:spcBef>
              <a:spcAft>
                <a:spcPts val="0"/>
              </a:spcAft>
              <a:buSzPts val="1400"/>
              <a:buFont typeface="Montserrat"/>
              <a:buNone/>
              <a:defRPr b="1" sz="1800">
                <a:latin typeface="Montserrat"/>
                <a:ea typeface="Montserrat"/>
                <a:cs typeface="Montserrat"/>
                <a:sym typeface="Montserrat"/>
              </a:defRPr>
            </a:lvl9pPr>
          </a:lstStyle>
          <a:p/>
        </p:txBody>
      </p:sp>
      <p:sp>
        <p:nvSpPr>
          <p:cNvPr id="757" name="Google Shape;757;p94"/>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rtl="0">
              <a:lnSpc>
                <a:spcPct val="80000"/>
              </a:lnSpc>
              <a:spcBef>
                <a:spcPts val="0"/>
              </a:spcBef>
              <a:spcAft>
                <a:spcPts val="0"/>
              </a:spcAft>
              <a:buClr>
                <a:schemeClr val="dk1"/>
              </a:buClr>
              <a:buSzPts val="1800"/>
              <a:buNone/>
              <a:defRPr b="0" i="0" sz="18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758" name="Google Shape;758;p94"/>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rtl="0">
              <a:lnSpc>
                <a:spcPct val="90000"/>
              </a:lnSpc>
              <a:spcBef>
                <a:spcPts val="0"/>
              </a:spcBef>
              <a:spcAft>
                <a:spcPts val="0"/>
              </a:spcAft>
              <a:buClr>
                <a:schemeClr val="dk1"/>
              </a:buClr>
              <a:buSzPts val="1400"/>
              <a:buNone/>
              <a:defRPr b="0" i="0" sz="1400" u="none" cap="none" strike="noStrike">
                <a:solidFill>
                  <a:schemeClr val="dk1"/>
                </a:solidFill>
              </a:defRPr>
            </a:lvl1pPr>
            <a:lvl2pPr lvl="1" rtl="0">
              <a:lnSpc>
                <a:spcPct val="105000"/>
              </a:lnSpc>
              <a:spcBef>
                <a:spcPts val="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759" name="Google Shape;759;p94"/>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760" name="Shape 760"/>
        <p:cNvGrpSpPr/>
        <p:nvPr/>
      </p:nvGrpSpPr>
      <p:grpSpPr>
        <a:xfrm>
          <a:off x="0" y="0"/>
          <a:ext cx="0" cy="0"/>
          <a:chOff x="0" y="0"/>
          <a:chExt cx="0" cy="0"/>
        </a:xfrm>
      </p:grpSpPr>
      <p:sp>
        <p:nvSpPr>
          <p:cNvPr id="761" name="Google Shape;761;p95"/>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rmAutofit/>
          </a:bodyPr>
          <a:lstStyle>
            <a:lvl1pPr indent="-228600" lvl="0" marL="457200" rtl="0">
              <a:lnSpc>
                <a:spcPct val="74000"/>
              </a:lnSpc>
              <a:spcBef>
                <a:spcPts val="0"/>
              </a:spcBef>
              <a:spcAft>
                <a:spcPts val="0"/>
              </a:spcAft>
              <a:buClr>
                <a:schemeClr val="lt1"/>
              </a:buClr>
              <a:buSzPts val="4000"/>
              <a:buNone/>
              <a:defRPr b="1" sz="4000" cap="none">
                <a:solidFill>
                  <a:schemeClr val="lt1"/>
                </a:solidFill>
                <a:latin typeface="Arial"/>
                <a:ea typeface="Arial"/>
                <a:cs typeface="Arial"/>
                <a:sym typeface="Arial"/>
              </a:defRPr>
            </a:lvl1pPr>
            <a:lvl2pPr indent="-342900" lvl="1" marL="914400" rtl="0">
              <a:lnSpc>
                <a:spcPct val="74000"/>
              </a:lnSpc>
              <a:spcBef>
                <a:spcPts val="1000"/>
              </a:spcBef>
              <a:spcAft>
                <a:spcPts val="0"/>
              </a:spcAft>
              <a:buClr>
                <a:schemeClr val="lt1"/>
              </a:buClr>
              <a:buSzPts val="1800"/>
              <a:buChar char="•"/>
              <a:defRPr>
                <a:solidFill>
                  <a:schemeClr val="lt1"/>
                </a:solidFill>
              </a:defRPr>
            </a:lvl2pPr>
            <a:lvl3pPr indent="-342900" lvl="2" marL="1371600" rtl="0">
              <a:lnSpc>
                <a:spcPct val="74000"/>
              </a:lnSpc>
              <a:spcBef>
                <a:spcPts val="1000"/>
              </a:spcBef>
              <a:spcAft>
                <a:spcPts val="0"/>
              </a:spcAft>
              <a:buClr>
                <a:schemeClr val="lt1"/>
              </a:buClr>
              <a:buSzPts val="1800"/>
              <a:buChar char="•"/>
              <a:defRPr>
                <a:solidFill>
                  <a:schemeClr val="lt1"/>
                </a:solidFill>
              </a:defRPr>
            </a:lvl3pPr>
            <a:lvl4pPr indent="-342900" lvl="3" marL="1828800" rtl="0">
              <a:lnSpc>
                <a:spcPct val="74000"/>
              </a:lnSpc>
              <a:spcBef>
                <a:spcPts val="1000"/>
              </a:spcBef>
              <a:spcAft>
                <a:spcPts val="0"/>
              </a:spcAft>
              <a:buClr>
                <a:schemeClr val="lt1"/>
              </a:buClr>
              <a:buSzPts val="1800"/>
              <a:buChar char="•"/>
              <a:defRPr>
                <a:solidFill>
                  <a:schemeClr val="lt1"/>
                </a:solidFill>
              </a:defRPr>
            </a:lvl4pPr>
            <a:lvl5pPr indent="-342900" lvl="4" marL="2286000" rtl="0">
              <a:lnSpc>
                <a:spcPct val="74000"/>
              </a:lnSpc>
              <a:spcBef>
                <a:spcPts val="1000"/>
              </a:spcBef>
              <a:spcAft>
                <a:spcPts val="0"/>
              </a:spcAft>
              <a:buClr>
                <a:schemeClr val="lt1"/>
              </a:buClr>
              <a:buSzPts val="1800"/>
              <a:buChar char="•"/>
              <a:defRPr>
                <a:solidFill>
                  <a:schemeClr val="lt1"/>
                </a:solidFill>
              </a:defRPr>
            </a:lvl5pPr>
            <a:lvl6pPr indent="-342900" lvl="5" marL="2743200" rtl="0">
              <a:lnSpc>
                <a:spcPct val="74000"/>
              </a:lnSpc>
              <a:spcBef>
                <a:spcPts val="1000"/>
              </a:spcBef>
              <a:spcAft>
                <a:spcPts val="0"/>
              </a:spcAft>
              <a:buClr>
                <a:schemeClr val="lt1"/>
              </a:buClr>
              <a:buSzPts val="1800"/>
              <a:buChar char="•"/>
              <a:defRPr>
                <a:solidFill>
                  <a:schemeClr val="lt1"/>
                </a:solidFill>
              </a:defRPr>
            </a:lvl6pPr>
            <a:lvl7pPr indent="-342900" lvl="6" marL="3200400" rtl="0">
              <a:lnSpc>
                <a:spcPct val="74000"/>
              </a:lnSpc>
              <a:spcBef>
                <a:spcPts val="1000"/>
              </a:spcBef>
              <a:spcAft>
                <a:spcPts val="0"/>
              </a:spcAft>
              <a:buClr>
                <a:schemeClr val="lt1"/>
              </a:buClr>
              <a:buSzPts val="1800"/>
              <a:buChar char="•"/>
              <a:defRPr>
                <a:solidFill>
                  <a:schemeClr val="lt1"/>
                </a:solidFill>
              </a:defRPr>
            </a:lvl7pPr>
            <a:lvl8pPr indent="-342900" lvl="7" marL="3657600" rtl="0">
              <a:lnSpc>
                <a:spcPct val="74000"/>
              </a:lnSpc>
              <a:spcBef>
                <a:spcPts val="1000"/>
              </a:spcBef>
              <a:spcAft>
                <a:spcPts val="0"/>
              </a:spcAft>
              <a:buClr>
                <a:schemeClr val="lt1"/>
              </a:buClr>
              <a:buSzPts val="1800"/>
              <a:buChar char="•"/>
              <a:defRPr>
                <a:solidFill>
                  <a:schemeClr val="lt1"/>
                </a:solidFill>
              </a:defRPr>
            </a:lvl8pPr>
            <a:lvl9pPr indent="-342900" lvl="8" marL="4114800" rtl="0">
              <a:lnSpc>
                <a:spcPct val="74000"/>
              </a:lnSpc>
              <a:spcBef>
                <a:spcPts val="1000"/>
              </a:spcBef>
              <a:spcAft>
                <a:spcPts val="1000"/>
              </a:spcAft>
              <a:buClr>
                <a:schemeClr val="lt1"/>
              </a:buClr>
              <a:buSzPts val="1800"/>
              <a:buChar char="•"/>
              <a:defRPr>
                <a:solidFill>
                  <a:schemeClr val="lt1"/>
                </a:solidFill>
              </a:defRPr>
            </a:lvl9pPr>
          </a:lstStyle>
          <a:p/>
        </p:txBody>
      </p:sp>
      <p:sp>
        <p:nvSpPr>
          <p:cNvPr id="762" name="Google Shape;762;p95"/>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763" name="Google Shape;763;p9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764" name="Shape 764"/>
        <p:cNvGrpSpPr/>
        <p:nvPr/>
      </p:nvGrpSpPr>
      <p:grpSpPr>
        <a:xfrm>
          <a:off x="0" y="0"/>
          <a:ext cx="0" cy="0"/>
          <a:chOff x="0" y="0"/>
          <a:chExt cx="0" cy="0"/>
        </a:xfrm>
      </p:grpSpPr>
      <p:sp>
        <p:nvSpPr>
          <p:cNvPr id="765" name="Google Shape;765;p96"/>
          <p:cNvSpPr txBox="1"/>
          <p:nvPr>
            <p:ph idx="1" type="body"/>
          </p:nvPr>
        </p:nvSpPr>
        <p:spPr>
          <a:xfrm>
            <a:off x="365750" y="1331975"/>
            <a:ext cx="7484400" cy="25971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4200"/>
              <a:buNone/>
              <a:defRPr sz="4200" cap="none">
                <a:solidFill>
                  <a:schemeClr val="lt1"/>
                </a:solidFil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766" name="Google Shape;766;p96"/>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767" name="Google Shape;767;p9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68" name="Google Shape;768;p9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FFFFFF"/>
                </a:solidFill>
              </a:defRPr>
            </a:lvl1pPr>
            <a:lvl2pPr indent="0" lvl="1" marL="0" marR="0" rtl="0" algn="r">
              <a:spcBef>
                <a:spcPts val="0"/>
              </a:spcBef>
              <a:buNone/>
              <a:defRPr i="0" sz="600">
                <a:solidFill>
                  <a:srgbClr val="FFFFFF"/>
                </a:solidFill>
              </a:defRPr>
            </a:lvl2pPr>
            <a:lvl3pPr indent="0" lvl="2" marL="0" marR="0" rtl="0" algn="r">
              <a:spcBef>
                <a:spcPts val="0"/>
              </a:spcBef>
              <a:buNone/>
              <a:defRPr i="0" sz="600">
                <a:solidFill>
                  <a:srgbClr val="FFFFFF"/>
                </a:solidFill>
              </a:defRPr>
            </a:lvl3pPr>
            <a:lvl4pPr indent="0" lvl="3" marL="0" marR="0" rtl="0" algn="r">
              <a:spcBef>
                <a:spcPts val="0"/>
              </a:spcBef>
              <a:buNone/>
              <a:defRPr i="0" sz="600">
                <a:solidFill>
                  <a:srgbClr val="FFFFFF"/>
                </a:solidFill>
              </a:defRPr>
            </a:lvl4pPr>
            <a:lvl5pPr indent="0" lvl="4" marL="0" marR="0" rtl="0" algn="r">
              <a:spcBef>
                <a:spcPts val="0"/>
              </a:spcBef>
              <a:buNone/>
              <a:defRPr i="0" sz="600">
                <a:solidFill>
                  <a:srgbClr val="FFFFFF"/>
                </a:solidFill>
              </a:defRPr>
            </a:lvl5pPr>
            <a:lvl6pPr indent="0" lvl="5" marL="0" marR="0" rtl="0" algn="r">
              <a:spcBef>
                <a:spcPts val="0"/>
              </a:spcBef>
              <a:buNone/>
              <a:defRPr i="0" sz="600">
                <a:solidFill>
                  <a:srgbClr val="FFFFFF"/>
                </a:solidFill>
              </a:defRPr>
            </a:lvl6pPr>
            <a:lvl7pPr indent="0" lvl="6" marL="0" marR="0" rtl="0" algn="r">
              <a:spcBef>
                <a:spcPts val="0"/>
              </a:spcBef>
              <a:buNone/>
              <a:defRPr i="0" sz="600">
                <a:solidFill>
                  <a:srgbClr val="FFFFFF"/>
                </a:solidFill>
              </a:defRPr>
            </a:lvl7pPr>
            <a:lvl8pPr indent="0" lvl="7" marL="0" marR="0" rtl="0" algn="r">
              <a:spcBef>
                <a:spcPts val="0"/>
              </a:spcBef>
              <a:buNone/>
              <a:defRPr i="0" sz="600">
                <a:solidFill>
                  <a:srgbClr val="FFFFFF"/>
                </a:solidFill>
              </a:defRPr>
            </a:lvl8pPr>
            <a:lvl9pPr indent="0" lvl="8" marL="0" marR="0" rtl="0" algn="r">
              <a:spcBef>
                <a:spcPts val="0"/>
              </a:spcBef>
              <a:buNone/>
              <a:defRPr i="0" sz="6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grpSp>
        <p:nvGrpSpPr>
          <p:cNvPr id="769" name="Google Shape;769;p96"/>
          <p:cNvGrpSpPr/>
          <p:nvPr/>
        </p:nvGrpSpPr>
        <p:grpSpPr>
          <a:xfrm>
            <a:off x="457209" y="474129"/>
            <a:ext cx="1177786" cy="857849"/>
            <a:chOff x="865451" y="2114550"/>
            <a:chExt cx="3399093" cy="2475755"/>
          </a:xfrm>
        </p:grpSpPr>
        <p:sp>
          <p:nvSpPr>
            <p:cNvPr id="770" name="Google Shape;770;p9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1" name="Google Shape;771;p9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72" name="Google Shape;772;p96"/>
          <p:cNvSpPr txBox="1"/>
          <p:nvPr>
            <p:ph idx="2" type="subTitle"/>
          </p:nvPr>
        </p:nvSpPr>
        <p:spPr>
          <a:xfrm>
            <a:off x="365755" y="4023360"/>
            <a:ext cx="4206300" cy="274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1600"/>
              <a:buNone/>
              <a:defRPr b="1" sz="1600">
                <a:solidFill>
                  <a:srgbClr val="FFFFFF"/>
                </a:solidFill>
              </a:defRPr>
            </a:lvl1pPr>
            <a:lvl2pPr lvl="1" rtl="0">
              <a:spcBef>
                <a:spcPts val="1000"/>
              </a:spcBef>
              <a:spcAft>
                <a:spcPts val="0"/>
              </a:spcAft>
              <a:buClr>
                <a:srgbClr val="FFFFFF"/>
              </a:buClr>
              <a:buSzPts val="1800"/>
              <a:buNone/>
              <a:defRPr b="1">
                <a:solidFill>
                  <a:srgbClr val="FFFFFF"/>
                </a:solidFill>
              </a:defRPr>
            </a:lvl2pPr>
            <a:lvl3pPr lvl="2" rtl="0">
              <a:spcBef>
                <a:spcPts val="1000"/>
              </a:spcBef>
              <a:spcAft>
                <a:spcPts val="0"/>
              </a:spcAft>
              <a:buClr>
                <a:srgbClr val="FFFFFF"/>
              </a:buClr>
              <a:buSzPts val="1400"/>
              <a:buNone/>
              <a:defRPr b="1">
                <a:solidFill>
                  <a:srgbClr val="FFFFFF"/>
                </a:solidFill>
              </a:defRPr>
            </a:lvl3pPr>
            <a:lvl4pPr lvl="3" rtl="0">
              <a:spcBef>
                <a:spcPts val="1000"/>
              </a:spcBef>
              <a:spcAft>
                <a:spcPts val="0"/>
              </a:spcAft>
              <a:buClr>
                <a:srgbClr val="FFFFFF"/>
              </a:buClr>
              <a:buSzPts val="1400"/>
              <a:buNone/>
              <a:defRPr b="1">
                <a:solidFill>
                  <a:srgbClr val="FFFFFF"/>
                </a:solidFill>
              </a:defRPr>
            </a:lvl4pPr>
            <a:lvl5pPr lvl="4" rtl="0">
              <a:spcBef>
                <a:spcPts val="1000"/>
              </a:spcBef>
              <a:spcAft>
                <a:spcPts val="0"/>
              </a:spcAft>
              <a:buClr>
                <a:srgbClr val="FFFFFF"/>
              </a:buClr>
              <a:buSzPts val="1400"/>
              <a:buNone/>
              <a:defRPr b="1">
                <a:solidFill>
                  <a:srgbClr val="FFFFFF"/>
                </a:solidFill>
              </a:defRPr>
            </a:lvl5pPr>
            <a:lvl6pPr lvl="5" rtl="0">
              <a:spcBef>
                <a:spcPts val="1000"/>
              </a:spcBef>
              <a:spcAft>
                <a:spcPts val="0"/>
              </a:spcAft>
              <a:buClr>
                <a:srgbClr val="FFFFFF"/>
              </a:buClr>
              <a:buSzPts val="1400"/>
              <a:buNone/>
              <a:defRPr b="1">
                <a:solidFill>
                  <a:srgbClr val="FFFFFF"/>
                </a:solidFill>
              </a:defRPr>
            </a:lvl6pPr>
            <a:lvl7pPr lvl="6" rtl="0">
              <a:spcBef>
                <a:spcPts val="1000"/>
              </a:spcBef>
              <a:spcAft>
                <a:spcPts val="0"/>
              </a:spcAft>
              <a:buClr>
                <a:srgbClr val="FFFFFF"/>
              </a:buClr>
              <a:buSzPts val="1400"/>
              <a:buNone/>
              <a:defRPr b="1">
                <a:solidFill>
                  <a:srgbClr val="FFFFFF"/>
                </a:solidFill>
              </a:defRPr>
            </a:lvl7pPr>
            <a:lvl8pPr lvl="7" rtl="0">
              <a:spcBef>
                <a:spcPts val="1000"/>
              </a:spcBef>
              <a:spcAft>
                <a:spcPts val="0"/>
              </a:spcAft>
              <a:buClr>
                <a:srgbClr val="FFFFFF"/>
              </a:buClr>
              <a:buSzPts val="1400"/>
              <a:buNone/>
              <a:defRPr b="1">
                <a:solidFill>
                  <a:srgbClr val="FFFFFF"/>
                </a:solidFill>
              </a:defRPr>
            </a:lvl8pPr>
            <a:lvl9pPr lvl="8" rtl="0">
              <a:spcBef>
                <a:spcPts val="1000"/>
              </a:spcBef>
              <a:spcAft>
                <a:spcPts val="1000"/>
              </a:spcAft>
              <a:buClr>
                <a:srgbClr val="FFFFFF"/>
              </a:buClr>
              <a:buSzPts val="1400"/>
              <a:buNone/>
              <a:defRPr b="1">
                <a:solidFill>
                  <a:srgbClr val="FFFFFF"/>
                </a:solidFill>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773" name="Shape 773"/>
        <p:cNvGrpSpPr/>
        <p:nvPr/>
      </p:nvGrpSpPr>
      <p:grpSpPr>
        <a:xfrm>
          <a:off x="0" y="0"/>
          <a:ext cx="0" cy="0"/>
          <a:chOff x="0" y="0"/>
          <a:chExt cx="0" cy="0"/>
        </a:xfrm>
      </p:grpSpPr>
      <p:sp>
        <p:nvSpPr>
          <p:cNvPr id="774" name="Google Shape;774;p97"/>
          <p:cNvSpPr/>
          <p:nvPr/>
        </p:nvSpPr>
        <p:spPr>
          <a:xfrm>
            <a:off x="457200" y="4444162"/>
            <a:ext cx="1444930" cy="33045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775" name="Google Shape;775;p97"/>
          <p:cNvSpPr txBox="1"/>
          <p:nvPr>
            <p:ph idx="1" type="body"/>
          </p:nvPr>
        </p:nvSpPr>
        <p:spPr>
          <a:xfrm>
            <a:off x="365750" y="1886350"/>
            <a:ext cx="7484400" cy="1357200"/>
          </a:xfrm>
          <a:prstGeom prst="rect">
            <a:avLst/>
          </a:prstGeom>
          <a:noFill/>
          <a:ln>
            <a:noFill/>
          </a:ln>
        </p:spPr>
        <p:txBody>
          <a:bodyPr anchorCtr="0" anchor="ctr" bIns="45700" lIns="91425" spcFirstLastPara="1" rIns="91425" wrap="square" tIns="45700">
            <a:normAutofit/>
          </a:bodyPr>
          <a:lstStyle>
            <a:lvl1pPr indent="-228600" lvl="0" marL="457200" rtl="0">
              <a:lnSpc>
                <a:spcPct val="100000"/>
              </a:lnSpc>
              <a:spcBef>
                <a:spcPts val="0"/>
              </a:spcBef>
              <a:spcAft>
                <a:spcPts val="0"/>
              </a:spcAft>
              <a:buClr>
                <a:schemeClr val="lt1"/>
              </a:buClr>
              <a:buSzPts val="5200"/>
              <a:buNone/>
              <a:defRPr b="1" sz="5200" cap="none">
                <a:solidFill>
                  <a:schemeClr val="lt1"/>
                </a:solidFill>
                <a:latin typeface="Arial"/>
                <a:ea typeface="Arial"/>
                <a:cs typeface="Arial"/>
                <a:sym typeface="Arial"/>
              </a:defRPr>
            </a:lvl1pPr>
            <a:lvl2pPr indent="-342900" lvl="1" marL="914400" rtl="0">
              <a:lnSpc>
                <a:spcPct val="100000"/>
              </a:lnSpc>
              <a:spcBef>
                <a:spcPts val="1000"/>
              </a:spcBef>
              <a:spcAft>
                <a:spcPts val="0"/>
              </a:spcAft>
              <a:buClr>
                <a:schemeClr val="lt1"/>
              </a:buClr>
              <a:buSzPts val="1800"/>
              <a:buChar char="•"/>
              <a:defRPr>
                <a:solidFill>
                  <a:schemeClr val="lt1"/>
                </a:solidFill>
              </a:defRPr>
            </a:lvl2pPr>
            <a:lvl3pPr indent="-342900" lvl="2" marL="1371600" rtl="0">
              <a:lnSpc>
                <a:spcPct val="100000"/>
              </a:lnSpc>
              <a:spcBef>
                <a:spcPts val="1000"/>
              </a:spcBef>
              <a:spcAft>
                <a:spcPts val="0"/>
              </a:spcAft>
              <a:buClr>
                <a:schemeClr val="lt1"/>
              </a:buClr>
              <a:buSzPts val="1800"/>
              <a:buChar char="•"/>
              <a:defRPr>
                <a:solidFill>
                  <a:schemeClr val="lt1"/>
                </a:solidFill>
              </a:defRPr>
            </a:lvl3pPr>
            <a:lvl4pPr indent="-342900" lvl="3" marL="1828800" rtl="0">
              <a:lnSpc>
                <a:spcPct val="100000"/>
              </a:lnSpc>
              <a:spcBef>
                <a:spcPts val="1000"/>
              </a:spcBef>
              <a:spcAft>
                <a:spcPts val="0"/>
              </a:spcAft>
              <a:buClr>
                <a:schemeClr val="lt1"/>
              </a:buClr>
              <a:buSzPts val="1800"/>
              <a:buChar char="•"/>
              <a:defRPr>
                <a:solidFill>
                  <a:schemeClr val="lt1"/>
                </a:solidFill>
              </a:defRPr>
            </a:lvl4pPr>
            <a:lvl5pPr indent="-342900" lvl="4" marL="2286000" rtl="0">
              <a:lnSpc>
                <a:spcPct val="100000"/>
              </a:lnSpc>
              <a:spcBef>
                <a:spcPts val="1000"/>
              </a:spcBef>
              <a:spcAft>
                <a:spcPts val="0"/>
              </a:spcAft>
              <a:buClr>
                <a:schemeClr val="lt1"/>
              </a:buClr>
              <a:buSzPts val="1800"/>
              <a:buChar char="•"/>
              <a:defRPr>
                <a:solidFill>
                  <a:schemeClr val="lt1"/>
                </a:solidFill>
              </a:defRPr>
            </a:lvl5pPr>
            <a:lvl6pPr indent="-342900" lvl="5" marL="2743200" rtl="0">
              <a:lnSpc>
                <a:spcPct val="100000"/>
              </a:lnSpc>
              <a:spcBef>
                <a:spcPts val="1000"/>
              </a:spcBef>
              <a:spcAft>
                <a:spcPts val="0"/>
              </a:spcAft>
              <a:buClr>
                <a:schemeClr val="lt1"/>
              </a:buClr>
              <a:buSzPts val="1800"/>
              <a:buChar char="•"/>
              <a:defRPr>
                <a:solidFill>
                  <a:schemeClr val="lt1"/>
                </a:solidFill>
              </a:defRPr>
            </a:lvl6pPr>
            <a:lvl7pPr indent="-342900" lvl="6" marL="3200400" rtl="0">
              <a:lnSpc>
                <a:spcPct val="100000"/>
              </a:lnSpc>
              <a:spcBef>
                <a:spcPts val="1000"/>
              </a:spcBef>
              <a:spcAft>
                <a:spcPts val="0"/>
              </a:spcAft>
              <a:buClr>
                <a:schemeClr val="lt1"/>
              </a:buClr>
              <a:buSzPts val="1800"/>
              <a:buChar char="•"/>
              <a:defRPr>
                <a:solidFill>
                  <a:schemeClr val="lt1"/>
                </a:solidFill>
              </a:defRPr>
            </a:lvl7pPr>
            <a:lvl8pPr indent="-342900" lvl="7" marL="3657600" rtl="0">
              <a:lnSpc>
                <a:spcPct val="100000"/>
              </a:lnSpc>
              <a:spcBef>
                <a:spcPts val="1000"/>
              </a:spcBef>
              <a:spcAft>
                <a:spcPts val="0"/>
              </a:spcAft>
              <a:buClr>
                <a:schemeClr val="lt1"/>
              </a:buClr>
              <a:buSzPts val="1800"/>
              <a:buChar char="•"/>
              <a:defRPr>
                <a:solidFill>
                  <a:schemeClr val="lt1"/>
                </a:solidFill>
              </a:defRPr>
            </a:lvl8pPr>
            <a:lvl9pPr indent="-342900" lvl="8" marL="4114800" rtl="0">
              <a:lnSpc>
                <a:spcPct val="100000"/>
              </a:lnSpc>
              <a:spcBef>
                <a:spcPts val="1000"/>
              </a:spcBef>
              <a:spcAft>
                <a:spcPts val="1000"/>
              </a:spcAft>
              <a:buClr>
                <a:schemeClr val="lt1"/>
              </a:buClr>
              <a:buSzPts val="1800"/>
              <a:buChar char="•"/>
              <a:defRPr>
                <a:solidFill>
                  <a:schemeClr val="lt1"/>
                </a:solidFill>
              </a:defRPr>
            </a:lvl9pPr>
          </a:lstStyle>
          <a:p/>
        </p:txBody>
      </p:sp>
      <p:sp>
        <p:nvSpPr>
          <p:cNvPr id="776" name="Google Shape;776;p97"/>
          <p:cNvSpPr/>
          <p:nvPr/>
        </p:nvSpPr>
        <p:spPr>
          <a:xfrm>
            <a:off x="457202" y="4864608"/>
            <a:ext cx="17085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chemeClr val="lt1"/>
                </a:solidFill>
              </a:rPr>
              <a:t>© 2025 </a:t>
            </a:r>
            <a:r>
              <a:rPr b="0" i="0" lang="en" sz="600">
                <a:solidFill>
                  <a:schemeClr val="lt1"/>
                </a:solidFill>
                <a:latin typeface="Arial"/>
                <a:ea typeface="Arial"/>
                <a:cs typeface="Arial"/>
                <a:sym typeface="Arial"/>
              </a:rPr>
              <a:t>Snowflake Inc. All Rights Reserved</a:t>
            </a:r>
            <a:endParaRPr sz="600">
              <a:solidFill>
                <a:schemeClr val="lt1"/>
              </a:solidFill>
              <a:latin typeface="Arial"/>
              <a:ea typeface="Arial"/>
              <a:cs typeface="Arial"/>
              <a:sym typeface="Arial"/>
            </a:endParaRPr>
          </a:p>
        </p:txBody>
      </p:sp>
      <p:sp>
        <p:nvSpPr>
          <p:cNvPr id="777" name="Google Shape;777;p97"/>
          <p:cNvSpPr/>
          <p:nvPr/>
        </p:nvSpPr>
        <p:spPr>
          <a:xfrm>
            <a:off x="5917776" y="1776875"/>
            <a:ext cx="4395610" cy="4179094"/>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alpha val="1396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1">
  <p:cSld name="Split Layout_1">
    <p:spTree>
      <p:nvGrpSpPr>
        <p:cNvPr id="778" name="Shape 778"/>
        <p:cNvGrpSpPr/>
        <p:nvPr/>
      </p:nvGrpSpPr>
      <p:grpSpPr>
        <a:xfrm>
          <a:off x="0" y="0"/>
          <a:ext cx="0" cy="0"/>
          <a:chOff x="0" y="0"/>
          <a:chExt cx="0" cy="0"/>
        </a:xfrm>
      </p:grpSpPr>
      <p:sp>
        <p:nvSpPr>
          <p:cNvPr id="779" name="Google Shape;779;p98"/>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80" name="Google Shape;780;p98"/>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81" name="Google Shape;781;p98"/>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82" name="Google Shape;782;p98"/>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83" name="Google Shape;783;p98"/>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7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84" name="Google Shape;784;p98"/>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85" name="Google Shape;785;p98"/>
          <p:cNvSpPr/>
          <p:nvPr/>
        </p:nvSpPr>
        <p:spPr>
          <a:xfrm>
            <a:off x="6024563" y="257175"/>
            <a:ext cx="1488103" cy="159186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86" name="Google Shape;786;p98"/>
          <p:cNvSpPr/>
          <p:nvPr/>
        </p:nvSpPr>
        <p:spPr>
          <a:xfrm>
            <a:off x="4574381" y="2416970"/>
            <a:ext cx="3186406" cy="2726531"/>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87" name="Google Shape;787;p98"/>
          <p:cNvSpPr/>
          <p:nvPr/>
        </p:nvSpPr>
        <p:spPr>
          <a:xfrm>
            <a:off x="7184151" y="634350"/>
            <a:ext cx="1959849" cy="2806348"/>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788" name="Google Shape;788;p98"/>
          <p:cNvSpPr txBox="1"/>
          <p:nvPr>
            <p:ph idx="1" type="body"/>
          </p:nvPr>
        </p:nvSpPr>
        <p:spPr>
          <a:xfrm>
            <a:off x="4819650" y="904875"/>
            <a:ext cx="4048200" cy="39147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chemeClr val="lt1"/>
              </a:buClr>
              <a:buSzPts val="1400"/>
              <a:buFont typeface="Arial"/>
              <a:buNone/>
              <a:defRPr sz="1400">
                <a:solidFill>
                  <a:schemeClr val="lt1"/>
                </a:solidFill>
              </a:defRPr>
            </a:lvl1pPr>
            <a:lvl2pPr indent="-228600" lvl="1" marL="914400" rtl="0" algn="l">
              <a:lnSpc>
                <a:spcPct val="90000"/>
              </a:lnSpc>
              <a:spcBef>
                <a:spcPts val="1000"/>
              </a:spcBef>
              <a:spcAft>
                <a:spcPts val="0"/>
              </a:spcAft>
              <a:buClr>
                <a:schemeClr val="lt1"/>
              </a:buClr>
              <a:buSzPts val="1400"/>
              <a:buFont typeface="Arial"/>
              <a:buNone/>
              <a:defRPr>
                <a:solidFill>
                  <a:schemeClr val="lt1"/>
                </a:solidFill>
              </a:defRPr>
            </a:lvl2pPr>
            <a:lvl3pPr indent="-228600" lvl="2" marL="1371600" rtl="0" algn="l">
              <a:lnSpc>
                <a:spcPct val="90000"/>
              </a:lnSpc>
              <a:spcBef>
                <a:spcPts val="1000"/>
              </a:spcBef>
              <a:spcAft>
                <a:spcPts val="0"/>
              </a:spcAft>
              <a:buClr>
                <a:schemeClr val="lt1"/>
              </a:buClr>
              <a:buSzPts val="1200"/>
              <a:buFont typeface="Arial"/>
              <a:buNone/>
              <a:defRPr>
                <a:solidFill>
                  <a:schemeClr val="lt1"/>
                </a:solidFill>
              </a:defRPr>
            </a:lvl3pPr>
            <a:lvl4pPr indent="-228600" lvl="3" marL="1828800" rtl="0" algn="l">
              <a:lnSpc>
                <a:spcPct val="90000"/>
              </a:lnSpc>
              <a:spcBef>
                <a:spcPts val="1000"/>
              </a:spcBef>
              <a:spcAft>
                <a:spcPts val="0"/>
              </a:spcAft>
              <a:buClr>
                <a:schemeClr val="lt1"/>
              </a:buClr>
              <a:buSzPts val="1200"/>
              <a:buFont typeface="Arial"/>
              <a:buNone/>
              <a:defRPr>
                <a:solidFill>
                  <a:schemeClr val="lt1"/>
                </a:solidFill>
              </a:defRPr>
            </a:lvl4pPr>
            <a:lvl5pPr indent="-228600" lvl="4" marL="2286000" rtl="0" algn="l">
              <a:lnSpc>
                <a:spcPct val="90000"/>
              </a:lnSpc>
              <a:spcBef>
                <a:spcPts val="1000"/>
              </a:spcBef>
              <a:spcAft>
                <a:spcPts val="0"/>
              </a:spcAft>
              <a:buClr>
                <a:schemeClr val="lt1"/>
              </a:buClr>
              <a:buSzPts val="1200"/>
              <a:buFont typeface="Arial"/>
              <a:buNone/>
              <a:defRPr>
                <a:solidFill>
                  <a:schemeClr val="lt1"/>
                </a:solidFill>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789" name="Google Shape;789;p98"/>
          <p:cNvSpPr/>
          <p:nvPr/>
        </p:nvSpPr>
        <p:spPr>
          <a:xfrm>
            <a:off x="6491288" y="2753536"/>
            <a:ext cx="1576390" cy="1686306"/>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79"/>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790" name="Google Shape;790;p98"/>
          <p:cNvSpPr txBox="1"/>
          <p:nvPr>
            <p:ph idx="2" type="body"/>
          </p:nvPr>
        </p:nvSpPr>
        <p:spPr>
          <a:xfrm>
            <a:off x="302895" y="226036"/>
            <a:ext cx="3997500" cy="543000"/>
          </a:xfrm>
          <a:prstGeom prst="rect">
            <a:avLst/>
          </a:prstGeom>
          <a:noFill/>
          <a:ln>
            <a:noFill/>
          </a:ln>
        </p:spPr>
        <p:txBody>
          <a:bodyPr anchorCtr="0" anchor="t" bIns="45700" lIns="91425" spcFirstLastPara="1" rIns="91425" wrap="square" tIns="45700">
            <a:spAutoFit/>
          </a:bodyPr>
          <a:lstStyle>
            <a:lvl1pPr indent="-228600" lvl="0" marL="457200" rtl="0" algn="l">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791" name="Google Shape;791;p98"/>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792" name="Google Shape;792;p98"/>
          <p:cNvSpPr txBox="1"/>
          <p:nvPr/>
        </p:nvSpPr>
        <p:spPr>
          <a:xfrm>
            <a:off x="8390386" y="4898914"/>
            <a:ext cx="473700" cy="9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 sz="600">
                <a:solidFill>
                  <a:schemeClr val="lt1"/>
                </a:solidFill>
                <a:latin typeface="Arial"/>
                <a:ea typeface="Arial"/>
                <a:cs typeface="Arial"/>
                <a:sym typeface="Arial"/>
              </a:rPr>
              <a:t>‹#›</a:t>
            </a:fld>
            <a:endParaRPr b="0" i="0" sz="600">
              <a:solidFill>
                <a:schemeClr val="lt1"/>
              </a:solidFill>
              <a:latin typeface="Arial"/>
              <a:ea typeface="Arial"/>
              <a:cs typeface="Arial"/>
              <a:sym typeface="Arial"/>
            </a:endParaRPr>
          </a:p>
        </p:txBody>
      </p:sp>
      <p:sp>
        <p:nvSpPr>
          <p:cNvPr id="793" name="Google Shape;793;p98"/>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94" name="Google Shape;794;p98"/>
          <p:cNvSpPr txBox="1"/>
          <p:nvPr>
            <p:ph idx="3" type="body"/>
          </p:nvPr>
        </p:nvSpPr>
        <p:spPr>
          <a:xfrm>
            <a:off x="302895" y="731520"/>
            <a:ext cx="4021500" cy="2949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1 Column">
  <p:cSld name="1_1 Column">
    <p:spTree>
      <p:nvGrpSpPr>
        <p:cNvPr id="795" name="Shape 795"/>
        <p:cNvGrpSpPr/>
        <p:nvPr/>
      </p:nvGrpSpPr>
      <p:grpSpPr>
        <a:xfrm>
          <a:off x="0" y="0"/>
          <a:ext cx="0" cy="0"/>
          <a:chOff x="0" y="0"/>
          <a:chExt cx="0" cy="0"/>
        </a:xfrm>
      </p:grpSpPr>
      <p:sp>
        <p:nvSpPr>
          <p:cNvPr id="796" name="Google Shape;796;p99"/>
          <p:cNvSpPr txBox="1"/>
          <p:nvPr>
            <p:ph idx="1" type="body"/>
          </p:nvPr>
        </p:nvSpPr>
        <p:spPr>
          <a:xfrm>
            <a:off x="382084" y="1102996"/>
            <a:ext cx="8385600" cy="3497700"/>
          </a:xfrm>
          <a:prstGeom prst="rect">
            <a:avLst/>
          </a:prstGeom>
          <a:noFill/>
          <a:ln>
            <a:noFill/>
          </a:ln>
        </p:spPr>
        <p:txBody>
          <a:bodyPr anchorCtr="0" anchor="t" bIns="34275" lIns="68575" spcFirstLastPara="1" rIns="68575" wrap="square" tIns="34275">
            <a:spAutoFit/>
          </a:bodyPr>
          <a:lstStyle>
            <a:lvl1pPr indent="-317500" lvl="0" marL="457200" rtl="0" algn="l">
              <a:lnSpc>
                <a:spcPct val="90000"/>
              </a:lnSpc>
              <a:spcBef>
                <a:spcPts val="800"/>
              </a:spcBef>
              <a:spcAft>
                <a:spcPts val="0"/>
              </a:spcAft>
              <a:buClr>
                <a:schemeClr val="accent2"/>
              </a:buClr>
              <a:buSzPts val="1400"/>
              <a:buFont typeface="Arial"/>
              <a:buChar char="•"/>
              <a:defRPr b="0" i="0" sz="1800">
                <a:solidFill>
                  <a:srgbClr val="53585F"/>
                </a:solidFill>
                <a:latin typeface="Arial"/>
                <a:ea typeface="Arial"/>
                <a:cs typeface="Arial"/>
                <a:sym typeface="Arial"/>
              </a:defRPr>
            </a:lvl1pPr>
            <a:lvl2pPr indent="-304800" lvl="1" marL="914400" rtl="0" algn="l">
              <a:lnSpc>
                <a:spcPct val="90000"/>
              </a:lnSpc>
              <a:spcBef>
                <a:spcPts val="400"/>
              </a:spcBef>
              <a:spcAft>
                <a:spcPts val="0"/>
              </a:spcAft>
              <a:buClr>
                <a:schemeClr val="accent2"/>
              </a:buClr>
              <a:buSzPts val="1200"/>
              <a:buFont typeface="Arial"/>
              <a:buChar char="•"/>
              <a:defRPr b="0" i="0" sz="1350">
                <a:solidFill>
                  <a:srgbClr val="53585F"/>
                </a:solidFill>
                <a:latin typeface="Arial"/>
                <a:ea typeface="Arial"/>
                <a:cs typeface="Arial"/>
                <a:sym typeface="Arial"/>
              </a:defRPr>
            </a:lvl2pPr>
            <a:lvl3pPr indent="-304800" lvl="2" marL="1371600" rtl="0" algn="l">
              <a:lnSpc>
                <a:spcPct val="90000"/>
              </a:lnSpc>
              <a:spcBef>
                <a:spcPts val="400"/>
              </a:spcBef>
              <a:spcAft>
                <a:spcPts val="0"/>
              </a:spcAft>
              <a:buClr>
                <a:schemeClr val="accent2"/>
              </a:buClr>
              <a:buSzPts val="1200"/>
              <a:buFont typeface="Arial"/>
              <a:buChar char="•"/>
              <a:defRPr b="0" i="0" sz="1200">
                <a:solidFill>
                  <a:srgbClr val="53585F"/>
                </a:solidFill>
                <a:latin typeface="Arial"/>
                <a:ea typeface="Arial"/>
                <a:cs typeface="Arial"/>
                <a:sym typeface="Arial"/>
              </a:defRPr>
            </a:lvl3pPr>
            <a:lvl4pPr indent="-304800" lvl="3" marL="1828800" rtl="0" algn="l">
              <a:lnSpc>
                <a:spcPct val="90000"/>
              </a:lnSpc>
              <a:spcBef>
                <a:spcPts val="400"/>
              </a:spcBef>
              <a:spcAft>
                <a:spcPts val="0"/>
              </a:spcAft>
              <a:buClr>
                <a:schemeClr val="accent2"/>
              </a:buClr>
              <a:buSzPts val="1200"/>
              <a:buFont typeface="Arial"/>
              <a:buChar char="•"/>
              <a:defRPr b="0" i="0" sz="1050">
                <a:solidFill>
                  <a:srgbClr val="53585F"/>
                </a:solidFill>
                <a:latin typeface="Arial"/>
                <a:ea typeface="Arial"/>
                <a:cs typeface="Arial"/>
                <a:sym typeface="Arial"/>
              </a:defRPr>
            </a:lvl4pPr>
            <a:lvl5pPr indent="-304800" lvl="4" marL="2286000" rtl="0" algn="l">
              <a:lnSpc>
                <a:spcPct val="90000"/>
              </a:lnSpc>
              <a:spcBef>
                <a:spcPts val="400"/>
              </a:spcBef>
              <a:spcAft>
                <a:spcPts val="0"/>
              </a:spcAft>
              <a:buClr>
                <a:schemeClr val="accent2"/>
              </a:buClr>
              <a:buSzPts val="1200"/>
              <a:buFont typeface="Arial"/>
              <a:buChar char="•"/>
              <a:defRPr b="0" i="0" sz="900">
                <a:solidFill>
                  <a:srgbClr val="53585F"/>
                </a:solidFill>
                <a:latin typeface="Arial"/>
                <a:ea typeface="Arial"/>
                <a:cs typeface="Arial"/>
                <a:sym typeface="Arial"/>
              </a:defRPr>
            </a:lvl5pPr>
            <a:lvl6pPr indent="-228600" lvl="5" marL="2743200" rtl="0" algn="l">
              <a:lnSpc>
                <a:spcPct val="90000"/>
              </a:lnSpc>
              <a:spcBef>
                <a:spcPts val="400"/>
              </a:spcBef>
              <a:spcAft>
                <a:spcPts val="0"/>
              </a:spcAft>
              <a:buSzPts val="1400"/>
              <a:buNone/>
              <a:defRPr sz="788"/>
            </a:lvl6pPr>
            <a:lvl7pPr indent="-317500" lvl="6" marL="3200400" rtl="0" algn="l">
              <a:lnSpc>
                <a:spcPct val="90000"/>
              </a:lnSpc>
              <a:spcBef>
                <a:spcPts val="400"/>
              </a:spcBef>
              <a:spcAft>
                <a:spcPts val="0"/>
              </a:spcAft>
              <a:buSzPts val="1400"/>
              <a:buChar char="•"/>
              <a:defRPr/>
            </a:lvl7pPr>
            <a:lvl8pPr indent="-317500" lvl="7" marL="3657600" rtl="0" algn="l">
              <a:lnSpc>
                <a:spcPct val="90000"/>
              </a:lnSpc>
              <a:spcBef>
                <a:spcPts val="400"/>
              </a:spcBef>
              <a:spcAft>
                <a:spcPts val="0"/>
              </a:spcAft>
              <a:buSzPts val="1400"/>
              <a:buChar char="•"/>
              <a:defRPr/>
            </a:lvl8pPr>
            <a:lvl9pPr indent="-317500" lvl="8" marL="4114800" rtl="0" algn="l">
              <a:lnSpc>
                <a:spcPct val="90000"/>
              </a:lnSpc>
              <a:spcBef>
                <a:spcPts val="400"/>
              </a:spcBef>
              <a:spcAft>
                <a:spcPts val="0"/>
              </a:spcAft>
              <a:buSzPts val="1400"/>
              <a:buChar char="•"/>
              <a:defRPr/>
            </a:lvl9pPr>
          </a:lstStyle>
          <a:p/>
        </p:txBody>
      </p:sp>
      <p:sp>
        <p:nvSpPr>
          <p:cNvPr id="797" name="Google Shape;797;p99"/>
          <p:cNvSpPr txBox="1"/>
          <p:nvPr>
            <p:ph type="title"/>
          </p:nvPr>
        </p:nvSpPr>
        <p:spPr>
          <a:xfrm>
            <a:off x="386109" y="273845"/>
            <a:ext cx="8381400" cy="654600"/>
          </a:xfrm>
          <a:prstGeom prst="rect">
            <a:avLst/>
          </a:prstGeom>
          <a:noFill/>
          <a:ln>
            <a:noFill/>
          </a:ln>
        </p:spPr>
        <p:txBody>
          <a:bodyPr anchorCtr="0" anchor="ctr" bIns="34275" lIns="68575" spcFirstLastPara="1" rIns="68575" wrap="square" tIns="34275">
            <a:spAutoFit/>
          </a:bodyPr>
          <a:lstStyle>
            <a:lvl1pPr lvl="0" rtl="0" algn="ctr">
              <a:lnSpc>
                <a:spcPct val="90000"/>
              </a:lnSpc>
              <a:spcBef>
                <a:spcPts val="0"/>
              </a:spcBef>
              <a:spcAft>
                <a:spcPts val="0"/>
              </a:spcAft>
              <a:buSzPts val="33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_2">
    <p:spTree>
      <p:nvGrpSpPr>
        <p:cNvPr id="798" name="Shape 798"/>
        <p:cNvGrpSpPr/>
        <p:nvPr/>
      </p:nvGrpSpPr>
      <p:grpSpPr>
        <a:xfrm>
          <a:off x="0" y="0"/>
          <a:ext cx="0" cy="0"/>
          <a:chOff x="0" y="0"/>
          <a:chExt cx="0" cy="0"/>
        </a:xfrm>
      </p:grpSpPr>
      <p:pic>
        <p:nvPicPr>
          <p:cNvPr id="799" name="Google Shape;799;p10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00" name="Google Shape;800;p100"/>
          <p:cNvSpPr/>
          <p:nvPr/>
        </p:nvSpPr>
        <p:spPr>
          <a:xfrm>
            <a:off x="4115009" y="3036749"/>
            <a:ext cx="139574" cy="113509"/>
          </a:xfrm>
          <a:custGeom>
            <a:rect b="b" l="l" r="r" t="t"/>
            <a:pathLst>
              <a:path extrusionOk="0" h="764" w="94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1" name="Google Shape;801;p100"/>
          <p:cNvSpPr/>
          <p:nvPr/>
        </p:nvSpPr>
        <p:spPr>
          <a:xfrm>
            <a:off x="4365370" y="3032916"/>
            <a:ext cx="29138" cy="121174"/>
          </a:xfrm>
          <a:custGeom>
            <a:rect b="b" l="l" r="r" t="t"/>
            <a:pathLst>
              <a:path extrusionOk="0" h="978" w="235">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2" name="Google Shape;802;p100"/>
          <p:cNvSpPr/>
          <p:nvPr/>
        </p:nvSpPr>
        <p:spPr>
          <a:xfrm>
            <a:off x="4408307" y="3071229"/>
            <a:ext cx="78380" cy="82862"/>
          </a:xfrm>
          <a:custGeom>
            <a:rect b="b" l="l" r="r" t="t"/>
            <a:pathLst>
              <a:path extrusionOk="0" h="669" w="633">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3" name="Google Shape;803;p100"/>
          <p:cNvSpPr/>
          <p:nvPr/>
        </p:nvSpPr>
        <p:spPr>
          <a:xfrm>
            <a:off x="4597473" y="3054337"/>
            <a:ext cx="128560" cy="90081"/>
          </a:xfrm>
          <a:custGeom>
            <a:rect b="b" l="l" r="r" t="t"/>
            <a:pathLst>
              <a:path extrusionOk="0" h="340" w="486">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4" name="Google Shape;804;p100"/>
          <p:cNvSpPr/>
          <p:nvPr/>
        </p:nvSpPr>
        <p:spPr>
          <a:xfrm>
            <a:off x="4836821" y="3039650"/>
            <a:ext cx="107633" cy="107704"/>
          </a:xfrm>
          <a:custGeom>
            <a:rect b="b" l="l" r="r" t="t"/>
            <a:pathLst>
              <a:path extrusionOk="0" h="4096" w="4096">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84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5" name="Google Shape;805;p100"/>
          <p:cNvSpPr/>
          <p:nvPr/>
        </p:nvSpPr>
        <p:spPr>
          <a:xfrm>
            <a:off x="-324" y="2332567"/>
            <a:ext cx="2007296" cy="2812205"/>
          </a:xfrm>
          <a:custGeom>
            <a:rect b="b" l="l" r="r" t="t"/>
            <a:pathLst>
              <a:path extrusionOk="0" h="3946954" w="2817257">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6" name="Google Shape;806;p100"/>
          <p:cNvSpPr/>
          <p:nvPr/>
        </p:nvSpPr>
        <p:spPr>
          <a:xfrm rot="-5400000">
            <a:off x="5962840" y="1958194"/>
            <a:ext cx="2338578" cy="4032033"/>
          </a:xfrm>
          <a:custGeom>
            <a:rect b="b" l="l" r="r" t="t"/>
            <a:pathLst>
              <a:path extrusionOk="0" h="5780692" w="3352800">
                <a:moveTo>
                  <a:pt x="3352800" y="5780692"/>
                </a:moveTo>
                <a:lnTo>
                  <a:pt x="0" y="5780692"/>
                </a:lnTo>
                <a:lnTo>
                  <a:pt x="0" y="0"/>
                </a:lnTo>
                <a:close/>
              </a:path>
            </a:pathLst>
          </a:custGeom>
          <a:solidFill>
            <a:srgbClr val="66757A">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7" name="Google Shape;807;p100"/>
          <p:cNvSpPr/>
          <p:nvPr/>
        </p:nvSpPr>
        <p:spPr>
          <a:xfrm>
            <a:off x="6501075" y="369735"/>
            <a:ext cx="2642925" cy="3907100"/>
          </a:xfrm>
          <a:custGeom>
            <a:rect b="b" l="l" r="r" t="t"/>
            <a:pathLst>
              <a:path extrusionOk="0" h="10000" w="1000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808" name="Google Shape;808;p100"/>
          <p:cNvSpPr/>
          <p:nvPr/>
        </p:nvSpPr>
        <p:spPr>
          <a:xfrm>
            <a:off x="2787459" y="1811866"/>
            <a:ext cx="3178576" cy="726948"/>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
        <p:nvSpPr>
          <p:cNvPr id="809" name="Google Shape;809;p100"/>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810" name="Shape 810"/>
        <p:cNvGrpSpPr/>
        <p:nvPr/>
      </p:nvGrpSpPr>
      <p:grpSpPr>
        <a:xfrm>
          <a:off x="0" y="0"/>
          <a:ext cx="0" cy="0"/>
          <a:chOff x="0" y="0"/>
          <a:chExt cx="0" cy="0"/>
        </a:xfrm>
      </p:grpSpPr>
      <p:sp>
        <p:nvSpPr>
          <p:cNvPr id="811" name="Google Shape;811;p101"/>
          <p:cNvSpPr txBox="1"/>
          <p:nvPr>
            <p:ph idx="1" type="body"/>
          </p:nvPr>
        </p:nvSpPr>
        <p:spPr>
          <a:xfrm>
            <a:off x="382083" y="1102996"/>
            <a:ext cx="8385600" cy="3497700"/>
          </a:xfrm>
          <a:prstGeom prst="rect">
            <a:avLst/>
          </a:prstGeom>
          <a:noFill/>
          <a:ln>
            <a:noFill/>
          </a:ln>
        </p:spPr>
        <p:txBody>
          <a:bodyPr anchorCtr="0" anchor="t" bIns="34275" lIns="68575" spcFirstLastPara="1" rIns="68575" wrap="square" tIns="34275">
            <a:spAutoFit/>
          </a:bodyPr>
          <a:lstStyle>
            <a:lvl1pPr indent="-342900" lvl="0" marL="457200" rtl="0" algn="l">
              <a:lnSpc>
                <a:spcPct val="90000"/>
              </a:lnSpc>
              <a:spcBef>
                <a:spcPts val="800"/>
              </a:spcBef>
              <a:spcAft>
                <a:spcPts val="0"/>
              </a:spcAft>
              <a:buClr>
                <a:schemeClr val="accent2"/>
              </a:buClr>
              <a:buSzPts val="1800"/>
              <a:buFont typeface="Arial"/>
              <a:buChar char="•"/>
              <a:defRPr b="0" i="0" sz="1800">
                <a:solidFill>
                  <a:srgbClr val="53585F"/>
                </a:solidFill>
                <a:latin typeface="Avenir"/>
                <a:ea typeface="Avenir"/>
                <a:cs typeface="Avenir"/>
                <a:sym typeface="Avenir"/>
              </a:defRPr>
            </a:lvl1pPr>
            <a:lvl2pPr indent="-317500" lvl="1" marL="914400" rtl="0" algn="l">
              <a:lnSpc>
                <a:spcPct val="90000"/>
              </a:lnSpc>
              <a:spcBef>
                <a:spcPts val="1000"/>
              </a:spcBef>
              <a:spcAft>
                <a:spcPts val="0"/>
              </a:spcAft>
              <a:buClr>
                <a:schemeClr val="accent2"/>
              </a:buClr>
              <a:buSzPts val="1400"/>
              <a:buFont typeface="Arial"/>
              <a:buChar char="•"/>
              <a:defRPr b="0" i="0" sz="1400">
                <a:solidFill>
                  <a:srgbClr val="53585F"/>
                </a:solidFill>
                <a:latin typeface="Avenir"/>
                <a:ea typeface="Avenir"/>
                <a:cs typeface="Avenir"/>
                <a:sym typeface="Avenir"/>
              </a:defRPr>
            </a:lvl2pPr>
            <a:lvl3pPr indent="-304800" lvl="2" marL="1371600" rtl="0" algn="l">
              <a:lnSpc>
                <a:spcPct val="90000"/>
              </a:lnSpc>
              <a:spcBef>
                <a:spcPts val="1000"/>
              </a:spcBef>
              <a:spcAft>
                <a:spcPts val="0"/>
              </a:spcAft>
              <a:buClr>
                <a:schemeClr val="accent2"/>
              </a:buClr>
              <a:buSzPts val="1200"/>
              <a:buFont typeface="Arial"/>
              <a:buChar char="•"/>
              <a:defRPr b="0" i="0" sz="1200">
                <a:solidFill>
                  <a:srgbClr val="53585F"/>
                </a:solidFill>
                <a:latin typeface="Avenir"/>
                <a:ea typeface="Avenir"/>
                <a:cs typeface="Avenir"/>
                <a:sym typeface="Avenir"/>
              </a:defRPr>
            </a:lvl3pPr>
            <a:lvl4pPr indent="-298450" lvl="3" marL="1828800" rtl="0" algn="l">
              <a:lnSpc>
                <a:spcPct val="90000"/>
              </a:lnSpc>
              <a:spcBef>
                <a:spcPts val="1000"/>
              </a:spcBef>
              <a:spcAft>
                <a:spcPts val="0"/>
              </a:spcAft>
              <a:buClr>
                <a:schemeClr val="accent2"/>
              </a:buClr>
              <a:buSzPts val="1100"/>
              <a:buFont typeface="Arial"/>
              <a:buChar char="•"/>
              <a:defRPr b="0" i="0" sz="1100">
                <a:solidFill>
                  <a:srgbClr val="53585F"/>
                </a:solidFill>
                <a:latin typeface="Avenir"/>
                <a:ea typeface="Avenir"/>
                <a:cs typeface="Avenir"/>
                <a:sym typeface="Avenir"/>
              </a:defRPr>
            </a:lvl4pPr>
            <a:lvl5pPr indent="-285750" lvl="4" marL="2286000" rtl="0" algn="l">
              <a:lnSpc>
                <a:spcPct val="90000"/>
              </a:lnSpc>
              <a:spcBef>
                <a:spcPts val="1000"/>
              </a:spcBef>
              <a:spcAft>
                <a:spcPts val="0"/>
              </a:spcAft>
              <a:buClr>
                <a:schemeClr val="accent2"/>
              </a:buClr>
              <a:buSzPts val="900"/>
              <a:buFont typeface="Arial"/>
              <a:buChar char="•"/>
              <a:defRPr b="0" i="0" sz="900">
                <a:solidFill>
                  <a:srgbClr val="53585F"/>
                </a:solidFill>
                <a:latin typeface="Avenir"/>
                <a:ea typeface="Avenir"/>
                <a:cs typeface="Avenir"/>
                <a:sym typeface="Avenir"/>
              </a:defRPr>
            </a:lvl5pPr>
            <a:lvl6pPr indent="-228600" lvl="5" marL="2743200" rtl="0" algn="l">
              <a:lnSpc>
                <a:spcPct val="90000"/>
              </a:lnSpc>
              <a:spcBef>
                <a:spcPts val="1000"/>
              </a:spcBef>
              <a:spcAft>
                <a:spcPts val="0"/>
              </a:spcAft>
              <a:buClr>
                <a:schemeClr val="dk1"/>
              </a:buClr>
              <a:buSzPts val="800"/>
              <a:buNone/>
              <a:defRPr sz="800"/>
            </a:lvl6pPr>
            <a:lvl7pPr indent="-317500" lvl="6" marL="3200400" rtl="0" algn="l">
              <a:lnSpc>
                <a:spcPct val="90000"/>
              </a:lnSpc>
              <a:spcBef>
                <a:spcPts val="1000"/>
              </a:spcBef>
              <a:spcAft>
                <a:spcPts val="0"/>
              </a:spcAft>
              <a:buClr>
                <a:schemeClr val="dk1"/>
              </a:buClr>
              <a:buSzPts val="1400"/>
              <a:buChar char="•"/>
              <a:defRPr/>
            </a:lvl7pPr>
            <a:lvl8pPr indent="-317500" lvl="7" marL="3657600" rtl="0" algn="l">
              <a:lnSpc>
                <a:spcPct val="90000"/>
              </a:lnSpc>
              <a:spcBef>
                <a:spcPts val="1000"/>
              </a:spcBef>
              <a:spcAft>
                <a:spcPts val="0"/>
              </a:spcAft>
              <a:buClr>
                <a:schemeClr val="dk1"/>
              </a:buClr>
              <a:buSzPts val="1400"/>
              <a:buChar char="•"/>
              <a:defRPr/>
            </a:lvl8pPr>
            <a:lvl9pPr indent="-317500" lvl="8" marL="4114800" rtl="0" algn="l">
              <a:lnSpc>
                <a:spcPct val="90000"/>
              </a:lnSpc>
              <a:spcBef>
                <a:spcPts val="1000"/>
              </a:spcBef>
              <a:spcAft>
                <a:spcPts val="1000"/>
              </a:spcAft>
              <a:buClr>
                <a:schemeClr val="dk1"/>
              </a:buClr>
              <a:buSzPts val="1400"/>
              <a:buChar char="•"/>
              <a:defRPr/>
            </a:lvl9pPr>
          </a:lstStyle>
          <a:p/>
        </p:txBody>
      </p:sp>
      <p:sp>
        <p:nvSpPr>
          <p:cNvPr id="812" name="Google Shape;812;p101"/>
          <p:cNvSpPr txBox="1"/>
          <p:nvPr>
            <p:ph type="title"/>
          </p:nvPr>
        </p:nvSpPr>
        <p:spPr>
          <a:xfrm>
            <a:off x="386108" y="273844"/>
            <a:ext cx="8381400" cy="654600"/>
          </a:xfrm>
          <a:prstGeom prst="rect">
            <a:avLst/>
          </a:prstGeom>
          <a:noFill/>
          <a:ln>
            <a:noFill/>
          </a:ln>
        </p:spPr>
        <p:txBody>
          <a:bodyPr anchorCtr="0" anchor="t" bIns="34275" lIns="68575" spcFirstLastPara="1" rIns="68575" wrap="square" tIns="34275">
            <a:spAutoFit/>
          </a:bodyPr>
          <a:lstStyle>
            <a:lvl1pPr lvl="0" rtl="0" algn="l">
              <a:lnSpc>
                <a:spcPct val="90000"/>
              </a:lnSpc>
              <a:spcBef>
                <a:spcPts val="0"/>
              </a:spcBef>
              <a:spcAft>
                <a:spcPts val="0"/>
              </a:spcAft>
              <a:buClr>
                <a:schemeClr val="accent2"/>
              </a:buClr>
              <a:buSzPts val="14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13" name="Shape 813"/>
        <p:cNvGrpSpPr/>
        <p:nvPr/>
      </p:nvGrpSpPr>
      <p:grpSpPr>
        <a:xfrm>
          <a:off x="0" y="0"/>
          <a:ext cx="0" cy="0"/>
          <a:chOff x="0" y="0"/>
          <a:chExt cx="0" cy="0"/>
        </a:xfrm>
      </p:grpSpPr>
      <p:sp>
        <p:nvSpPr>
          <p:cNvPr id="814" name="Google Shape;814;p102"/>
          <p:cNvSpPr txBox="1"/>
          <p:nvPr>
            <p:ph type="title"/>
          </p:nvPr>
        </p:nvSpPr>
        <p:spPr>
          <a:xfrm>
            <a:off x="850106" y="207605"/>
            <a:ext cx="7886700" cy="678900"/>
          </a:xfrm>
          <a:prstGeom prst="rect">
            <a:avLst/>
          </a:prstGeom>
          <a:noFill/>
          <a:ln>
            <a:noFill/>
          </a:ln>
        </p:spPr>
        <p:txBody>
          <a:bodyPr anchorCtr="0" anchor="t" bIns="34275" lIns="68525" spcFirstLastPara="1" rIns="68525" wrap="square" tIns="34275">
            <a:spAutoFit/>
          </a:bodyPr>
          <a:lstStyle>
            <a:lvl1pPr lvl="0" rtl="0" algn="l">
              <a:lnSpc>
                <a:spcPct val="90000"/>
              </a:lnSpc>
              <a:spcBef>
                <a:spcPts val="0"/>
              </a:spcBef>
              <a:spcAft>
                <a:spcPts val="0"/>
              </a:spcAft>
              <a:buClr>
                <a:schemeClr val="dk1"/>
              </a:buClr>
              <a:buSzPts val="14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815" name="Google Shape;815;p102"/>
          <p:cNvSpPr txBox="1"/>
          <p:nvPr>
            <p:ph idx="1" type="body"/>
          </p:nvPr>
        </p:nvSpPr>
        <p:spPr>
          <a:xfrm>
            <a:off x="628650" y="1369219"/>
            <a:ext cx="7886700" cy="3263400"/>
          </a:xfrm>
          <a:prstGeom prst="rect">
            <a:avLst/>
          </a:prstGeom>
          <a:noFill/>
          <a:ln>
            <a:noFill/>
          </a:ln>
        </p:spPr>
        <p:txBody>
          <a:bodyPr anchorCtr="0" anchor="t" bIns="34275" lIns="68525" spcFirstLastPara="1" rIns="68525" wrap="square" tIns="34275">
            <a:sp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000"/>
              </a:spcBef>
              <a:spcAft>
                <a:spcPts val="0"/>
              </a:spcAft>
              <a:buClr>
                <a:schemeClr val="dk1"/>
              </a:buClr>
              <a:buSzPts val="1400"/>
              <a:buChar char="•"/>
              <a:defRPr/>
            </a:lvl2pPr>
            <a:lvl3pPr indent="-317500" lvl="2" marL="1371600" rtl="0" algn="l">
              <a:lnSpc>
                <a:spcPct val="90000"/>
              </a:lnSpc>
              <a:spcBef>
                <a:spcPts val="1000"/>
              </a:spcBef>
              <a:spcAft>
                <a:spcPts val="0"/>
              </a:spcAft>
              <a:buClr>
                <a:schemeClr val="dk1"/>
              </a:buClr>
              <a:buSzPts val="1400"/>
              <a:buChar char="•"/>
              <a:defRPr/>
            </a:lvl3pPr>
            <a:lvl4pPr indent="-317500" lvl="3" marL="1828800" rtl="0" algn="l">
              <a:lnSpc>
                <a:spcPct val="90000"/>
              </a:lnSpc>
              <a:spcBef>
                <a:spcPts val="1000"/>
              </a:spcBef>
              <a:spcAft>
                <a:spcPts val="0"/>
              </a:spcAft>
              <a:buClr>
                <a:schemeClr val="dk1"/>
              </a:buClr>
              <a:buSzPts val="1400"/>
              <a:buChar char="•"/>
              <a:defRPr/>
            </a:lvl4pPr>
            <a:lvl5pPr indent="-317500" lvl="4" marL="2286000" rtl="0" algn="l">
              <a:lnSpc>
                <a:spcPct val="90000"/>
              </a:lnSpc>
              <a:spcBef>
                <a:spcPts val="1000"/>
              </a:spcBef>
              <a:spcAft>
                <a:spcPts val="0"/>
              </a:spcAft>
              <a:buClr>
                <a:schemeClr val="dk1"/>
              </a:buClr>
              <a:buSzPts val="1400"/>
              <a:buChar char="•"/>
              <a:defRPr/>
            </a:lvl5pPr>
            <a:lvl6pPr indent="-317500" lvl="5" marL="2743200" rtl="0" algn="l">
              <a:lnSpc>
                <a:spcPct val="90000"/>
              </a:lnSpc>
              <a:spcBef>
                <a:spcPts val="1000"/>
              </a:spcBef>
              <a:spcAft>
                <a:spcPts val="0"/>
              </a:spcAft>
              <a:buClr>
                <a:schemeClr val="dk1"/>
              </a:buClr>
              <a:buSzPts val="1400"/>
              <a:buChar char="•"/>
              <a:defRPr/>
            </a:lvl6pPr>
            <a:lvl7pPr indent="-317500" lvl="6" marL="3200400" rtl="0" algn="l">
              <a:lnSpc>
                <a:spcPct val="90000"/>
              </a:lnSpc>
              <a:spcBef>
                <a:spcPts val="1000"/>
              </a:spcBef>
              <a:spcAft>
                <a:spcPts val="0"/>
              </a:spcAft>
              <a:buClr>
                <a:schemeClr val="dk1"/>
              </a:buClr>
              <a:buSzPts val="1400"/>
              <a:buChar char="•"/>
              <a:defRPr/>
            </a:lvl7pPr>
            <a:lvl8pPr indent="-317500" lvl="7" marL="3657600" rtl="0" algn="l">
              <a:lnSpc>
                <a:spcPct val="90000"/>
              </a:lnSpc>
              <a:spcBef>
                <a:spcPts val="1000"/>
              </a:spcBef>
              <a:spcAft>
                <a:spcPts val="0"/>
              </a:spcAft>
              <a:buClr>
                <a:schemeClr val="dk1"/>
              </a:buClr>
              <a:buSzPts val="1400"/>
              <a:buChar char="•"/>
              <a:defRPr/>
            </a:lvl8pPr>
            <a:lvl9pPr indent="-317500" lvl="8" marL="4114800" rtl="0" algn="l">
              <a:lnSpc>
                <a:spcPct val="90000"/>
              </a:lnSpc>
              <a:spcBef>
                <a:spcPts val="1000"/>
              </a:spcBef>
              <a:spcAft>
                <a:spcPts val="1000"/>
              </a:spcAft>
              <a:buClr>
                <a:schemeClr val="dk1"/>
              </a:buClr>
              <a:buSzPts val="1400"/>
              <a:buChar char="•"/>
              <a:defRPr/>
            </a:lvl9pPr>
          </a:lstStyle>
          <a:p/>
        </p:txBody>
      </p:sp>
      <p:sp>
        <p:nvSpPr>
          <p:cNvPr id="816" name="Google Shape;816;p102"/>
          <p:cNvSpPr txBox="1"/>
          <p:nvPr>
            <p:ph idx="11" type="ftr"/>
          </p:nvPr>
        </p:nvSpPr>
        <p:spPr>
          <a:xfrm>
            <a:off x="5952345" y="4877991"/>
            <a:ext cx="3086100" cy="273900"/>
          </a:xfrm>
          <a:prstGeom prst="rect">
            <a:avLst/>
          </a:prstGeom>
          <a:noFill/>
          <a:ln>
            <a:noFill/>
          </a:ln>
        </p:spPr>
        <p:txBody>
          <a:bodyPr anchorCtr="0" anchor="ctr" bIns="34275" lIns="68525" spcFirstLastPara="1" rIns="68525" wrap="square" tIns="34275">
            <a:noAutofit/>
          </a:bodyPr>
          <a:lstStyle>
            <a:lvl1pPr lvl="0" rtl="0" algn="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817" name="Google Shape;817;p102"/>
          <p:cNvSpPr txBox="1"/>
          <p:nvPr>
            <p:ph idx="10" type="dt"/>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sz="1400">
                <a:solidFill>
                  <a:schemeClr val="dk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818" name="Google Shape;818;p102"/>
          <p:cNvSpPr txBox="1"/>
          <p:nvPr>
            <p:ph idx="12" type="sldNum"/>
          </p:nvPr>
        </p:nvSpPr>
        <p:spPr>
          <a:xfrm>
            <a:off x="4680012" y="4869657"/>
            <a:ext cx="216000" cy="238500"/>
          </a:xfrm>
          <a:prstGeom prst="rect">
            <a:avLst/>
          </a:prstGeom>
          <a:noFill/>
          <a:ln>
            <a:noFill/>
          </a:ln>
        </p:spPr>
        <p:txBody>
          <a:bodyPr anchorCtr="0" anchor="ctr" bIns="34275" lIns="68525" spcFirstLastPara="1" rIns="68525" wrap="square" tIns="34275">
            <a:spAutoFit/>
          </a:bodyPr>
          <a:lstStyle>
            <a:lvl1pPr indent="0" lvl="0" marL="0" rtl="0" algn="r">
              <a:spcBef>
                <a:spcPts val="0"/>
              </a:spcBef>
              <a:buNone/>
              <a:defRPr sz="1100"/>
            </a:lvl1pPr>
            <a:lvl2pPr indent="0" lvl="1" marL="0" rtl="0" algn="r">
              <a:spcBef>
                <a:spcPts val="0"/>
              </a:spcBef>
              <a:buNone/>
              <a:defRPr sz="1100"/>
            </a:lvl2pPr>
            <a:lvl3pPr indent="0" lvl="2" marL="0" rtl="0" algn="r">
              <a:spcBef>
                <a:spcPts val="0"/>
              </a:spcBef>
              <a:buNone/>
              <a:defRPr sz="1100"/>
            </a:lvl3pPr>
            <a:lvl4pPr indent="0" lvl="3" marL="0" rtl="0" algn="r">
              <a:spcBef>
                <a:spcPts val="0"/>
              </a:spcBef>
              <a:buNone/>
              <a:defRPr sz="1100"/>
            </a:lvl4pPr>
            <a:lvl5pPr indent="0" lvl="4" marL="0" rtl="0" algn="r">
              <a:spcBef>
                <a:spcPts val="0"/>
              </a:spcBef>
              <a:buNone/>
              <a:defRPr sz="1100"/>
            </a:lvl5pPr>
            <a:lvl6pPr indent="0" lvl="5" marL="0" rtl="0" algn="r">
              <a:spcBef>
                <a:spcPts val="0"/>
              </a:spcBef>
              <a:buNone/>
              <a:defRPr sz="1100"/>
            </a:lvl6pPr>
            <a:lvl7pPr indent="0" lvl="6" marL="0" rtl="0" algn="r">
              <a:spcBef>
                <a:spcPts val="0"/>
              </a:spcBef>
              <a:buNone/>
              <a:defRPr sz="1100"/>
            </a:lvl7pPr>
            <a:lvl8pPr indent="0" lvl="7" marL="0" rtl="0" algn="r">
              <a:spcBef>
                <a:spcPts val="0"/>
              </a:spcBef>
              <a:buNone/>
              <a:defRPr sz="1100"/>
            </a:lvl8pPr>
            <a:lvl9pPr indent="0" lvl="8" marL="0" rt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819" name="Shape 819"/>
        <p:cNvGrpSpPr/>
        <p:nvPr/>
      </p:nvGrpSpPr>
      <p:grpSpPr>
        <a:xfrm>
          <a:off x="0" y="0"/>
          <a:ext cx="0" cy="0"/>
          <a:chOff x="0" y="0"/>
          <a:chExt cx="0" cy="0"/>
        </a:xfrm>
      </p:grpSpPr>
      <p:sp>
        <p:nvSpPr>
          <p:cNvPr id="820" name="Google Shape;820;p103"/>
          <p:cNvSpPr txBox="1"/>
          <p:nvPr>
            <p:ph idx="1" type="body"/>
          </p:nvPr>
        </p:nvSpPr>
        <p:spPr>
          <a:xfrm>
            <a:off x="274320" y="992625"/>
            <a:ext cx="8595300" cy="3749100"/>
          </a:xfrm>
          <a:prstGeom prst="rect">
            <a:avLst/>
          </a:prstGeom>
          <a:noFill/>
          <a:ln>
            <a:noFill/>
          </a:ln>
        </p:spPr>
        <p:txBody>
          <a:bodyPr anchorCtr="0" anchor="t" bIns="45700" lIns="91425" spcFirstLastPara="1" rIns="91425" wrap="square" tIns="45700">
            <a:sp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821" name="Google Shape;821;p103"/>
          <p:cNvSpPr txBox="1"/>
          <p:nvPr>
            <p:ph idx="2" type="body"/>
          </p:nvPr>
        </p:nvSpPr>
        <p:spPr>
          <a:xfrm>
            <a:off x="274320" y="228600"/>
            <a:ext cx="8595300" cy="6870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822" name="Google Shape;822;p103"/>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823" name="Google Shape;823;p103"/>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a:solidFill>
                  <a:srgbClr val="929292"/>
                </a:solidFill>
                <a:latin typeface="Arial"/>
                <a:ea typeface="Arial"/>
                <a:cs typeface="Arial"/>
                <a:sym typeface="Arial"/>
              </a:defRPr>
            </a:lvl1pPr>
            <a:lvl2pPr indent="0" lvl="1" marL="0" marR="0" rtl="0" algn="r">
              <a:spcBef>
                <a:spcPts val="0"/>
              </a:spcBef>
              <a:buNone/>
              <a:defRPr b="0" i="0" sz="600">
                <a:solidFill>
                  <a:srgbClr val="929292"/>
                </a:solidFill>
                <a:latin typeface="Arial"/>
                <a:ea typeface="Arial"/>
                <a:cs typeface="Arial"/>
                <a:sym typeface="Arial"/>
              </a:defRPr>
            </a:lvl2pPr>
            <a:lvl3pPr indent="0" lvl="2" marL="0" marR="0" rtl="0" algn="r">
              <a:spcBef>
                <a:spcPts val="0"/>
              </a:spcBef>
              <a:buNone/>
              <a:defRPr b="0" i="0" sz="600">
                <a:solidFill>
                  <a:srgbClr val="929292"/>
                </a:solidFill>
                <a:latin typeface="Arial"/>
                <a:ea typeface="Arial"/>
                <a:cs typeface="Arial"/>
                <a:sym typeface="Arial"/>
              </a:defRPr>
            </a:lvl3pPr>
            <a:lvl4pPr indent="0" lvl="3" marL="0" marR="0" rtl="0" algn="r">
              <a:spcBef>
                <a:spcPts val="0"/>
              </a:spcBef>
              <a:buNone/>
              <a:defRPr b="0" i="0" sz="600">
                <a:solidFill>
                  <a:srgbClr val="929292"/>
                </a:solidFill>
                <a:latin typeface="Arial"/>
                <a:ea typeface="Arial"/>
                <a:cs typeface="Arial"/>
                <a:sym typeface="Arial"/>
              </a:defRPr>
            </a:lvl4pPr>
            <a:lvl5pPr indent="0" lvl="4" marL="0" marR="0" rtl="0" algn="r">
              <a:spcBef>
                <a:spcPts val="0"/>
              </a:spcBef>
              <a:buNone/>
              <a:defRPr b="0" i="0" sz="600">
                <a:solidFill>
                  <a:srgbClr val="929292"/>
                </a:solidFill>
                <a:latin typeface="Arial"/>
                <a:ea typeface="Arial"/>
                <a:cs typeface="Arial"/>
                <a:sym typeface="Arial"/>
              </a:defRPr>
            </a:lvl5pPr>
            <a:lvl6pPr indent="0" lvl="5" marL="0" marR="0" rtl="0" algn="r">
              <a:spcBef>
                <a:spcPts val="0"/>
              </a:spcBef>
              <a:buNone/>
              <a:defRPr b="0" i="0" sz="600">
                <a:solidFill>
                  <a:srgbClr val="929292"/>
                </a:solidFill>
                <a:latin typeface="Arial"/>
                <a:ea typeface="Arial"/>
                <a:cs typeface="Arial"/>
                <a:sym typeface="Arial"/>
              </a:defRPr>
            </a:lvl6pPr>
            <a:lvl7pPr indent="0" lvl="6" marL="0" marR="0" rtl="0" algn="r">
              <a:spcBef>
                <a:spcPts val="0"/>
              </a:spcBef>
              <a:buNone/>
              <a:defRPr b="0" i="0" sz="600">
                <a:solidFill>
                  <a:srgbClr val="929292"/>
                </a:solidFill>
                <a:latin typeface="Arial"/>
                <a:ea typeface="Arial"/>
                <a:cs typeface="Arial"/>
                <a:sym typeface="Arial"/>
              </a:defRPr>
            </a:lvl7pPr>
            <a:lvl8pPr indent="0" lvl="7" marL="0" marR="0" rtl="0" algn="r">
              <a:spcBef>
                <a:spcPts val="0"/>
              </a:spcBef>
              <a:buNone/>
              <a:defRPr b="0" i="0" sz="600">
                <a:solidFill>
                  <a:srgbClr val="929292"/>
                </a:solidFill>
                <a:latin typeface="Arial"/>
                <a:ea typeface="Arial"/>
                <a:cs typeface="Arial"/>
                <a:sym typeface="Arial"/>
              </a:defRPr>
            </a:lvl8pPr>
            <a:lvl9pPr indent="0" lvl="8" marL="0" marR="0" rtl="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24" name="Google Shape;824;p103"/>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
  <p:cSld name="Multi-use layout_1">
    <p:spTree>
      <p:nvGrpSpPr>
        <p:cNvPr id="825" name="Shape 825"/>
        <p:cNvGrpSpPr/>
        <p:nvPr/>
      </p:nvGrpSpPr>
      <p:grpSpPr>
        <a:xfrm>
          <a:off x="0" y="0"/>
          <a:ext cx="0" cy="0"/>
          <a:chOff x="0" y="0"/>
          <a:chExt cx="0" cy="0"/>
        </a:xfrm>
      </p:grpSpPr>
      <p:sp>
        <p:nvSpPr>
          <p:cNvPr id="826" name="Google Shape;826;p104"/>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27" name="Google Shape;827;p10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28" name="Google Shape;828;p104"/>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829" name="Google Shape;829;p104"/>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30" name="Google Shape;830;p104"/>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31" name="Google Shape;831;p10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2024</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832" name="Google Shape;832;p10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2">
  <p:cSld name="Multi-use layout_2">
    <p:spTree>
      <p:nvGrpSpPr>
        <p:cNvPr id="833" name="Shape 833"/>
        <p:cNvGrpSpPr/>
        <p:nvPr/>
      </p:nvGrpSpPr>
      <p:grpSpPr>
        <a:xfrm>
          <a:off x="0" y="0"/>
          <a:ext cx="0" cy="0"/>
          <a:chOff x="0" y="0"/>
          <a:chExt cx="0" cy="0"/>
        </a:xfrm>
      </p:grpSpPr>
      <p:sp>
        <p:nvSpPr>
          <p:cNvPr id="834" name="Google Shape;834;p10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35" name="Google Shape;835;p10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36" name="Google Shape;836;p105"/>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837" name="Google Shape;837;p10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38" name="Google Shape;838;p10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39" name="Google Shape;839;p10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840" name="Google Shape;840;p10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p:cSld name="Multi-use layout_3">
    <p:spTree>
      <p:nvGrpSpPr>
        <p:cNvPr id="841" name="Shape 841"/>
        <p:cNvGrpSpPr/>
        <p:nvPr/>
      </p:nvGrpSpPr>
      <p:grpSpPr>
        <a:xfrm>
          <a:off x="0" y="0"/>
          <a:ext cx="0" cy="0"/>
          <a:chOff x="0" y="0"/>
          <a:chExt cx="0" cy="0"/>
        </a:xfrm>
      </p:grpSpPr>
      <p:sp>
        <p:nvSpPr>
          <p:cNvPr id="842" name="Google Shape;842;p10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43" name="Google Shape;843;p10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44" name="Google Shape;844;p106"/>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845" name="Google Shape;845;p10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46" name="Google Shape;846;p10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47" name="Google Shape;847;p10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Snowflake</a:t>
            </a:r>
            <a:r>
              <a:rPr b="0" i="0" lang="en" sz="600">
                <a:solidFill>
                  <a:srgbClr val="929292"/>
                </a:solidFill>
                <a:latin typeface="Arial"/>
                <a:ea typeface="Arial"/>
                <a:cs typeface="Arial"/>
                <a:sym typeface="Arial"/>
              </a:rPr>
              <a:t> Inc. All Rights Reserved</a:t>
            </a:r>
            <a:endParaRPr sz="600">
              <a:solidFill>
                <a:srgbClr val="929292"/>
              </a:solidFill>
              <a:latin typeface="Arial"/>
              <a:ea typeface="Arial"/>
              <a:cs typeface="Arial"/>
              <a:sym typeface="Arial"/>
            </a:endParaRPr>
          </a:p>
        </p:txBody>
      </p:sp>
      <p:sp>
        <p:nvSpPr>
          <p:cNvPr id="848" name="Google Shape;848;p10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2">
  <p:cSld name="One Column Layout_3">
    <p:spTree>
      <p:nvGrpSpPr>
        <p:cNvPr id="849" name="Shape 849"/>
        <p:cNvGrpSpPr/>
        <p:nvPr/>
      </p:nvGrpSpPr>
      <p:grpSpPr>
        <a:xfrm>
          <a:off x="0" y="0"/>
          <a:ext cx="0" cy="0"/>
          <a:chOff x="0" y="0"/>
          <a:chExt cx="0" cy="0"/>
        </a:xfrm>
      </p:grpSpPr>
      <p:sp>
        <p:nvSpPr>
          <p:cNvPr id="850" name="Google Shape;850;p107"/>
          <p:cNvSpPr txBox="1"/>
          <p:nvPr>
            <p:ph idx="1" type="body"/>
          </p:nvPr>
        </p:nvSpPr>
        <p:spPr>
          <a:xfrm>
            <a:off x="345195" y="992625"/>
            <a:ext cx="8453700" cy="3749100"/>
          </a:xfrm>
          <a:prstGeom prst="rect">
            <a:avLst/>
          </a:prstGeom>
          <a:noFill/>
          <a:ln>
            <a:noFill/>
          </a:ln>
        </p:spPr>
        <p:txBody>
          <a:bodyPr anchorCtr="0" anchor="t" bIns="45700" lIns="91425" spcFirstLastPara="1" rIns="91425" wrap="square" tIns="45700">
            <a:normAutofit/>
          </a:bodyPr>
          <a:lstStyle>
            <a:lvl1pPr indent="-228600" lvl="0" marL="457200" rtl="0" algn="l">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851" name="Google Shape;851;p107"/>
          <p:cNvSpPr txBox="1"/>
          <p:nvPr>
            <p:ph idx="2" type="body"/>
          </p:nvPr>
        </p:nvSpPr>
        <p:spPr>
          <a:xfrm>
            <a:off x="345195" y="228600"/>
            <a:ext cx="8453700" cy="6870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sz="2700" cap="none">
                <a:solidFill>
                  <a:schemeClr val="dk1"/>
                </a:solidFill>
                <a:latin typeface="Arial"/>
                <a:ea typeface="Arial"/>
                <a:cs typeface="Arial"/>
                <a:sym typeface="Aria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852" name="Google Shape;852;p10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853" name="Google Shape;853;p107"/>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854" name="Google Shape;854;p107"/>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4">
  <p:cSld name="Multi-use layout_4">
    <p:spTree>
      <p:nvGrpSpPr>
        <p:cNvPr id="855" name="Shape 855"/>
        <p:cNvGrpSpPr/>
        <p:nvPr/>
      </p:nvGrpSpPr>
      <p:grpSpPr>
        <a:xfrm>
          <a:off x="0" y="0"/>
          <a:ext cx="0" cy="0"/>
          <a:chOff x="0" y="0"/>
          <a:chExt cx="0" cy="0"/>
        </a:xfrm>
      </p:grpSpPr>
      <p:sp>
        <p:nvSpPr>
          <p:cNvPr id="856" name="Google Shape;856;p10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57" name="Google Shape;857;p10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58" name="Google Shape;858;p108"/>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859" name="Google Shape;859;p108"/>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60" name="Google Shape;860;p108"/>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61" name="Google Shape;861;p10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862" name="Google Shape;862;p10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6">
  <p:cSld name="Multi-use layout_6">
    <p:spTree>
      <p:nvGrpSpPr>
        <p:cNvPr id="863" name="Shape 863"/>
        <p:cNvGrpSpPr/>
        <p:nvPr/>
      </p:nvGrpSpPr>
      <p:grpSpPr>
        <a:xfrm>
          <a:off x="0" y="0"/>
          <a:ext cx="0" cy="0"/>
          <a:chOff x="0" y="0"/>
          <a:chExt cx="0" cy="0"/>
        </a:xfrm>
      </p:grpSpPr>
      <p:sp>
        <p:nvSpPr>
          <p:cNvPr id="864" name="Google Shape;864;p10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65" name="Google Shape;865;p10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66" name="Google Shape;866;p109"/>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867" name="Google Shape;867;p109"/>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68" name="Google Shape;868;p10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69" name="Google Shape;869;p10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870" name="Google Shape;870;p10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7">
  <p:cSld name="Multi-use layout_7">
    <p:spTree>
      <p:nvGrpSpPr>
        <p:cNvPr id="871" name="Shape 871"/>
        <p:cNvGrpSpPr/>
        <p:nvPr/>
      </p:nvGrpSpPr>
      <p:grpSpPr>
        <a:xfrm>
          <a:off x="0" y="0"/>
          <a:ext cx="0" cy="0"/>
          <a:chOff x="0" y="0"/>
          <a:chExt cx="0" cy="0"/>
        </a:xfrm>
      </p:grpSpPr>
      <p:sp>
        <p:nvSpPr>
          <p:cNvPr id="872" name="Google Shape;872;p11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873" name="Google Shape;873;p11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874" name="Google Shape;874;p110"/>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875" name="Google Shape;875;p110"/>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876" name="Google Shape;876;p110"/>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77" name="Google Shape;877;p11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878" name="Google Shape;878;p110"/>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3 1">
  <p:cSld name="Multi-use layout 3">
    <p:spTree>
      <p:nvGrpSpPr>
        <p:cNvPr id="879" name="Shape 879"/>
        <p:cNvGrpSpPr/>
        <p:nvPr/>
      </p:nvGrpSpPr>
      <p:grpSpPr>
        <a:xfrm>
          <a:off x="0" y="0"/>
          <a:ext cx="0" cy="0"/>
          <a:chOff x="0" y="0"/>
          <a:chExt cx="0" cy="0"/>
        </a:xfrm>
      </p:grpSpPr>
      <p:sp>
        <p:nvSpPr>
          <p:cNvPr id="880" name="Google Shape;880;p111"/>
          <p:cNvSpPr/>
          <p:nvPr/>
        </p:nvSpPr>
        <p:spPr>
          <a:xfrm>
            <a:off x="0" y="4783455"/>
            <a:ext cx="611400" cy="3600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881" name="Google Shape;881;p111"/>
          <p:cNvGrpSpPr/>
          <p:nvPr/>
        </p:nvGrpSpPr>
        <p:grpSpPr>
          <a:xfrm>
            <a:off x="345152" y="4876022"/>
            <a:ext cx="135124" cy="133368"/>
            <a:chOff x="2940050" y="1514475"/>
            <a:chExt cx="4643437" cy="4583110"/>
          </a:xfrm>
        </p:grpSpPr>
        <p:sp>
          <p:nvSpPr>
            <p:cNvPr id="882" name="Google Shape;882;p111"/>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83" name="Google Shape;883;p111"/>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84" name="Google Shape;884;p111"/>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85" name="Google Shape;885;p111"/>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86" name="Google Shape;886;p111"/>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87" name="Google Shape;887;p111"/>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88" name="Google Shape;888;p111"/>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889" name="Google Shape;889;p111"/>
          <p:cNvGrpSpPr/>
          <p:nvPr/>
        </p:nvGrpSpPr>
        <p:grpSpPr>
          <a:xfrm>
            <a:off x="345152" y="4876022"/>
            <a:ext cx="135124" cy="133368"/>
            <a:chOff x="2940050" y="1514475"/>
            <a:chExt cx="4643437" cy="4583110"/>
          </a:xfrm>
        </p:grpSpPr>
        <p:sp>
          <p:nvSpPr>
            <p:cNvPr id="890" name="Google Shape;890;p111"/>
            <p:cNvSpPr/>
            <p:nvPr/>
          </p:nvSpPr>
          <p:spPr>
            <a:xfrm>
              <a:off x="5507038" y="1514475"/>
              <a:ext cx="1576386" cy="1741489"/>
            </a:xfrm>
            <a:custGeom>
              <a:rect b="b" l="l" r="r" t="t"/>
              <a:pathLst>
                <a:path extrusionOk="0" h="4837" w="4378">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1" name="Google Shape;891;p111"/>
            <p:cNvSpPr/>
            <p:nvPr/>
          </p:nvSpPr>
          <p:spPr>
            <a:xfrm>
              <a:off x="5970588" y="2924175"/>
              <a:ext cx="1612899" cy="1784347"/>
            </a:xfrm>
            <a:custGeom>
              <a:rect b="b" l="l" r="r" t="t"/>
              <a:pathLst>
                <a:path extrusionOk="0" h="4958" w="4479">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2" name="Google Shape;892;p111"/>
            <p:cNvSpPr/>
            <p:nvPr/>
          </p:nvSpPr>
          <p:spPr>
            <a:xfrm>
              <a:off x="5499100" y="4398963"/>
              <a:ext cx="1590674" cy="1698622"/>
            </a:xfrm>
            <a:custGeom>
              <a:rect b="b" l="l" r="r" t="t"/>
              <a:pathLst>
                <a:path extrusionOk="0" h="4720" w="4419">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3" name="Google Shape;893;p111"/>
            <p:cNvSpPr/>
            <p:nvPr/>
          </p:nvSpPr>
          <p:spPr>
            <a:xfrm>
              <a:off x="3435350" y="4359275"/>
              <a:ext cx="1571629" cy="1736721"/>
            </a:xfrm>
            <a:custGeom>
              <a:rect b="b" l="l" r="r" t="t"/>
              <a:pathLst>
                <a:path extrusionOk="0" h="4826" w="4367">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4" name="Google Shape;894;p111"/>
            <p:cNvSpPr/>
            <p:nvPr/>
          </p:nvSpPr>
          <p:spPr>
            <a:xfrm>
              <a:off x="2940050" y="2924175"/>
              <a:ext cx="1606554" cy="1771655"/>
            </a:xfrm>
            <a:custGeom>
              <a:rect b="b" l="l" r="r" t="t"/>
              <a:pathLst>
                <a:path extrusionOk="0" h="4920" w="4462">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5" name="Google Shape;895;p111"/>
            <p:cNvSpPr/>
            <p:nvPr/>
          </p:nvSpPr>
          <p:spPr>
            <a:xfrm>
              <a:off x="3424238" y="1514475"/>
              <a:ext cx="1598617" cy="1708145"/>
            </a:xfrm>
            <a:custGeom>
              <a:rect b="b" l="l" r="r" t="t"/>
              <a:pathLst>
                <a:path extrusionOk="0" h="4746" w="4439">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6" name="Google Shape;896;p111"/>
            <p:cNvSpPr/>
            <p:nvPr/>
          </p:nvSpPr>
          <p:spPr>
            <a:xfrm>
              <a:off x="4724400" y="3267075"/>
              <a:ext cx="1071564" cy="1093786"/>
            </a:xfrm>
            <a:custGeom>
              <a:rect b="b" l="l" r="r" t="t"/>
              <a:pathLst>
                <a:path extrusionOk="0" h="3038" w="2977">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897" name="Google Shape;897;p111"/>
          <p:cNvSpPr txBox="1"/>
          <p:nvPr>
            <p:ph idx="12" type="sldNum"/>
          </p:nvPr>
        </p:nvSpPr>
        <p:spPr>
          <a:xfrm>
            <a:off x="8657901" y="4870635"/>
            <a:ext cx="257100" cy="161700"/>
          </a:xfrm>
          <a:prstGeom prst="rect">
            <a:avLst/>
          </a:prstGeom>
          <a:noFill/>
          <a:ln>
            <a:noFill/>
          </a:ln>
        </p:spPr>
        <p:txBody>
          <a:bodyPr anchorCtr="0" anchor="b" bIns="34275" lIns="68575" spcFirstLastPara="1" rIns="68575" wrap="square" tIns="34275">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98" name="Google Shape;898;p111"/>
          <p:cNvSpPr/>
          <p:nvPr/>
        </p:nvSpPr>
        <p:spPr>
          <a:xfrm>
            <a:off x="477011" y="4868510"/>
            <a:ext cx="2031900" cy="161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899" name="Google Shape;899;p111"/>
          <p:cNvSpPr txBox="1"/>
          <p:nvPr>
            <p:ph idx="1" type="body"/>
          </p:nvPr>
        </p:nvSpPr>
        <p:spPr>
          <a:xfrm>
            <a:off x="457201" y="45720"/>
            <a:ext cx="8229600" cy="696000"/>
          </a:xfrm>
          <a:prstGeom prst="rect">
            <a:avLst/>
          </a:prstGeom>
          <a:noFill/>
          <a:ln>
            <a:noFill/>
          </a:ln>
        </p:spPr>
        <p:txBody>
          <a:bodyPr anchorCtr="0" anchor="b" bIns="0" lIns="0" spcFirstLastPara="1" rIns="0" wrap="square" tIns="0">
            <a:noAutofit/>
          </a:bodyPr>
          <a:lstStyle>
            <a:lvl1pPr indent="-228600" lvl="0" marL="457200" rtl="0" algn="l">
              <a:lnSpc>
                <a:spcPct val="90000"/>
              </a:lnSpc>
              <a:spcBef>
                <a:spcPts val="800"/>
              </a:spcBef>
              <a:spcAft>
                <a:spcPts val="0"/>
              </a:spcAft>
              <a:buSzPts val="1400"/>
              <a:buNone/>
              <a:defRPr b="1" i="0" sz="2400" cap="none">
                <a:solidFill>
                  <a:schemeClr val="dk1"/>
                </a:solidFill>
                <a:latin typeface="Arial"/>
                <a:ea typeface="Arial"/>
                <a:cs typeface="Arial"/>
                <a:sym typeface="Arial"/>
              </a:defRPr>
            </a:lvl1pPr>
            <a:lvl2pPr indent="-304800" lvl="1" marL="914400" rtl="0" algn="l">
              <a:lnSpc>
                <a:spcPct val="90000"/>
              </a:lnSpc>
              <a:spcBef>
                <a:spcPts val="400"/>
              </a:spcBef>
              <a:spcAft>
                <a:spcPts val="0"/>
              </a:spcAft>
              <a:buSzPts val="1200"/>
              <a:buChar char="•"/>
              <a:defRPr/>
            </a:lvl2pPr>
            <a:lvl3pPr indent="-304800" lvl="2" marL="1371600" rtl="0" algn="l">
              <a:lnSpc>
                <a:spcPct val="90000"/>
              </a:lnSpc>
              <a:spcBef>
                <a:spcPts val="400"/>
              </a:spcBef>
              <a:spcAft>
                <a:spcPts val="0"/>
              </a:spcAft>
              <a:buSzPts val="1200"/>
              <a:buChar char="•"/>
              <a:defRPr/>
            </a:lvl3pPr>
            <a:lvl4pPr indent="-304800" lvl="3" marL="1828800" rtl="0" algn="l">
              <a:lnSpc>
                <a:spcPct val="90000"/>
              </a:lnSpc>
              <a:spcBef>
                <a:spcPts val="400"/>
              </a:spcBef>
              <a:spcAft>
                <a:spcPts val="0"/>
              </a:spcAft>
              <a:buSzPts val="1200"/>
              <a:buChar char="•"/>
              <a:defRPr/>
            </a:lvl4pPr>
            <a:lvl5pPr indent="-304800" lvl="4" marL="2286000" rtl="0" algn="l">
              <a:lnSpc>
                <a:spcPct val="90000"/>
              </a:lnSpc>
              <a:spcBef>
                <a:spcPts val="400"/>
              </a:spcBef>
              <a:spcAft>
                <a:spcPts val="0"/>
              </a:spcAft>
              <a:buSzPts val="1200"/>
              <a:buChar char="•"/>
              <a:defRPr/>
            </a:lvl5pPr>
            <a:lvl6pPr indent="-317500" lvl="5" marL="2743200" rtl="0" algn="l">
              <a:lnSpc>
                <a:spcPct val="90000"/>
              </a:lnSpc>
              <a:spcBef>
                <a:spcPts val="400"/>
              </a:spcBef>
              <a:spcAft>
                <a:spcPts val="0"/>
              </a:spcAft>
              <a:buSzPts val="1400"/>
              <a:buChar char="•"/>
              <a:defRPr/>
            </a:lvl6pPr>
            <a:lvl7pPr indent="-317500" lvl="6" marL="3200400" rtl="0" algn="l">
              <a:lnSpc>
                <a:spcPct val="90000"/>
              </a:lnSpc>
              <a:spcBef>
                <a:spcPts val="400"/>
              </a:spcBef>
              <a:spcAft>
                <a:spcPts val="0"/>
              </a:spcAft>
              <a:buSzPts val="1400"/>
              <a:buChar char="•"/>
              <a:defRPr/>
            </a:lvl7pPr>
            <a:lvl8pPr indent="-317500" lvl="7" marL="3657600" rtl="0" algn="l">
              <a:lnSpc>
                <a:spcPct val="90000"/>
              </a:lnSpc>
              <a:spcBef>
                <a:spcPts val="400"/>
              </a:spcBef>
              <a:spcAft>
                <a:spcPts val="0"/>
              </a:spcAft>
              <a:buSzPts val="1400"/>
              <a:buChar char="•"/>
              <a:defRPr/>
            </a:lvl8pPr>
            <a:lvl9pPr indent="-317500" lvl="8" marL="4114800" rtl="0" algn="l">
              <a:lnSpc>
                <a:spcPct val="90000"/>
              </a:lnSpc>
              <a:spcBef>
                <a:spcPts val="400"/>
              </a:spcBef>
              <a:spcAft>
                <a:spcPts val="0"/>
              </a:spcAft>
              <a:buSzPts val="1400"/>
              <a:buChar char="•"/>
              <a:defRPr/>
            </a:lvl9pPr>
          </a:lstStyle>
          <a:p/>
        </p:txBody>
      </p:sp>
      <p:sp>
        <p:nvSpPr>
          <p:cNvPr id="900" name="Google Shape;900;p111"/>
          <p:cNvSpPr txBox="1"/>
          <p:nvPr>
            <p:ph idx="2" type="body"/>
          </p:nvPr>
        </p:nvSpPr>
        <p:spPr>
          <a:xfrm>
            <a:off x="457200" y="741649"/>
            <a:ext cx="8229600" cy="393300"/>
          </a:xfrm>
          <a:prstGeom prst="rect">
            <a:avLst/>
          </a:prstGeom>
          <a:noFill/>
          <a:ln>
            <a:noFill/>
          </a:ln>
        </p:spPr>
        <p:txBody>
          <a:bodyPr anchorCtr="0" anchor="t" bIns="457200" lIns="0" spcFirstLastPara="1" rIns="0" wrap="square" tIns="0">
            <a:noAutofit/>
          </a:bodyPr>
          <a:lstStyle>
            <a:lvl1pPr indent="-228600" lvl="0" marL="457200" marR="0" rtl="0" algn="l">
              <a:lnSpc>
                <a:spcPct val="90000"/>
              </a:lnSpc>
              <a:spcBef>
                <a:spcPts val="800"/>
              </a:spcBef>
              <a:spcAft>
                <a:spcPts val="0"/>
              </a:spcAft>
              <a:buClr>
                <a:srgbClr val="5B5B5B"/>
              </a:buClr>
              <a:buSzPts val="1600"/>
              <a:buFont typeface="Arial"/>
              <a:buNone/>
              <a:defRPr b="0" i="0" sz="1600" u="none" cap="none" strike="noStrike">
                <a:solidFill>
                  <a:schemeClr val="dk1"/>
                </a:solidFill>
                <a:latin typeface="Arial"/>
                <a:ea typeface="Arial"/>
                <a:cs typeface="Arial"/>
                <a:sym typeface="Arial"/>
              </a:defRPr>
            </a:lvl1pPr>
            <a:lvl2pPr indent="-304800" lvl="1" marL="9144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04800" lvl="3" marL="18288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90000"/>
              </a:lnSpc>
              <a:spcBef>
                <a:spcPts val="4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901" name="Google Shape;901;p111"/>
          <p:cNvSpPr txBox="1"/>
          <p:nvPr>
            <p:ph idx="3" type="body"/>
          </p:nvPr>
        </p:nvSpPr>
        <p:spPr>
          <a:xfrm>
            <a:off x="457200" y="1323214"/>
            <a:ext cx="8229600" cy="31677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800"/>
              </a:spcBef>
              <a:spcAft>
                <a:spcPts val="0"/>
              </a:spcAft>
              <a:buSzPts val="1500"/>
              <a:buNone/>
              <a:defRPr>
                <a:solidFill>
                  <a:schemeClr val="dk1"/>
                </a:solidFill>
              </a:defRPr>
            </a:lvl1pPr>
            <a:lvl2pPr indent="-317500" lvl="1" marL="914400" rtl="0" algn="l">
              <a:lnSpc>
                <a:spcPct val="100000"/>
              </a:lnSpc>
              <a:spcBef>
                <a:spcPts val="200"/>
              </a:spcBef>
              <a:spcAft>
                <a:spcPts val="0"/>
              </a:spcAft>
              <a:buSzPts val="1400"/>
              <a:buChar char="•"/>
              <a:defRPr/>
            </a:lvl2pPr>
            <a:lvl3pPr indent="-304800" lvl="2" marL="1371600" rtl="0" algn="l">
              <a:lnSpc>
                <a:spcPct val="100000"/>
              </a:lnSpc>
              <a:spcBef>
                <a:spcPts val="500"/>
              </a:spcBef>
              <a:spcAft>
                <a:spcPts val="0"/>
              </a:spcAft>
              <a:buSzPts val="1200"/>
              <a:buChar char="•"/>
              <a:defRPr/>
            </a:lvl3pPr>
            <a:lvl4pPr indent="-298450" lvl="3" marL="1828800" rtl="0" algn="l">
              <a:lnSpc>
                <a:spcPct val="100000"/>
              </a:lnSpc>
              <a:spcBef>
                <a:spcPts val="500"/>
              </a:spcBef>
              <a:spcAft>
                <a:spcPts val="0"/>
              </a:spcAft>
              <a:buSzPts val="1100"/>
              <a:buChar char="•"/>
              <a:defRPr/>
            </a:lvl4pPr>
            <a:lvl5pPr indent="-228600" lvl="4" marL="2286000" rtl="0" algn="l">
              <a:lnSpc>
                <a:spcPct val="100000"/>
              </a:lnSpc>
              <a:spcBef>
                <a:spcPts val="500"/>
              </a:spcBef>
              <a:spcAft>
                <a:spcPts val="0"/>
              </a:spcAft>
              <a:buSzPts val="1100"/>
              <a:buNone/>
              <a:defRPr/>
            </a:lvl5pPr>
            <a:lvl6pPr indent="-317500" lvl="5" marL="2743200" rtl="0" algn="l">
              <a:lnSpc>
                <a:spcPct val="90000"/>
              </a:lnSpc>
              <a:spcBef>
                <a:spcPts val="500"/>
              </a:spcBef>
              <a:spcAft>
                <a:spcPts val="0"/>
              </a:spcAft>
              <a:buClr>
                <a:schemeClr val="dk1"/>
              </a:buClr>
              <a:buSzPts val="1400"/>
              <a:buChar char="•"/>
              <a:defRPr/>
            </a:lvl6pPr>
            <a:lvl7pPr indent="-317500" lvl="6" marL="3200400" rtl="0" algn="l">
              <a:lnSpc>
                <a:spcPct val="90000"/>
              </a:lnSpc>
              <a:spcBef>
                <a:spcPts val="300"/>
              </a:spcBef>
              <a:spcAft>
                <a:spcPts val="0"/>
              </a:spcAft>
              <a:buClr>
                <a:schemeClr val="dk1"/>
              </a:buClr>
              <a:buSzPts val="1400"/>
              <a:buChar char="•"/>
              <a:defRPr/>
            </a:lvl7pPr>
            <a:lvl8pPr indent="-317500" lvl="7" marL="3657600" rtl="0" algn="l">
              <a:lnSpc>
                <a:spcPct val="90000"/>
              </a:lnSpc>
              <a:spcBef>
                <a:spcPts val="300"/>
              </a:spcBef>
              <a:spcAft>
                <a:spcPts val="0"/>
              </a:spcAft>
              <a:buClr>
                <a:schemeClr val="dk1"/>
              </a:buClr>
              <a:buSzPts val="1400"/>
              <a:buChar char="•"/>
              <a:defRPr/>
            </a:lvl8pPr>
            <a:lvl9pPr indent="-317500" lvl="8" marL="4114800" rtl="0" algn="l">
              <a:lnSpc>
                <a:spcPct val="90000"/>
              </a:lnSpc>
              <a:spcBef>
                <a:spcPts val="3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300">
          <p15:clr>
            <a:srgbClr val="FBAE40"/>
          </p15:clr>
        </p15:guide>
        <p15:guide id="2" pos="288">
          <p15:clr>
            <a:srgbClr val="FBAE40"/>
          </p15:clr>
        </p15:guide>
        <p15:guide id="3" pos="5472">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8">
  <p:cSld name="Multi-use layout_8">
    <p:spTree>
      <p:nvGrpSpPr>
        <p:cNvPr id="902" name="Shape 902"/>
        <p:cNvGrpSpPr/>
        <p:nvPr/>
      </p:nvGrpSpPr>
      <p:grpSpPr>
        <a:xfrm>
          <a:off x="0" y="0"/>
          <a:ext cx="0" cy="0"/>
          <a:chOff x="0" y="0"/>
          <a:chExt cx="0" cy="0"/>
        </a:xfrm>
      </p:grpSpPr>
      <p:sp>
        <p:nvSpPr>
          <p:cNvPr id="903" name="Google Shape;903;p11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04" name="Google Shape;904;p11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905" name="Google Shape;905;p112"/>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06" name="Google Shape;906;p11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07" name="Google Shape;907;p11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08" name="Google Shape;908;p11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909" name="Google Shape;909;p11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9">
  <p:cSld name="Multi-use layout_9">
    <p:spTree>
      <p:nvGrpSpPr>
        <p:cNvPr id="910" name="Shape 910"/>
        <p:cNvGrpSpPr/>
        <p:nvPr/>
      </p:nvGrpSpPr>
      <p:grpSpPr>
        <a:xfrm>
          <a:off x="0" y="0"/>
          <a:ext cx="0" cy="0"/>
          <a:chOff x="0" y="0"/>
          <a:chExt cx="0" cy="0"/>
        </a:xfrm>
      </p:grpSpPr>
      <p:sp>
        <p:nvSpPr>
          <p:cNvPr id="911" name="Google Shape;911;p1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12" name="Google Shape;912;p1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913" name="Google Shape;913;p113"/>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14" name="Google Shape;914;p113"/>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15" name="Google Shape;915;p11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16" name="Google Shape;916;p11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917" name="Google Shape;917;p11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918" name="Shape 918"/>
        <p:cNvGrpSpPr/>
        <p:nvPr/>
      </p:nvGrpSpPr>
      <p:grpSpPr>
        <a:xfrm>
          <a:off x="0" y="0"/>
          <a:ext cx="0" cy="0"/>
          <a:chOff x="0" y="0"/>
          <a:chExt cx="0" cy="0"/>
        </a:xfrm>
      </p:grpSpPr>
      <p:sp>
        <p:nvSpPr>
          <p:cNvPr id="919" name="Google Shape;919;p114"/>
          <p:cNvSpPr txBox="1"/>
          <p:nvPr>
            <p:ph type="title"/>
          </p:nvPr>
        </p:nvSpPr>
        <p:spPr>
          <a:xfrm>
            <a:off x="365750" y="228600"/>
            <a:ext cx="8321100" cy="627900"/>
          </a:xfrm>
          <a:prstGeom prst="rect">
            <a:avLst/>
          </a:prstGeom>
        </p:spPr>
        <p:txBody>
          <a:bodyPr anchorCtr="0" anchor="t" bIns="91425" lIns="91425" spcFirstLastPara="1" rIns="91425" wrap="square" tIns="91425">
            <a:sp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20" name="Google Shape;920;p114"/>
          <p:cNvSpPr txBox="1"/>
          <p:nvPr>
            <p:ph idx="1" type="body"/>
          </p:nvPr>
        </p:nvSpPr>
        <p:spPr>
          <a:xfrm>
            <a:off x="365750"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921" name="Google Shape;921;p114"/>
          <p:cNvSpPr txBox="1"/>
          <p:nvPr>
            <p:ph idx="2" type="body"/>
          </p:nvPr>
        </p:nvSpPr>
        <p:spPr>
          <a:xfrm>
            <a:off x="3169031"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922" name="Google Shape;922;p114"/>
          <p:cNvSpPr txBox="1"/>
          <p:nvPr>
            <p:ph idx="3" type="body"/>
          </p:nvPr>
        </p:nvSpPr>
        <p:spPr>
          <a:xfrm>
            <a:off x="6127925" y="1371600"/>
            <a:ext cx="2697600" cy="3314700"/>
          </a:xfrm>
          <a:prstGeom prst="rect">
            <a:avLst/>
          </a:prstGeom>
        </p:spPr>
        <p:txBody>
          <a:bodyPr anchorCtr="0" anchor="t" bIns="91425" lIns="91425" spcFirstLastPara="1" rIns="91425" wrap="square" tIns="91425">
            <a:sp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923" name="Google Shape;923;p114"/>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24" name="Google Shape;924;p11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925" name="Google Shape;925;p1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926" name="Google Shape;926;p114"/>
          <p:cNvSpPr txBox="1"/>
          <p:nvPr>
            <p:ph idx="4"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27" name="Google Shape;927;p114"/>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1996">
          <p15:clr>
            <a:srgbClr val="FA7B17"/>
          </p15:clr>
        </p15:guide>
        <p15:guide id="2" pos="1906">
          <p15:clr>
            <a:srgbClr val="FA7B17"/>
          </p15:clr>
        </p15:guide>
        <p15:guide id="3" pos="3758">
          <p15:clr>
            <a:srgbClr val="FA7B17"/>
          </p15:clr>
        </p15:guide>
        <p15:guide id="4" pos="3860">
          <p15:clr>
            <a:srgbClr val="FA7B17"/>
          </p15:clr>
        </p15:guide>
      </p15:sldGuideLst>
    </p:ext>
  </p:extLst>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0">
  <p:cSld name="Multi-use layout_10">
    <p:spTree>
      <p:nvGrpSpPr>
        <p:cNvPr id="928" name="Shape 928"/>
        <p:cNvGrpSpPr/>
        <p:nvPr/>
      </p:nvGrpSpPr>
      <p:grpSpPr>
        <a:xfrm>
          <a:off x="0" y="0"/>
          <a:ext cx="0" cy="0"/>
          <a:chOff x="0" y="0"/>
          <a:chExt cx="0" cy="0"/>
        </a:xfrm>
      </p:grpSpPr>
      <p:sp>
        <p:nvSpPr>
          <p:cNvPr id="929" name="Google Shape;929;p11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30" name="Google Shape;930;p11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931" name="Google Shape;931;p115"/>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932" name="Google Shape;932;p11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p:txBody>
      </p:sp>
      <p:sp>
        <p:nvSpPr>
          <p:cNvPr id="933" name="Google Shape;933;p11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34" name="Google Shape;934;p11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935" name="Google Shape;935;p11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el + Subheads + Text - Schmuckelemente">
  <p:cSld name="1_Titel + Subheads + Text - Schmuckelemente">
    <p:spTree>
      <p:nvGrpSpPr>
        <p:cNvPr id="936" name="Shape 936"/>
        <p:cNvGrpSpPr/>
        <p:nvPr/>
      </p:nvGrpSpPr>
      <p:grpSpPr>
        <a:xfrm>
          <a:off x="0" y="0"/>
          <a:ext cx="0" cy="0"/>
          <a:chOff x="0" y="0"/>
          <a:chExt cx="0" cy="0"/>
        </a:xfrm>
      </p:grpSpPr>
      <p:sp>
        <p:nvSpPr>
          <p:cNvPr id="937" name="Google Shape;937;p116"/>
          <p:cNvSpPr txBox="1"/>
          <p:nvPr>
            <p:ph type="title"/>
          </p:nvPr>
        </p:nvSpPr>
        <p:spPr>
          <a:xfrm>
            <a:off x="628650" y="1"/>
            <a:ext cx="7886700" cy="994200"/>
          </a:xfrm>
          <a:prstGeom prst="rect">
            <a:avLst/>
          </a:prstGeom>
          <a:noFill/>
          <a:ln>
            <a:noFill/>
          </a:ln>
        </p:spPr>
        <p:txBody>
          <a:bodyPr anchorCtr="0" anchor="b" bIns="25700" lIns="51425" spcFirstLastPara="1" rIns="51425" wrap="square" tIns="25700">
            <a:normAutofit/>
          </a:bodyPr>
          <a:lstStyle>
            <a:lvl1pPr lvl="0" rtl="0" algn="l">
              <a:lnSpc>
                <a:spcPct val="90000"/>
              </a:lnSpc>
              <a:spcBef>
                <a:spcPts val="0"/>
              </a:spcBef>
              <a:spcAft>
                <a:spcPts val="0"/>
              </a:spcAft>
              <a:buClr>
                <a:schemeClr val="dk1"/>
              </a:buClr>
              <a:buSzPts val="2100"/>
              <a:buFont typeface="Arial"/>
              <a:buNone/>
              <a:defRPr sz="28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938" name="Google Shape;938;p116"/>
          <p:cNvSpPr txBox="1"/>
          <p:nvPr>
            <p:ph idx="1" type="body"/>
          </p:nvPr>
        </p:nvSpPr>
        <p:spPr>
          <a:xfrm>
            <a:off x="1920877" y="1731812"/>
            <a:ext cx="6594600" cy="1085100"/>
          </a:xfrm>
          <a:prstGeom prst="rect">
            <a:avLst/>
          </a:prstGeom>
          <a:noFill/>
          <a:ln>
            <a:noFill/>
          </a:ln>
        </p:spPr>
        <p:txBody>
          <a:bodyPr anchorCtr="0" anchor="t" bIns="25700" lIns="51425" spcFirstLastPara="1" rIns="51425" wrap="square" tIns="25700">
            <a:normAutofit/>
          </a:bodyPr>
          <a:lstStyle>
            <a:lvl1pPr indent="-228600" lvl="0" marL="457200" rtl="0" algn="l">
              <a:lnSpc>
                <a:spcPct val="140899"/>
              </a:lnSpc>
              <a:spcBef>
                <a:spcPts val="800"/>
              </a:spcBef>
              <a:spcAft>
                <a:spcPts val="0"/>
              </a:spcAft>
              <a:buClr>
                <a:schemeClr val="dk1"/>
              </a:buClr>
              <a:buSzPts val="1100"/>
              <a:buFont typeface="Arial"/>
              <a:buNone/>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939" name="Google Shape;939;p116"/>
          <p:cNvSpPr txBox="1"/>
          <p:nvPr>
            <p:ph idx="2" type="body"/>
          </p:nvPr>
        </p:nvSpPr>
        <p:spPr>
          <a:xfrm>
            <a:off x="1920877" y="1196900"/>
            <a:ext cx="6594600" cy="449700"/>
          </a:xfrm>
          <a:prstGeom prst="rect">
            <a:avLst/>
          </a:prstGeom>
          <a:noFill/>
          <a:ln>
            <a:noFill/>
          </a:ln>
        </p:spPr>
        <p:txBody>
          <a:bodyPr anchorCtr="0" anchor="b" bIns="25700" lIns="51425" spcFirstLastPara="1" rIns="51425" wrap="square" tIns="25700">
            <a:normAutofit/>
          </a:bodyPr>
          <a:lstStyle>
            <a:lvl1pPr indent="-228600" lvl="0" marL="457200" rtl="0" algn="l">
              <a:lnSpc>
                <a:spcPct val="129187"/>
              </a:lnSpc>
              <a:spcBef>
                <a:spcPts val="800"/>
              </a:spcBef>
              <a:spcAft>
                <a:spcPts val="0"/>
              </a:spcAft>
              <a:buClr>
                <a:schemeClr val="dk1"/>
              </a:buClr>
              <a:buSzPts val="1100"/>
              <a:buFont typeface="Arial"/>
              <a:buNone/>
              <a:defRPr b="0" i="0" sz="1200">
                <a:solidFill>
                  <a:schemeClr val="dk1"/>
                </a:solidFill>
                <a:latin typeface="Arial"/>
                <a:ea typeface="Arial"/>
                <a:cs typeface="Arial"/>
                <a:sym typeface="Arial"/>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940" name="Google Shape;940;p116"/>
          <p:cNvSpPr txBox="1"/>
          <p:nvPr>
            <p:ph idx="3" type="body"/>
          </p:nvPr>
        </p:nvSpPr>
        <p:spPr>
          <a:xfrm>
            <a:off x="1920877" y="3431332"/>
            <a:ext cx="6594600" cy="1085100"/>
          </a:xfrm>
          <a:prstGeom prst="rect">
            <a:avLst/>
          </a:prstGeom>
          <a:noFill/>
          <a:ln>
            <a:noFill/>
          </a:ln>
        </p:spPr>
        <p:txBody>
          <a:bodyPr anchorCtr="0" anchor="t" bIns="25700" lIns="51425" spcFirstLastPara="1" rIns="51425" wrap="square" tIns="25700">
            <a:normAutofit/>
          </a:bodyPr>
          <a:lstStyle>
            <a:lvl1pPr indent="-228600" lvl="0" marL="457200" rtl="0" algn="l">
              <a:lnSpc>
                <a:spcPct val="140899"/>
              </a:lnSpc>
              <a:spcBef>
                <a:spcPts val="800"/>
              </a:spcBef>
              <a:spcAft>
                <a:spcPts val="0"/>
              </a:spcAft>
              <a:buClr>
                <a:schemeClr val="dk1"/>
              </a:buClr>
              <a:buSzPts val="1100"/>
              <a:buFont typeface="Arial"/>
              <a:buNone/>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
        <p:nvSpPr>
          <p:cNvPr id="941" name="Google Shape;941;p116"/>
          <p:cNvSpPr txBox="1"/>
          <p:nvPr>
            <p:ph idx="4" type="body"/>
          </p:nvPr>
        </p:nvSpPr>
        <p:spPr>
          <a:xfrm>
            <a:off x="1920877" y="2899321"/>
            <a:ext cx="6594600" cy="449700"/>
          </a:xfrm>
          <a:prstGeom prst="rect">
            <a:avLst/>
          </a:prstGeom>
          <a:noFill/>
          <a:ln>
            <a:noFill/>
          </a:ln>
        </p:spPr>
        <p:txBody>
          <a:bodyPr anchorCtr="0" anchor="b" bIns="25700" lIns="51425" spcFirstLastPara="1" rIns="51425" wrap="square" tIns="25700">
            <a:normAutofit/>
          </a:bodyPr>
          <a:lstStyle>
            <a:lvl1pPr indent="-228600" lvl="0" marL="457200" rtl="0" algn="l">
              <a:lnSpc>
                <a:spcPct val="129187"/>
              </a:lnSpc>
              <a:spcBef>
                <a:spcPts val="800"/>
              </a:spcBef>
              <a:spcAft>
                <a:spcPts val="0"/>
              </a:spcAft>
              <a:buClr>
                <a:schemeClr val="dk1"/>
              </a:buClr>
              <a:buSzPts val="1100"/>
              <a:buFont typeface="Arial"/>
              <a:buNone/>
              <a:defRPr b="0" i="0" sz="1200">
                <a:solidFill>
                  <a:schemeClr val="dk1"/>
                </a:solidFill>
                <a:latin typeface="Arial"/>
                <a:ea typeface="Arial"/>
                <a:cs typeface="Arial"/>
                <a:sym typeface="Arial"/>
              </a:defRPr>
            </a:lvl1pPr>
            <a:lvl2pPr indent="-228600" lvl="1" marL="914400" rtl="0" algn="l">
              <a:lnSpc>
                <a:spcPct val="155063"/>
              </a:lnSpc>
              <a:spcBef>
                <a:spcPts val="400"/>
              </a:spcBef>
              <a:spcAft>
                <a:spcPts val="0"/>
              </a:spcAft>
              <a:buClr>
                <a:schemeClr val="dk1"/>
              </a:buClr>
              <a:buSzPts val="900"/>
              <a:buNone/>
              <a:defRPr/>
            </a:lvl2pPr>
            <a:lvl3pPr indent="-228600" lvl="2" marL="1371600" rtl="0" algn="l">
              <a:lnSpc>
                <a:spcPct val="155063"/>
              </a:lnSpc>
              <a:spcBef>
                <a:spcPts val="400"/>
              </a:spcBef>
              <a:spcAft>
                <a:spcPts val="0"/>
              </a:spcAft>
              <a:buClr>
                <a:schemeClr val="dk1"/>
              </a:buClr>
              <a:buSzPts val="900"/>
              <a:buNone/>
              <a:defRPr/>
            </a:lvl3pPr>
            <a:lvl4pPr indent="-228600" lvl="3" marL="1828800" rtl="0" algn="l">
              <a:lnSpc>
                <a:spcPct val="193720"/>
              </a:lnSpc>
              <a:spcBef>
                <a:spcPts val="400"/>
              </a:spcBef>
              <a:spcAft>
                <a:spcPts val="0"/>
              </a:spcAft>
              <a:buClr>
                <a:schemeClr val="dk1"/>
              </a:buClr>
              <a:buSzPts val="800"/>
              <a:buNone/>
              <a:defRPr/>
            </a:lvl4pPr>
            <a:lvl5pPr indent="-228600" lvl="4" marL="2286000" rtl="0" algn="l">
              <a:lnSpc>
                <a:spcPct val="193720"/>
              </a:lnSpc>
              <a:spcBef>
                <a:spcPts val="400"/>
              </a:spcBef>
              <a:spcAft>
                <a:spcPts val="0"/>
              </a:spcAft>
              <a:buClr>
                <a:schemeClr val="dk1"/>
              </a:buClr>
              <a:buSzPts val="800"/>
              <a:buNone/>
              <a:defRPr/>
            </a:lvl5pPr>
            <a:lvl6pPr indent="-298450" lvl="5" marL="2743200" rtl="0" algn="l">
              <a:lnSpc>
                <a:spcPct val="90000"/>
              </a:lnSpc>
              <a:spcBef>
                <a:spcPts val="400"/>
              </a:spcBef>
              <a:spcAft>
                <a:spcPts val="0"/>
              </a:spcAft>
              <a:buClr>
                <a:schemeClr val="dk1"/>
              </a:buClr>
              <a:buSzPts val="1100"/>
              <a:buChar char="•"/>
              <a:defRPr/>
            </a:lvl6pPr>
            <a:lvl7pPr indent="-298450" lvl="6" marL="3200400" rtl="0" algn="l">
              <a:lnSpc>
                <a:spcPct val="90000"/>
              </a:lnSpc>
              <a:spcBef>
                <a:spcPts val="400"/>
              </a:spcBef>
              <a:spcAft>
                <a:spcPts val="0"/>
              </a:spcAft>
              <a:buClr>
                <a:schemeClr val="dk1"/>
              </a:buClr>
              <a:buSzPts val="1100"/>
              <a:buChar char="•"/>
              <a:defRPr/>
            </a:lvl7pPr>
            <a:lvl8pPr indent="-298450" lvl="7" marL="3657600" rtl="0" algn="l">
              <a:lnSpc>
                <a:spcPct val="90000"/>
              </a:lnSpc>
              <a:spcBef>
                <a:spcPts val="400"/>
              </a:spcBef>
              <a:spcAft>
                <a:spcPts val="0"/>
              </a:spcAft>
              <a:buClr>
                <a:schemeClr val="dk1"/>
              </a:buClr>
              <a:buSzPts val="1100"/>
              <a:buChar char="•"/>
              <a:defRPr/>
            </a:lvl8pPr>
            <a:lvl9pPr indent="-298450" lvl="8" marL="4114800" rtl="0" algn="l">
              <a:lnSpc>
                <a:spcPct val="90000"/>
              </a:lnSpc>
              <a:spcBef>
                <a:spcPts val="400"/>
              </a:spcBef>
              <a:spcAft>
                <a:spcPts val="0"/>
              </a:spcAft>
              <a:buClr>
                <a:schemeClr val="dk1"/>
              </a:buClr>
              <a:buSzPts val="1100"/>
              <a:buChar char="•"/>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_11">
    <p:spTree>
      <p:nvGrpSpPr>
        <p:cNvPr id="942" name="Shape 942"/>
        <p:cNvGrpSpPr/>
        <p:nvPr/>
      </p:nvGrpSpPr>
      <p:grpSpPr>
        <a:xfrm>
          <a:off x="0" y="0"/>
          <a:ext cx="0" cy="0"/>
          <a:chOff x="0" y="0"/>
          <a:chExt cx="0" cy="0"/>
        </a:xfrm>
      </p:grpSpPr>
      <p:sp>
        <p:nvSpPr>
          <p:cNvPr id="943" name="Google Shape;943;p117"/>
          <p:cNvSpPr txBox="1"/>
          <p:nvPr>
            <p:ph idx="1" type="body"/>
          </p:nvPr>
        </p:nvSpPr>
        <p:spPr>
          <a:xfrm>
            <a:off x="274320" y="228600"/>
            <a:ext cx="85953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latin typeface="Arial"/>
                <a:ea typeface="Arial"/>
                <a:cs typeface="Arial"/>
                <a:sym typeface="Aria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944" name="Google Shape;944;p117"/>
          <p:cNvSpPr txBox="1"/>
          <p:nvPr>
            <p:ph idx="2" type="body"/>
          </p:nvPr>
        </p:nvSpPr>
        <p:spPr>
          <a:xfrm>
            <a:off x="274320" y="731520"/>
            <a:ext cx="8595300" cy="294900"/>
          </a:xfrm>
          <a:prstGeom prst="rect">
            <a:avLst/>
          </a:prstGeom>
          <a:noFill/>
          <a:ln>
            <a:noFill/>
          </a:ln>
        </p:spPr>
        <p:txBody>
          <a:bodyPr anchorCtr="0" anchor="t" bIns="45700" lIns="91425" spcFirstLastPara="1" rIns="91425" wrap="square" tIns="45700">
            <a:noAutofit/>
          </a:bodyPr>
          <a:lstStyle>
            <a:lvl1pPr indent="-228600" lvl="0" marL="457200" rtl="0" algn="ctr">
              <a:lnSpc>
                <a:spcPct val="90000"/>
              </a:lnSpc>
              <a:spcBef>
                <a:spcPts val="750"/>
              </a:spcBef>
              <a:spcAft>
                <a:spcPts val="0"/>
              </a:spcAft>
              <a:buClr>
                <a:srgbClr val="5B5B5B"/>
              </a:buClr>
              <a:buSzPts val="1600"/>
              <a:buNone/>
              <a:defRPr sz="1600">
                <a:solidFill>
                  <a:srgbClr val="5B5B5B"/>
                </a:solidFill>
              </a:defRPr>
            </a:lvl1pPr>
            <a:lvl2pPr indent="-342900" lvl="1" marL="914400" rtl="0" algn="l">
              <a:lnSpc>
                <a:spcPct val="90000"/>
              </a:lnSpc>
              <a:spcBef>
                <a:spcPts val="375"/>
              </a:spcBef>
              <a:spcAft>
                <a:spcPts val="0"/>
              </a:spcAft>
              <a:buClr>
                <a:schemeClr val="dk1"/>
              </a:buClr>
              <a:buSzPts val="1800"/>
              <a:buChar char="•"/>
              <a:defRPr/>
            </a:lvl2pPr>
            <a:lvl3pPr indent="-342900" lvl="2" marL="1371600" rtl="0" algn="l">
              <a:lnSpc>
                <a:spcPct val="90000"/>
              </a:lnSpc>
              <a:spcBef>
                <a:spcPts val="375"/>
              </a:spcBef>
              <a:spcAft>
                <a:spcPts val="0"/>
              </a:spcAft>
              <a:buClr>
                <a:schemeClr val="dk1"/>
              </a:buClr>
              <a:buSzPts val="1800"/>
              <a:buChar char="•"/>
              <a:defRPr/>
            </a:lvl3pPr>
            <a:lvl4pPr indent="-342900" lvl="3" marL="1828800" rtl="0" algn="l">
              <a:lnSpc>
                <a:spcPct val="90000"/>
              </a:lnSpc>
              <a:spcBef>
                <a:spcPts val="375"/>
              </a:spcBef>
              <a:spcAft>
                <a:spcPts val="0"/>
              </a:spcAft>
              <a:buClr>
                <a:schemeClr val="dk1"/>
              </a:buClr>
              <a:buSzPts val="1800"/>
              <a:buChar char="•"/>
              <a:defRPr/>
            </a:lvl4pPr>
            <a:lvl5pPr indent="-342900" lvl="4" marL="2286000" rtl="0" algn="l">
              <a:lnSpc>
                <a:spcPct val="90000"/>
              </a:lnSpc>
              <a:spcBef>
                <a:spcPts val="375"/>
              </a:spcBef>
              <a:spcAft>
                <a:spcPts val="0"/>
              </a:spcAft>
              <a:buClr>
                <a:schemeClr val="dk1"/>
              </a:buClr>
              <a:buSzPts val="1800"/>
              <a:buChar char="•"/>
              <a:defRPr/>
            </a:lvl5pPr>
            <a:lvl6pPr indent="-342900" lvl="5" marL="2743200" rtl="0" algn="l">
              <a:lnSpc>
                <a:spcPct val="90000"/>
              </a:lnSpc>
              <a:spcBef>
                <a:spcPts val="375"/>
              </a:spcBef>
              <a:spcAft>
                <a:spcPts val="0"/>
              </a:spcAft>
              <a:buClr>
                <a:schemeClr val="dk1"/>
              </a:buClr>
              <a:buSzPts val="1800"/>
              <a:buChar char="•"/>
              <a:defRPr/>
            </a:lvl6pPr>
            <a:lvl7pPr indent="-342900" lvl="6" marL="3200400" rtl="0" algn="l">
              <a:lnSpc>
                <a:spcPct val="90000"/>
              </a:lnSpc>
              <a:spcBef>
                <a:spcPts val="375"/>
              </a:spcBef>
              <a:spcAft>
                <a:spcPts val="0"/>
              </a:spcAft>
              <a:buClr>
                <a:schemeClr val="dk1"/>
              </a:buClr>
              <a:buSzPts val="1800"/>
              <a:buChar char="•"/>
              <a:defRPr/>
            </a:lvl7pPr>
            <a:lvl8pPr indent="-342900" lvl="7" marL="3657600" rtl="0" algn="l">
              <a:lnSpc>
                <a:spcPct val="90000"/>
              </a:lnSpc>
              <a:spcBef>
                <a:spcPts val="375"/>
              </a:spcBef>
              <a:spcAft>
                <a:spcPts val="0"/>
              </a:spcAft>
              <a:buClr>
                <a:schemeClr val="dk1"/>
              </a:buClr>
              <a:buSzPts val="1800"/>
              <a:buChar char="•"/>
              <a:defRPr/>
            </a:lvl8pPr>
            <a:lvl9pPr indent="-342900" lvl="8" marL="4114800" rtl="0" algn="l">
              <a:lnSpc>
                <a:spcPct val="90000"/>
              </a:lnSpc>
              <a:spcBef>
                <a:spcPts val="375"/>
              </a:spcBef>
              <a:spcAft>
                <a:spcPts val="0"/>
              </a:spcAft>
              <a:buClr>
                <a:schemeClr val="dk1"/>
              </a:buClr>
              <a:buSzPts val="1800"/>
              <a:buChar char="•"/>
              <a:defRPr/>
            </a:lvl9pPr>
          </a:lstStyle>
          <a:p/>
        </p:txBody>
      </p:sp>
      <p:sp>
        <p:nvSpPr>
          <p:cNvPr id="945" name="Google Shape;945;p117"/>
          <p:cNvSpPr/>
          <p:nvPr/>
        </p:nvSpPr>
        <p:spPr>
          <a:xfrm>
            <a:off x="565331" y="4898914"/>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929292"/>
                </a:solidFill>
                <a:latin typeface="Arial"/>
                <a:ea typeface="Arial"/>
                <a:cs typeface="Arial"/>
                <a:sym typeface="Arial"/>
              </a:rPr>
              <a:t>© 2020 Snowflake Inc. All Rights Reserved</a:t>
            </a:r>
            <a:endParaRPr b="0" i="0" sz="600" u="none" cap="none" strike="noStrike">
              <a:solidFill>
                <a:srgbClr val="929292"/>
              </a:solidFill>
              <a:latin typeface="Arial"/>
              <a:ea typeface="Arial"/>
              <a:cs typeface="Arial"/>
              <a:sym typeface="Arial"/>
            </a:endParaRPr>
          </a:p>
        </p:txBody>
      </p:sp>
      <p:sp>
        <p:nvSpPr>
          <p:cNvPr id="946" name="Google Shape;946;p117"/>
          <p:cNvSpPr txBox="1"/>
          <p:nvPr>
            <p:ph idx="12" type="sldNum"/>
          </p:nvPr>
        </p:nvSpPr>
        <p:spPr>
          <a:xfrm>
            <a:off x="8390386" y="4898914"/>
            <a:ext cx="473700" cy="924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47" name="Google Shape;947;p117"/>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948" name="Shape 948"/>
        <p:cNvGrpSpPr/>
        <p:nvPr/>
      </p:nvGrpSpPr>
      <p:grpSpPr>
        <a:xfrm>
          <a:off x="0" y="0"/>
          <a:ext cx="0" cy="0"/>
          <a:chOff x="0" y="0"/>
          <a:chExt cx="0" cy="0"/>
        </a:xfrm>
      </p:grpSpPr>
      <p:sp>
        <p:nvSpPr>
          <p:cNvPr id="949" name="Google Shape;949;p118"/>
          <p:cNvSpPr txBox="1"/>
          <p:nvPr>
            <p:ph type="title"/>
          </p:nvPr>
        </p:nvSpPr>
        <p:spPr>
          <a:xfrm>
            <a:off x="628651" y="205264"/>
            <a:ext cx="7886700" cy="994200"/>
          </a:xfrm>
          <a:prstGeom prst="rect">
            <a:avLst/>
          </a:prstGeom>
          <a:noFill/>
          <a:ln>
            <a:noFill/>
          </a:ln>
        </p:spPr>
        <p:txBody>
          <a:bodyPr anchorCtr="0" anchor="ctr" bIns="68575" lIns="68575" spcFirstLastPara="1" rIns="68575" wrap="square" tIns="68575">
            <a:spAutoFit/>
          </a:bodyPr>
          <a:lstStyle>
            <a:lvl1pPr lvl="0" marR="0" rtl="0" algn="ctr">
              <a:lnSpc>
                <a:spcPct val="90000"/>
              </a:lnSpc>
              <a:spcBef>
                <a:spcPts val="0"/>
              </a:spcBef>
              <a:spcAft>
                <a:spcPts val="0"/>
              </a:spcAft>
              <a:buClr>
                <a:schemeClr val="dk1"/>
              </a:buClr>
              <a:buSzPts val="1100"/>
              <a:buFont typeface="Tahoma"/>
              <a:buNone/>
              <a:defRPr b="0" i="0" sz="33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SzPts val="1100"/>
              <a:buNone/>
              <a:defRPr sz="1400"/>
            </a:lvl2pPr>
            <a:lvl3pPr lvl="2" marR="0" rtl="0" algn="l">
              <a:lnSpc>
                <a:spcPct val="100000"/>
              </a:lnSpc>
              <a:spcBef>
                <a:spcPts val="0"/>
              </a:spcBef>
              <a:spcAft>
                <a:spcPts val="0"/>
              </a:spcAft>
              <a:buSzPts val="1100"/>
              <a:buNone/>
              <a:defRPr sz="1400"/>
            </a:lvl3pPr>
            <a:lvl4pPr lvl="3" marR="0" rtl="0" algn="l">
              <a:lnSpc>
                <a:spcPct val="100000"/>
              </a:lnSpc>
              <a:spcBef>
                <a:spcPts val="0"/>
              </a:spcBef>
              <a:spcAft>
                <a:spcPts val="0"/>
              </a:spcAft>
              <a:buSzPts val="1100"/>
              <a:buNone/>
              <a:defRPr sz="1400"/>
            </a:lvl4pPr>
            <a:lvl5pPr lvl="4" marR="0" rtl="0" algn="l">
              <a:lnSpc>
                <a:spcPct val="100000"/>
              </a:lnSpc>
              <a:spcBef>
                <a:spcPts val="0"/>
              </a:spcBef>
              <a:spcAft>
                <a:spcPts val="0"/>
              </a:spcAft>
              <a:buSzPts val="1100"/>
              <a:buNone/>
              <a:defRPr sz="1400"/>
            </a:lvl5pPr>
            <a:lvl6pPr lvl="5" marR="0" rtl="0" algn="l">
              <a:lnSpc>
                <a:spcPct val="100000"/>
              </a:lnSpc>
              <a:spcBef>
                <a:spcPts val="0"/>
              </a:spcBef>
              <a:spcAft>
                <a:spcPts val="0"/>
              </a:spcAft>
              <a:buSzPts val="1100"/>
              <a:buNone/>
              <a:defRPr sz="1400"/>
            </a:lvl6pPr>
            <a:lvl7pPr lvl="6" marR="0" rtl="0" algn="l">
              <a:lnSpc>
                <a:spcPct val="100000"/>
              </a:lnSpc>
              <a:spcBef>
                <a:spcPts val="0"/>
              </a:spcBef>
              <a:spcAft>
                <a:spcPts val="0"/>
              </a:spcAft>
              <a:buSzPts val="1100"/>
              <a:buNone/>
              <a:defRPr sz="1400"/>
            </a:lvl7pPr>
            <a:lvl8pPr lvl="7" marR="0" rtl="0" algn="l">
              <a:lnSpc>
                <a:spcPct val="100000"/>
              </a:lnSpc>
              <a:spcBef>
                <a:spcPts val="0"/>
              </a:spcBef>
              <a:spcAft>
                <a:spcPts val="0"/>
              </a:spcAft>
              <a:buSzPts val="1100"/>
              <a:buNone/>
              <a:defRPr sz="1400"/>
            </a:lvl8pPr>
            <a:lvl9pPr lvl="8" marR="0" rtl="0" algn="l">
              <a:lnSpc>
                <a:spcPct val="100000"/>
              </a:lnSpc>
              <a:spcBef>
                <a:spcPts val="0"/>
              </a:spcBef>
              <a:spcAft>
                <a:spcPts val="0"/>
              </a:spcAft>
              <a:buSzPts val="1100"/>
              <a:buNone/>
              <a:defRPr sz="1400"/>
            </a:lvl9pPr>
          </a:lstStyle>
          <a:p/>
        </p:txBody>
      </p:sp>
      <p:sp>
        <p:nvSpPr>
          <p:cNvPr id="950" name="Google Shape;950;p118"/>
          <p:cNvSpPr txBox="1"/>
          <p:nvPr>
            <p:ph idx="1" type="body"/>
          </p:nvPr>
        </p:nvSpPr>
        <p:spPr>
          <a:xfrm>
            <a:off x="628650" y="1369219"/>
            <a:ext cx="3886200" cy="3263400"/>
          </a:xfrm>
          <a:prstGeom prst="rect">
            <a:avLst/>
          </a:prstGeom>
          <a:noFill/>
          <a:ln>
            <a:noFill/>
          </a:ln>
        </p:spPr>
        <p:txBody>
          <a:bodyPr anchorCtr="0" anchor="t" bIns="68575" lIns="68575" spcFirstLastPara="1" rIns="68575" wrap="square" tIns="68575">
            <a:spAutoFit/>
          </a:bodyPr>
          <a:lstStyle>
            <a:lvl1pPr indent="-361950" lvl="0" marL="457200" marR="0" rtl="0" algn="l">
              <a:lnSpc>
                <a:spcPct val="90000"/>
              </a:lnSpc>
              <a:spcBef>
                <a:spcPts val="500"/>
              </a:spcBef>
              <a:spcAft>
                <a:spcPts val="0"/>
              </a:spcAft>
              <a:buClr>
                <a:srgbClr val="126481"/>
              </a:buClr>
              <a:buSzPts val="2100"/>
              <a:buFont typeface="Arial"/>
              <a:buChar char="•"/>
              <a:defRPr b="0" i="0" sz="2100" u="none" cap="none" strike="noStrike">
                <a:solidFill>
                  <a:srgbClr val="126481"/>
                </a:solidFill>
                <a:latin typeface="Tahoma"/>
                <a:ea typeface="Tahoma"/>
                <a:cs typeface="Tahoma"/>
                <a:sym typeface="Tahoma"/>
              </a:defRPr>
            </a:lvl1pPr>
            <a:lvl2pPr indent="-342900" lvl="1" marL="914400" marR="0" rtl="0" algn="l">
              <a:lnSpc>
                <a:spcPct val="90000"/>
              </a:lnSpc>
              <a:spcBef>
                <a:spcPts val="500"/>
              </a:spcBef>
              <a:spcAft>
                <a:spcPts val="0"/>
              </a:spcAft>
              <a:buClr>
                <a:schemeClr val="accent4"/>
              </a:buClr>
              <a:buSzPts val="1800"/>
              <a:buFont typeface="Arial"/>
              <a:buChar char="•"/>
              <a:defRPr b="0" i="0" sz="1800" u="none" cap="none" strike="noStrike">
                <a:solidFill>
                  <a:schemeClr val="accent4"/>
                </a:solidFill>
                <a:latin typeface="Tahoma"/>
                <a:ea typeface="Tahoma"/>
                <a:cs typeface="Tahoma"/>
                <a:sym typeface="Tahoma"/>
              </a:defRPr>
            </a:lvl2pPr>
            <a:lvl3pPr indent="-323850" lvl="2" marL="1371600" marR="0" rtl="0" algn="l">
              <a:lnSpc>
                <a:spcPct val="90000"/>
              </a:lnSpc>
              <a:spcBef>
                <a:spcPts val="500"/>
              </a:spcBef>
              <a:spcAft>
                <a:spcPts val="0"/>
              </a:spcAft>
              <a:buClr>
                <a:schemeClr val="accent4"/>
              </a:buClr>
              <a:buSzPts val="1500"/>
              <a:buFont typeface="Arial"/>
              <a:buChar char="•"/>
              <a:defRPr b="0" i="0" sz="1500" u="none" cap="none" strike="noStrike">
                <a:solidFill>
                  <a:schemeClr val="accent4"/>
                </a:solidFill>
                <a:latin typeface="Tahoma"/>
                <a:ea typeface="Tahoma"/>
                <a:cs typeface="Tahoma"/>
                <a:sym typeface="Tahoma"/>
              </a:defRPr>
            </a:lvl3pPr>
            <a:lvl4pPr indent="-317500" lvl="3" marL="18288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4pPr>
            <a:lvl5pPr indent="-317500" lvl="4" marL="22860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9pPr>
          </a:lstStyle>
          <a:p/>
        </p:txBody>
      </p:sp>
      <p:sp>
        <p:nvSpPr>
          <p:cNvPr id="951" name="Google Shape;951;p118"/>
          <p:cNvSpPr txBox="1"/>
          <p:nvPr>
            <p:ph idx="2" type="body"/>
          </p:nvPr>
        </p:nvSpPr>
        <p:spPr>
          <a:xfrm>
            <a:off x="4629150" y="1369219"/>
            <a:ext cx="3886200" cy="3263400"/>
          </a:xfrm>
          <a:prstGeom prst="rect">
            <a:avLst/>
          </a:prstGeom>
          <a:noFill/>
          <a:ln>
            <a:noFill/>
          </a:ln>
        </p:spPr>
        <p:txBody>
          <a:bodyPr anchorCtr="0" anchor="t" bIns="68575" lIns="68575" spcFirstLastPara="1" rIns="68575" wrap="square" tIns="68575">
            <a:spAutoFit/>
          </a:bodyPr>
          <a:lstStyle>
            <a:lvl1pPr indent="-361950" lvl="0" marL="457200" marR="0" rtl="0" algn="l">
              <a:lnSpc>
                <a:spcPct val="90000"/>
              </a:lnSpc>
              <a:spcBef>
                <a:spcPts val="500"/>
              </a:spcBef>
              <a:spcAft>
                <a:spcPts val="0"/>
              </a:spcAft>
              <a:buClr>
                <a:srgbClr val="126481"/>
              </a:buClr>
              <a:buSzPts val="2100"/>
              <a:buFont typeface="Arial"/>
              <a:buChar char="•"/>
              <a:defRPr b="0" i="0" sz="2100" u="none" cap="none" strike="noStrike">
                <a:solidFill>
                  <a:srgbClr val="126481"/>
                </a:solidFill>
                <a:latin typeface="Tahoma"/>
                <a:ea typeface="Tahoma"/>
                <a:cs typeface="Tahoma"/>
                <a:sym typeface="Tahoma"/>
              </a:defRPr>
            </a:lvl1pPr>
            <a:lvl2pPr indent="-342900" lvl="1" marL="914400" marR="0" rtl="0" algn="l">
              <a:lnSpc>
                <a:spcPct val="90000"/>
              </a:lnSpc>
              <a:spcBef>
                <a:spcPts val="500"/>
              </a:spcBef>
              <a:spcAft>
                <a:spcPts val="0"/>
              </a:spcAft>
              <a:buClr>
                <a:schemeClr val="accent4"/>
              </a:buClr>
              <a:buSzPts val="1800"/>
              <a:buFont typeface="Arial"/>
              <a:buChar char="•"/>
              <a:defRPr b="0" i="0" sz="1800" u="none" cap="none" strike="noStrike">
                <a:solidFill>
                  <a:schemeClr val="accent4"/>
                </a:solidFill>
                <a:latin typeface="Tahoma"/>
                <a:ea typeface="Tahoma"/>
                <a:cs typeface="Tahoma"/>
                <a:sym typeface="Tahoma"/>
              </a:defRPr>
            </a:lvl2pPr>
            <a:lvl3pPr indent="-323850" lvl="2" marL="1371600" marR="0" rtl="0" algn="l">
              <a:lnSpc>
                <a:spcPct val="90000"/>
              </a:lnSpc>
              <a:spcBef>
                <a:spcPts val="500"/>
              </a:spcBef>
              <a:spcAft>
                <a:spcPts val="0"/>
              </a:spcAft>
              <a:buClr>
                <a:schemeClr val="accent4"/>
              </a:buClr>
              <a:buSzPts val="1500"/>
              <a:buFont typeface="Arial"/>
              <a:buChar char="•"/>
              <a:defRPr b="0" i="0" sz="1500" u="none" cap="none" strike="noStrike">
                <a:solidFill>
                  <a:schemeClr val="accent4"/>
                </a:solidFill>
                <a:latin typeface="Tahoma"/>
                <a:ea typeface="Tahoma"/>
                <a:cs typeface="Tahoma"/>
                <a:sym typeface="Tahoma"/>
              </a:defRPr>
            </a:lvl3pPr>
            <a:lvl4pPr indent="-317500" lvl="3" marL="18288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4pPr>
            <a:lvl5pPr indent="-317500" lvl="4" marL="2286000" marR="0" rtl="0" algn="l">
              <a:lnSpc>
                <a:spcPct val="90000"/>
              </a:lnSpc>
              <a:spcBef>
                <a:spcPts val="500"/>
              </a:spcBef>
              <a:spcAft>
                <a:spcPts val="0"/>
              </a:spcAft>
              <a:buClr>
                <a:schemeClr val="accent4"/>
              </a:buClr>
              <a:buSzPts val="1400"/>
              <a:buFont typeface="Arial"/>
              <a:buChar char="•"/>
              <a:defRPr b="0" i="0" sz="1400" u="none" cap="none" strike="noStrike">
                <a:solidFill>
                  <a:schemeClr val="accent4"/>
                </a:solidFill>
                <a:latin typeface="Tahoma"/>
                <a:ea typeface="Tahoma"/>
                <a:cs typeface="Tahoma"/>
                <a:sym typeface="Tahoma"/>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Tahoma"/>
                <a:ea typeface="Tahoma"/>
                <a:cs typeface="Tahoma"/>
                <a:sym typeface="Tahoma"/>
              </a:defRPr>
            </a:lvl9pPr>
          </a:lstStyle>
          <a:p/>
        </p:txBody>
      </p:sp>
      <p:sp>
        <p:nvSpPr>
          <p:cNvPr id="952" name="Google Shape;952;p118"/>
          <p:cNvSpPr txBox="1"/>
          <p:nvPr>
            <p:ph idx="11" type="ftr"/>
          </p:nvPr>
        </p:nvSpPr>
        <p:spPr>
          <a:xfrm>
            <a:off x="3028950" y="4767263"/>
            <a:ext cx="3086100" cy="273900"/>
          </a:xfrm>
          <a:prstGeom prst="rect">
            <a:avLst/>
          </a:prstGeom>
          <a:noFill/>
          <a:ln>
            <a:noFill/>
          </a:ln>
        </p:spPr>
        <p:txBody>
          <a:bodyPr anchorCtr="0" anchor="t" bIns="68575" lIns="68575" spcFirstLastPara="1" rIns="68575" wrap="square" tIns="68575">
            <a:noAutofit/>
          </a:bodyPr>
          <a:lstStyle>
            <a:lvl1pPr lvl="0"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chemeClr val="dk1"/>
              </a:buClr>
              <a:buSzPts val="1100"/>
              <a:buFont typeface="Tahoma"/>
              <a:buNone/>
              <a:defRPr b="0" i="0" sz="1400" u="none" cap="none" strike="noStrike">
                <a:solidFill>
                  <a:schemeClr val="dk1"/>
                </a:solidFill>
                <a:latin typeface="Tahoma"/>
                <a:ea typeface="Tahoma"/>
                <a:cs typeface="Tahoma"/>
                <a:sym typeface="Tahoma"/>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_2">
    <p:spTree>
      <p:nvGrpSpPr>
        <p:cNvPr id="953" name="Shape 953"/>
        <p:cNvGrpSpPr/>
        <p:nvPr/>
      </p:nvGrpSpPr>
      <p:grpSpPr>
        <a:xfrm>
          <a:off x="0" y="0"/>
          <a:ext cx="0" cy="0"/>
          <a:chOff x="0" y="0"/>
          <a:chExt cx="0" cy="0"/>
        </a:xfrm>
      </p:grpSpPr>
      <p:sp>
        <p:nvSpPr>
          <p:cNvPr id="954" name="Google Shape;954;p119"/>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13" u="none" cap="none" strike="noStrike">
              <a:solidFill>
                <a:schemeClr val="lt1"/>
              </a:solidFill>
              <a:latin typeface="Arial"/>
              <a:ea typeface="Arial"/>
              <a:cs typeface="Arial"/>
              <a:sym typeface="Arial"/>
            </a:endParaRPr>
          </a:p>
        </p:txBody>
      </p:sp>
      <p:sp>
        <p:nvSpPr>
          <p:cNvPr id="955" name="Google Shape;955;p119"/>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56" name="Google Shape;956;p119"/>
          <p:cNvSpPr/>
          <p:nvPr/>
        </p:nvSpPr>
        <p:spPr>
          <a:xfrm>
            <a:off x="6824193" y="1"/>
            <a:ext cx="2319807"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79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957" name="Google Shape;957;p119"/>
          <p:cNvSpPr txBox="1"/>
          <p:nvPr>
            <p:ph idx="1" type="body"/>
          </p:nvPr>
        </p:nvSpPr>
        <p:spPr>
          <a:xfrm>
            <a:off x="274320" y="231569"/>
            <a:ext cx="8595300" cy="685800"/>
          </a:xfrm>
          <a:prstGeom prst="rect">
            <a:avLst/>
          </a:prstGeom>
          <a:noFill/>
          <a:ln>
            <a:noFill/>
          </a:ln>
        </p:spPr>
        <p:txBody>
          <a:bodyPr anchorCtr="0" anchor="t" bIns="45700" lIns="91425" spcFirstLastPara="1" rIns="91425" wrap="square" tIns="45700">
            <a:sp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958" name="Google Shape;958;p119"/>
          <p:cNvSpPr txBox="1"/>
          <p:nvPr>
            <p:ph idx="12" type="sldNum"/>
          </p:nvPr>
        </p:nvSpPr>
        <p:spPr>
          <a:xfrm>
            <a:off x="8390386"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u="none">
                <a:solidFill>
                  <a:srgbClr val="929292"/>
                </a:solidFill>
                <a:latin typeface="Arial"/>
                <a:ea typeface="Arial"/>
                <a:cs typeface="Arial"/>
                <a:sym typeface="Arial"/>
              </a:defRPr>
            </a:lvl1pPr>
            <a:lvl2pPr indent="0" lvl="1" marL="0" marR="0" rtl="0" algn="r">
              <a:spcBef>
                <a:spcPts val="0"/>
              </a:spcBef>
              <a:buNone/>
              <a:defRPr b="0" i="0" sz="600" u="none">
                <a:solidFill>
                  <a:srgbClr val="929292"/>
                </a:solidFill>
                <a:latin typeface="Arial"/>
                <a:ea typeface="Arial"/>
                <a:cs typeface="Arial"/>
                <a:sym typeface="Arial"/>
              </a:defRPr>
            </a:lvl2pPr>
            <a:lvl3pPr indent="0" lvl="2" marL="0" marR="0" rtl="0" algn="r">
              <a:spcBef>
                <a:spcPts val="0"/>
              </a:spcBef>
              <a:buNone/>
              <a:defRPr b="0" i="0" sz="600" u="none">
                <a:solidFill>
                  <a:srgbClr val="929292"/>
                </a:solidFill>
                <a:latin typeface="Arial"/>
                <a:ea typeface="Arial"/>
                <a:cs typeface="Arial"/>
                <a:sym typeface="Arial"/>
              </a:defRPr>
            </a:lvl3pPr>
            <a:lvl4pPr indent="0" lvl="3" marL="0" marR="0" rtl="0" algn="r">
              <a:spcBef>
                <a:spcPts val="0"/>
              </a:spcBef>
              <a:buNone/>
              <a:defRPr b="0" i="0" sz="600" u="none">
                <a:solidFill>
                  <a:srgbClr val="929292"/>
                </a:solidFill>
                <a:latin typeface="Arial"/>
                <a:ea typeface="Arial"/>
                <a:cs typeface="Arial"/>
                <a:sym typeface="Arial"/>
              </a:defRPr>
            </a:lvl4pPr>
            <a:lvl5pPr indent="0" lvl="4" marL="0" marR="0" rtl="0" algn="r">
              <a:spcBef>
                <a:spcPts val="0"/>
              </a:spcBef>
              <a:buNone/>
              <a:defRPr b="0" i="0" sz="600" u="none">
                <a:solidFill>
                  <a:srgbClr val="929292"/>
                </a:solidFill>
                <a:latin typeface="Arial"/>
                <a:ea typeface="Arial"/>
                <a:cs typeface="Arial"/>
                <a:sym typeface="Arial"/>
              </a:defRPr>
            </a:lvl5pPr>
            <a:lvl6pPr indent="0" lvl="5" marL="0" marR="0" rtl="0" algn="r">
              <a:spcBef>
                <a:spcPts val="0"/>
              </a:spcBef>
              <a:buNone/>
              <a:defRPr b="0" i="0" sz="600" u="none">
                <a:solidFill>
                  <a:srgbClr val="929292"/>
                </a:solidFill>
                <a:latin typeface="Arial"/>
                <a:ea typeface="Arial"/>
                <a:cs typeface="Arial"/>
                <a:sym typeface="Arial"/>
              </a:defRPr>
            </a:lvl6pPr>
            <a:lvl7pPr indent="0" lvl="6" marL="0" marR="0" rtl="0" algn="r">
              <a:spcBef>
                <a:spcPts val="0"/>
              </a:spcBef>
              <a:buNone/>
              <a:defRPr b="0" i="0" sz="600" u="none">
                <a:solidFill>
                  <a:srgbClr val="929292"/>
                </a:solidFill>
                <a:latin typeface="Arial"/>
                <a:ea typeface="Arial"/>
                <a:cs typeface="Arial"/>
                <a:sym typeface="Arial"/>
              </a:defRPr>
            </a:lvl7pPr>
            <a:lvl8pPr indent="0" lvl="7" marL="0" marR="0" rtl="0" algn="r">
              <a:spcBef>
                <a:spcPts val="0"/>
              </a:spcBef>
              <a:buNone/>
              <a:defRPr b="0" i="0" sz="600" u="none">
                <a:solidFill>
                  <a:srgbClr val="929292"/>
                </a:solidFill>
                <a:latin typeface="Arial"/>
                <a:ea typeface="Arial"/>
                <a:cs typeface="Arial"/>
                <a:sym typeface="Arial"/>
              </a:defRPr>
            </a:lvl8pPr>
            <a:lvl9pPr indent="0" lvl="8" marL="0" marR="0" rtl="0" algn="r">
              <a:spcBef>
                <a:spcPts val="0"/>
              </a:spcBef>
              <a:buNone/>
              <a:defRPr b="0" i="0" sz="600" u="non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59" name="Google Shape;959;p119"/>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1">
  <p:cSld name="1_Blank (footer only) 8">
    <p:bg>
      <p:bgPr>
        <a:solidFill>
          <a:schemeClr val="lt1"/>
        </a:solidFill>
      </p:bgPr>
    </p:bg>
    <p:spTree>
      <p:nvGrpSpPr>
        <p:cNvPr id="960" name="Shape 960"/>
        <p:cNvGrpSpPr/>
        <p:nvPr/>
      </p:nvGrpSpPr>
      <p:grpSpPr>
        <a:xfrm>
          <a:off x="0" y="0"/>
          <a:ext cx="0" cy="0"/>
          <a:chOff x="0" y="0"/>
          <a:chExt cx="0" cy="0"/>
        </a:xfrm>
      </p:grpSpPr>
      <p:sp>
        <p:nvSpPr>
          <p:cNvPr id="961" name="Google Shape;961;p12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62" name="Google Shape;962;p120"/>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63" name="Google Shape;963;p120"/>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 Only">
  <p:cSld name="Title + Sub Only">
    <p:spTree>
      <p:nvGrpSpPr>
        <p:cNvPr id="964" name="Shape 964"/>
        <p:cNvGrpSpPr/>
        <p:nvPr/>
      </p:nvGrpSpPr>
      <p:grpSpPr>
        <a:xfrm>
          <a:off x="0" y="0"/>
          <a:ext cx="0" cy="0"/>
          <a:chOff x="0" y="0"/>
          <a:chExt cx="0" cy="0"/>
        </a:xfrm>
      </p:grpSpPr>
      <p:sp>
        <p:nvSpPr>
          <p:cNvPr id="965" name="Google Shape;965;p121"/>
          <p:cNvSpPr txBox="1"/>
          <p:nvPr>
            <p:ph type="title"/>
          </p:nvPr>
        </p:nvSpPr>
        <p:spPr>
          <a:xfrm>
            <a:off x="504294" y="274639"/>
            <a:ext cx="8106300" cy="391500"/>
          </a:xfrm>
          <a:prstGeom prst="rect">
            <a:avLst/>
          </a:prstGeom>
          <a:noFill/>
          <a:ln>
            <a:noFill/>
          </a:ln>
        </p:spPr>
        <p:txBody>
          <a:bodyPr anchorCtr="0" anchor="t" bIns="91425" lIns="91425" spcFirstLastPara="1" rIns="91425" wrap="square" tIns="91425">
            <a:spAutoFit/>
          </a:bodyPr>
          <a:lstStyle>
            <a:lvl1pPr lvl="0" rtl="0" algn="l">
              <a:lnSpc>
                <a:spcPct val="90000"/>
              </a:lnSpc>
              <a:spcBef>
                <a:spcPts val="0"/>
              </a:spcBef>
              <a:spcAft>
                <a:spcPts val="0"/>
              </a:spcAft>
              <a:buSzPts val="2600"/>
              <a:buNone/>
              <a:defRPr b="1" sz="2800" cap="none">
                <a:solidFill>
                  <a:schemeClr val="dk1"/>
                </a:solidFill>
                <a:latin typeface="Arial"/>
                <a:ea typeface="Arial"/>
                <a:cs typeface="Arial"/>
                <a:sym typeface="Arial"/>
              </a:defRPr>
            </a:lvl1pPr>
            <a:lvl2pPr lvl="1" rtl="0" algn="l">
              <a:lnSpc>
                <a:spcPct val="105000"/>
              </a:lnSpc>
              <a:spcBef>
                <a:spcPts val="1000"/>
              </a:spcBef>
              <a:spcAft>
                <a:spcPts val="0"/>
              </a:spcAft>
              <a:buSzPts val="1400"/>
              <a:buNone/>
              <a:defRPr/>
            </a:lvl2pPr>
            <a:lvl3pPr lvl="2" rtl="0" algn="l">
              <a:lnSpc>
                <a:spcPct val="105000"/>
              </a:lnSpc>
              <a:spcBef>
                <a:spcPts val="1000"/>
              </a:spcBef>
              <a:spcAft>
                <a:spcPts val="0"/>
              </a:spcAft>
              <a:buSzPts val="1400"/>
              <a:buNone/>
              <a:defRPr/>
            </a:lvl3pPr>
            <a:lvl4pPr lvl="3" rtl="0" algn="l">
              <a:lnSpc>
                <a:spcPct val="105000"/>
              </a:lnSpc>
              <a:spcBef>
                <a:spcPts val="1000"/>
              </a:spcBef>
              <a:spcAft>
                <a:spcPts val="0"/>
              </a:spcAft>
              <a:buSzPts val="1400"/>
              <a:buNone/>
              <a:defRPr/>
            </a:lvl4pPr>
            <a:lvl5pPr lvl="4" rtl="0" algn="l">
              <a:lnSpc>
                <a:spcPct val="105000"/>
              </a:lnSpc>
              <a:spcBef>
                <a:spcPts val="1000"/>
              </a:spcBef>
              <a:spcAft>
                <a:spcPts val="0"/>
              </a:spcAft>
              <a:buSzPts val="1400"/>
              <a:buNone/>
              <a:defRPr/>
            </a:lvl5pPr>
            <a:lvl6pPr lvl="5" rtl="0" algn="l">
              <a:lnSpc>
                <a:spcPct val="105000"/>
              </a:lnSpc>
              <a:spcBef>
                <a:spcPts val="1000"/>
              </a:spcBef>
              <a:spcAft>
                <a:spcPts val="0"/>
              </a:spcAft>
              <a:buSzPts val="1400"/>
              <a:buNone/>
              <a:defRPr/>
            </a:lvl6pPr>
            <a:lvl7pPr lvl="6" rtl="0" algn="l">
              <a:lnSpc>
                <a:spcPct val="105000"/>
              </a:lnSpc>
              <a:spcBef>
                <a:spcPts val="1000"/>
              </a:spcBef>
              <a:spcAft>
                <a:spcPts val="0"/>
              </a:spcAft>
              <a:buSzPts val="1400"/>
              <a:buNone/>
              <a:defRPr/>
            </a:lvl7pPr>
            <a:lvl8pPr lvl="7" rtl="0" algn="l">
              <a:lnSpc>
                <a:spcPct val="105000"/>
              </a:lnSpc>
              <a:spcBef>
                <a:spcPts val="1000"/>
              </a:spcBef>
              <a:spcAft>
                <a:spcPts val="0"/>
              </a:spcAft>
              <a:buSzPts val="1400"/>
              <a:buNone/>
              <a:defRPr/>
            </a:lvl8pPr>
            <a:lvl9pPr lvl="8" rtl="0" algn="l">
              <a:lnSpc>
                <a:spcPct val="105000"/>
              </a:lnSpc>
              <a:spcBef>
                <a:spcPts val="1000"/>
              </a:spcBef>
              <a:spcAft>
                <a:spcPts val="1000"/>
              </a:spcAft>
              <a:buSzPts val="1400"/>
              <a:buNone/>
              <a:defRPr/>
            </a:lvl9pPr>
          </a:lstStyle>
          <a:p/>
        </p:txBody>
      </p:sp>
      <p:sp>
        <p:nvSpPr>
          <p:cNvPr id="966" name="Google Shape;966;p121"/>
          <p:cNvSpPr txBox="1"/>
          <p:nvPr>
            <p:ph idx="1" type="body"/>
          </p:nvPr>
        </p:nvSpPr>
        <p:spPr>
          <a:xfrm>
            <a:off x="504294" y="730406"/>
            <a:ext cx="8106300" cy="243600"/>
          </a:xfrm>
          <a:prstGeom prst="rect">
            <a:avLst/>
          </a:prstGeom>
          <a:noFill/>
          <a:ln>
            <a:noFill/>
          </a:ln>
        </p:spPr>
        <p:txBody>
          <a:bodyPr anchorCtr="0" anchor="t" bIns="0" lIns="91425" spcFirstLastPara="1" rIns="91425" wrap="square" tIns="0">
            <a:noAutofit/>
          </a:bodyPr>
          <a:lstStyle>
            <a:lvl1pPr indent="-228600" lvl="0" marL="457200" rtl="0" algn="l">
              <a:lnSpc>
                <a:spcPct val="115000"/>
              </a:lnSpc>
              <a:spcBef>
                <a:spcPts val="0"/>
              </a:spcBef>
              <a:spcAft>
                <a:spcPts val="0"/>
              </a:spcAft>
              <a:buSzPts val="1800"/>
              <a:buFont typeface="Arial"/>
              <a:buNone/>
              <a:defRPr sz="2000">
                <a:solidFill>
                  <a:schemeClr val="accent5"/>
                </a:solidFill>
                <a:latin typeface="Arial"/>
                <a:ea typeface="Arial"/>
                <a:cs typeface="Arial"/>
                <a:sym typeface="Arial"/>
              </a:defRPr>
            </a:lvl1pPr>
            <a:lvl2pPr indent="-228600" lvl="1" marL="914400" rtl="0" algn="l">
              <a:lnSpc>
                <a:spcPct val="115000"/>
              </a:lnSpc>
              <a:spcBef>
                <a:spcPts val="1000"/>
              </a:spcBef>
              <a:spcAft>
                <a:spcPts val="0"/>
              </a:spcAft>
              <a:buSzPts val="1800"/>
              <a:buFont typeface="Arial"/>
              <a:buNone/>
              <a:defRPr sz="1600">
                <a:solidFill>
                  <a:srgbClr val="7C7C7C"/>
                </a:solidFill>
              </a:defRPr>
            </a:lvl2pPr>
            <a:lvl3pPr indent="-228600" lvl="2" marL="1371600" rtl="0" algn="l">
              <a:lnSpc>
                <a:spcPct val="115000"/>
              </a:lnSpc>
              <a:spcBef>
                <a:spcPts val="1000"/>
              </a:spcBef>
              <a:spcAft>
                <a:spcPts val="0"/>
              </a:spcAft>
              <a:buSzPts val="1400"/>
              <a:buFont typeface="Arial"/>
              <a:buNone/>
              <a:defRPr sz="1600">
                <a:solidFill>
                  <a:srgbClr val="7C7C7C"/>
                </a:solidFill>
              </a:defRPr>
            </a:lvl3pPr>
            <a:lvl4pPr indent="-228600" lvl="3" marL="1828800" rtl="0" algn="l">
              <a:lnSpc>
                <a:spcPct val="115000"/>
              </a:lnSpc>
              <a:spcBef>
                <a:spcPts val="1000"/>
              </a:spcBef>
              <a:spcAft>
                <a:spcPts val="0"/>
              </a:spcAft>
              <a:buSzPts val="1400"/>
              <a:buFont typeface="Arial"/>
              <a:buNone/>
              <a:defRPr sz="1600">
                <a:solidFill>
                  <a:srgbClr val="7C7C7C"/>
                </a:solidFill>
              </a:defRPr>
            </a:lvl4pPr>
            <a:lvl5pPr indent="-228600" lvl="4" marL="2286000" rtl="0" algn="l">
              <a:lnSpc>
                <a:spcPct val="115000"/>
              </a:lnSpc>
              <a:spcBef>
                <a:spcPts val="1000"/>
              </a:spcBef>
              <a:spcAft>
                <a:spcPts val="0"/>
              </a:spcAft>
              <a:buSzPts val="1400"/>
              <a:buFont typeface="Arial"/>
              <a:buNone/>
              <a:defRPr sz="1600">
                <a:solidFill>
                  <a:srgbClr val="7C7C7C"/>
                </a:solidFill>
              </a:defRPr>
            </a:lvl5pPr>
            <a:lvl6pPr indent="-317500" lvl="5" marL="2743200" rtl="0" algn="l">
              <a:lnSpc>
                <a:spcPct val="115000"/>
              </a:lnSpc>
              <a:spcBef>
                <a:spcPts val="1000"/>
              </a:spcBef>
              <a:spcAft>
                <a:spcPts val="0"/>
              </a:spcAft>
              <a:buSzPts val="1400"/>
              <a:buChar char="•"/>
              <a:defRPr/>
            </a:lvl6pPr>
            <a:lvl7pPr indent="-317500" lvl="6" marL="3200400" rtl="0" algn="l">
              <a:lnSpc>
                <a:spcPct val="115000"/>
              </a:lnSpc>
              <a:spcBef>
                <a:spcPts val="1000"/>
              </a:spcBef>
              <a:spcAft>
                <a:spcPts val="0"/>
              </a:spcAft>
              <a:buSzPts val="1400"/>
              <a:buChar char="•"/>
              <a:defRPr/>
            </a:lvl7pPr>
            <a:lvl8pPr indent="-317500" lvl="7" marL="3657600" rtl="0" algn="l">
              <a:lnSpc>
                <a:spcPct val="115000"/>
              </a:lnSpc>
              <a:spcBef>
                <a:spcPts val="1000"/>
              </a:spcBef>
              <a:spcAft>
                <a:spcPts val="0"/>
              </a:spcAft>
              <a:buSzPts val="1400"/>
              <a:buChar char="•"/>
              <a:defRPr/>
            </a:lvl8pPr>
            <a:lvl9pPr indent="-317500" lvl="8" marL="4114800" rtl="0" algn="l">
              <a:lnSpc>
                <a:spcPct val="115000"/>
              </a:lnSpc>
              <a:spcBef>
                <a:spcPts val="1000"/>
              </a:spcBef>
              <a:spcAft>
                <a:spcPts val="1000"/>
              </a:spcAft>
              <a:buSzPts val="1400"/>
              <a:buChar char="•"/>
              <a:defRPr/>
            </a:lvl9pPr>
          </a:lstStyle>
          <a:p/>
        </p:txBody>
      </p:sp>
      <p:sp>
        <p:nvSpPr>
          <p:cNvPr id="967" name="Google Shape;967;p121"/>
          <p:cNvSpPr txBox="1"/>
          <p:nvPr/>
        </p:nvSpPr>
        <p:spPr>
          <a:xfrm>
            <a:off x="8581835"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968" name="Google Shape;968;p121"/>
          <p:cNvSpPr txBox="1"/>
          <p:nvPr/>
        </p:nvSpPr>
        <p:spPr>
          <a:xfrm>
            <a:off x="8583303"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969" name="Google Shape;969;p121"/>
          <p:cNvSpPr txBox="1"/>
          <p:nvPr/>
        </p:nvSpPr>
        <p:spPr>
          <a:xfrm>
            <a:off x="8583303" y="4748694"/>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970" name="Google Shape;970;p121"/>
          <p:cNvSpPr txBox="1"/>
          <p:nvPr/>
        </p:nvSpPr>
        <p:spPr>
          <a:xfrm>
            <a:off x="8583303" y="4758619"/>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chemeClr val="lt1"/>
                </a:solidFill>
                <a:latin typeface="Arial"/>
                <a:ea typeface="Arial"/>
                <a:cs typeface="Arial"/>
                <a:sym typeface="Arial"/>
              </a:rPr>
              <a:t>‹#›</a:t>
            </a:fld>
            <a:endParaRPr b="0" i="0" sz="800" u="none" cap="none" strike="noStrike">
              <a:solidFill>
                <a:schemeClr val="lt1"/>
              </a:solidFill>
              <a:latin typeface="Arial"/>
              <a:ea typeface="Arial"/>
              <a:cs typeface="Arial"/>
              <a:sym typeface="Arial"/>
            </a:endParaRPr>
          </a:p>
        </p:txBody>
      </p:sp>
      <p:sp>
        <p:nvSpPr>
          <p:cNvPr id="971" name="Google Shape;971;p121"/>
          <p:cNvSpPr txBox="1"/>
          <p:nvPr/>
        </p:nvSpPr>
        <p:spPr>
          <a:xfrm>
            <a:off x="8583303" y="4751598"/>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rgbClr val="7C7C7C"/>
                </a:solidFill>
                <a:latin typeface="Arial"/>
                <a:ea typeface="Arial"/>
                <a:cs typeface="Arial"/>
                <a:sym typeface="Arial"/>
              </a:rPr>
              <a:t>‹#›</a:t>
            </a:fld>
            <a:endParaRPr b="0" i="0" sz="800" u="none" cap="none" strike="noStrike">
              <a:solidFill>
                <a:srgbClr val="7C7C7C"/>
              </a:solidFill>
              <a:latin typeface="Arial"/>
              <a:ea typeface="Arial"/>
              <a:cs typeface="Arial"/>
              <a:sym typeface="Arial"/>
            </a:endParaRPr>
          </a:p>
        </p:txBody>
      </p:sp>
      <p:sp>
        <p:nvSpPr>
          <p:cNvPr id="972" name="Google Shape;972;p121"/>
          <p:cNvSpPr txBox="1"/>
          <p:nvPr/>
        </p:nvSpPr>
        <p:spPr>
          <a:xfrm>
            <a:off x="8581835" y="4754563"/>
            <a:ext cx="177900" cy="233400"/>
          </a:xfrm>
          <a:prstGeom prst="rect">
            <a:avLst/>
          </a:prstGeom>
          <a:noFill/>
          <a:ln>
            <a:noFill/>
          </a:ln>
        </p:spPr>
        <p:txBody>
          <a:bodyPr anchorCtr="0" anchor="t" bIns="45700" lIns="0" spcFirstLastPara="1" rIns="0" wrap="square" tIns="45700">
            <a:noAutofit/>
          </a:bodyPr>
          <a:lstStyle/>
          <a:p>
            <a:pPr indent="0" lvl="0" marL="0" marR="0" rtl="0" algn="r">
              <a:lnSpc>
                <a:spcPct val="100000"/>
              </a:lnSpc>
              <a:spcBef>
                <a:spcPts val="0"/>
              </a:spcBef>
              <a:spcAft>
                <a:spcPts val="0"/>
              </a:spcAft>
              <a:buNone/>
            </a:pPr>
            <a:fld id="{00000000-1234-1234-1234-123412341234}" type="slidenum">
              <a:rPr b="0" i="0" lang="en" sz="800" u="none" cap="none" strike="noStrike">
                <a:solidFill>
                  <a:srgbClr val="7C7C7C"/>
                </a:solidFill>
                <a:latin typeface="Arial"/>
                <a:ea typeface="Arial"/>
                <a:cs typeface="Arial"/>
                <a:sym typeface="Arial"/>
              </a:rPr>
              <a:t>‹#›</a:t>
            </a:fld>
            <a:endParaRPr b="0" i="0" sz="800" u="none" cap="none" strike="noStrike">
              <a:solidFill>
                <a:srgbClr val="7C7C7C"/>
              </a:solidFill>
              <a:latin typeface="Arial"/>
              <a:ea typeface="Arial"/>
              <a:cs typeface="Arial"/>
              <a:sym typeface="Arial"/>
            </a:endParaRPr>
          </a:p>
        </p:txBody>
      </p:sp>
      <p:grpSp>
        <p:nvGrpSpPr>
          <p:cNvPr id="973" name="Google Shape;973;p121"/>
          <p:cNvGrpSpPr/>
          <p:nvPr/>
        </p:nvGrpSpPr>
        <p:grpSpPr>
          <a:xfrm>
            <a:off x="-248187" y="359229"/>
            <a:ext cx="173816" cy="1051560"/>
            <a:chOff x="-111012" y="359229"/>
            <a:chExt cx="1158000" cy="1051560"/>
          </a:xfrm>
        </p:grpSpPr>
        <p:cxnSp>
          <p:nvCxnSpPr>
            <p:cNvPr id="974" name="Google Shape;974;p121"/>
            <p:cNvCxnSpPr/>
            <p:nvPr/>
          </p:nvCxnSpPr>
          <p:spPr>
            <a:xfrm rot="10800000">
              <a:off x="-111012" y="613954"/>
              <a:ext cx="1158000" cy="0"/>
            </a:xfrm>
            <a:prstGeom prst="straightConnector1">
              <a:avLst/>
            </a:prstGeom>
            <a:noFill/>
            <a:ln cap="flat" cmpd="sng" w="9525">
              <a:solidFill>
                <a:srgbClr val="F2F2F2"/>
              </a:solidFill>
              <a:prstDash val="solid"/>
              <a:round/>
              <a:headEnd len="sm" w="sm" type="none"/>
              <a:tailEnd len="sm" w="sm" type="none"/>
            </a:ln>
          </p:spPr>
        </p:cxnSp>
        <p:cxnSp>
          <p:nvCxnSpPr>
            <p:cNvPr id="975" name="Google Shape;975;p121"/>
            <p:cNvCxnSpPr/>
            <p:nvPr/>
          </p:nvCxnSpPr>
          <p:spPr>
            <a:xfrm rot="10800000">
              <a:off x="-111012" y="947057"/>
              <a:ext cx="1158000" cy="0"/>
            </a:xfrm>
            <a:prstGeom prst="straightConnector1">
              <a:avLst/>
            </a:prstGeom>
            <a:noFill/>
            <a:ln cap="flat" cmpd="sng" w="9525">
              <a:solidFill>
                <a:srgbClr val="F2F2F2"/>
              </a:solidFill>
              <a:prstDash val="solid"/>
              <a:round/>
              <a:headEnd len="sm" w="sm" type="none"/>
              <a:tailEnd len="sm" w="sm" type="none"/>
            </a:ln>
          </p:spPr>
        </p:cxnSp>
        <p:cxnSp>
          <p:nvCxnSpPr>
            <p:cNvPr id="976" name="Google Shape;976;p121"/>
            <p:cNvCxnSpPr/>
            <p:nvPr/>
          </p:nvCxnSpPr>
          <p:spPr>
            <a:xfrm rot="10800000">
              <a:off x="-111012" y="359229"/>
              <a:ext cx="1158000" cy="0"/>
            </a:xfrm>
            <a:prstGeom prst="straightConnector1">
              <a:avLst/>
            </a:prstGeom>
            <a:noFill/>
            <a:ln cap="flat" cmpd="sng" w="9525">
              <a:solidFill>
                <a:srgbClr val="F2F2F2"/>
              </a:solidFill>
              <a:prstDash val="solid"/>
              <a:round/>
              <a:headEnd len="sm" w="sm" type="none"/>
              <a:tailEnd len="sm" w="sm" type="none"/>
            </a:ln>
          </p:spPr>
        </p:cxnSp>
        <p:cxnSp>
          <p:nvCxnSpPr>
            <p:cNvPr id="977" name="Google Shape;977;p121"/>
            <p:cNvCxnSpPr/>
            <p:nvPr/>
          </p:nvCxnSpPr>
          <p:spPr>
            <a:xfrm rot="10800000">
              <a:off x="-111012" y="751114"/>
              <a:ext cx="1158000" cy="0"/>
            </a:xfrm>
            <a:prstGeom prst="straightConnector1">
              <a:avLst/>
            </a:prstGeom>
            <a:noFill/>
            <a:ln cap="flat" cmpd="sng" w="9525">
              <a:solidFill>
                <a:srgbClr val="F2F2F2"/>
              </a:solidFill>
              <a:prstDash val="solid"/>
              <a:round/>
              <a:headEnd len="sm" w="sm" type="none"/>
              <a:tailEnd len="sm" w="sm" type="none"/>
            </a:ln>
          </p:spPr>
        </p:cxnSp>
        <p:cxnSp>
          <p:nvCxnSpPr>
            <p:cNvPr id="978" name="Google Shape;978;p121"/>
            <p:cNvCxnSpPr/>
            <p:nvPr/>
          </p:nvCxnSpPr>
          <p:spPr>
            <a:xfrm rot="10800000">
              <a:off x="-111012" y="1208314"/>
              <a:ext cx="1158000" cy="0"/>
            </a:xfrm>
            <a:prstGeom prst="straightConnector1">
              <a:avLst/>
            </a:prstGeom>
            <a:noFill/>
            <a:ln cap="flat" cmpd="sng" w="9525">
              <a:solidFill>
                <a:srgbClr val="F2F2F2"/>
              </a:solidFill>
              <a:prstDash val="solid"/>
              <a:round/>
              <a:headEnd len="sm" w="sm" type="none"/>
              <a:tailEnd len="sm" w="sm" type="none"/>
            </a:ln>
          </p:spPr>
        </p:cxnSp>
        <p:cxnSp>
          <p:nvCxnSpPr>
            <p:cNvPr id="979" name="Google Shape;979;p121"/>
            <p:cNvCxnSpPr/>
            <p:nvPr/>
          </p:nvCxnSpPr>
          <p:spPr>
            <a:xfrm rot="10800000">
              <a:off x="-111012" y="1410789"/>
              <a:ext cx="1158000" cy="0"/>
            </a:xfrm>
            <a:prstGeom prst="straightConnector1">
              <a:avLst/>
            </a:prstGeom>
            <a:noFill/>
            <a:ln cap="flat" cmpd="sng" w="9525">
              <a:solidFill>
                <a:srgbClr val="F2F2F2"/>
              </a:solidFill>
              <a:prstDash val="solid"/>
              <a:round/>
              <a:headEnd len="sm" w="sm" type="none"/>
              <a:tailEnd len="sm" w="sm" type="none"/>
            </a:ln>
          </p:spPr>
        </p:cxnSp>
      </p:grpSp>
      <p:sp>
        <p:nvSpPr>
          <p:cNvPr id="980" name="Google Shape;980;p12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981" name="Google Shape;981;p12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2">
  <p:cSld name="Agenda_3">
    <p:spTree>
      <p:nvGrpSpPr>
        <p:cNvPr id="982" name="Shape 982"/>
        <p:cNvGrpSpPr/>
        <p:nvPr/>
      </p:nvGrpSpPr>
      <p:grpSpPr>
        <a:xfrm>
          <a:off x="0" y="0"/>
          <a:ext cx="0" cy="0"/>
          <a:chOff x="0" y="0"/>
          <a:chExt cx="0" cy="0"/>
        </a:xfrm>
      </p:grpSpPr>
      <p:sp>
        <p:nvSpPr>
          <p:cNvPr id="983" name="Google Shape;983;p122"/>
          <p:cNvSpPr/>
          <p:nvPr/>
        </p:nvSpPr>
        <p:spPr>
          <a:xfrm>
            <a:off x="5636772" y="1691680"/>
            <a:ext cx="3507229" cy="3451820"/>
          </a:xfrm>
          <a:custGeom>
            <a:rect b="b" l="l" r="r" t="t"/>
            <a:pathLst>
              <a:path extrusionOk="0" h="4602426" w="4676305">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984" name="Google Shape;984;p122"/>
          <p:cNvSpPr/>
          <p:nvPr/>
        </p:nvSpPr>
        <p:spPr>
          <a:xfrm flipH="1">
            <a:off x="0" y="68580"/>
            <a:ext cx="3148378" cy="4651534"/>
          </a:xfrm>
          <a:custGeom>
            <a:rect b="b" l="l" r="r" t="t"/>
            <a:pathLst>
              <a:path extrusionOk="0" h="2026" w="1373">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1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3">
              <a:solidFill>
                <a:schemeClr val="dk1"/>
              </a:solidFill>
              <a:latin typeface="Arial"/>
              <a:ea typeface="Arial"/>
              <a:cs typeface="Arial"/>
              <a:sym typeface="Arial"/>
            </a:endParaRPr>
          </a:p>
        </p:txBody>
      </p:sp>
      <p:sp>
        <p:nvSpPr>
          <p:cNvPr id="985" name="Google Shape;985;p122"/>
          <p:cNvSpPr/>
          <p:nvPr/>
        </p:nvSpPr>
        <p:spPr>
          <a:xfrm>
            <a:off x="6762749" y="1"/>
            <a:ext cx="2443530" cy="2285290"/>
          </a:xfrm>
          <a:custGeom>
            <a:rect b="b" l="l" r="r" t="t"/>
            <a:pathLst>
              <a:path extrusionOk="0" h="3047053" w="3093076">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79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Arial"/>
              <a:ea typeface="Arial"/>
              <a:cs typeface="Arial"/>
              <a:sym typeface="Arial"/>
            </a:endParaRPr>
          </a:p>
        </p:txBody>
      </p:sp>
      <p:sp>
        <p:nvSpPr>
          <p:cNvPr id="986" name="Google Shape;986;p122"/>
          <p:cNvSpPr txBox="1"/>
          <p:nvPr>
            <p:ph idx="1" type="body"/>
          </p:nvPr>
        </p:nvSpPr>
        <p:spPr>
          <a:xfrm>
            <a:off x="345196" y="231569"/>
            <a:ext cx="8453700" cy="685800"/>
          </a:xfrm>
          <a:prstGeom prst="rect">
            <a:avLst/>
          </a:prstGeom>
          <a:noFill/>
          <a:ln>
            <a:noFill/>
          </a:ln>
        </p:spPr>
        <p:txBody>
          <a:bodyPr anchorCtr="0" anchor="t" bIns="45700" lIns="91425" spcFirstLastPara="1" rIns="91425" wrap="square" tIns="45700">
            <a:noAutofit/>
          </a:bodyPr>
          <a:lstStyle>
            <a:lvl1pPr indent="-228600" lvl="0" marL="457200" rtl="0" algn="ctr">
              <a:lnSpc>
                <a:spcPct val="80000"/>
              </a:lnSpc>
              <a:spcBef>
                <a:spcPts val="0"/>
              </a:spcBef>
              <a:spcAft>
                <a:spcPts val="0"/>
              </a:spcAft>
              <a:buClr>
                <a:schemeClr val="dk1"/>
              </a:buClr>
              <a:buSzPts val="2700"/>
              <a:buNone/>
              <a:defRPr b="1" i="0" sz="2700" cap="none">
                <a:solidFill>
                  <a:schemeClr val="dk1"/>
                </a:solidFill>
                <a:latin typeface="Arial"/>
                <a:ea typeface="Arial"/>
                <a:cs typeface="Arial"/>
                <a:sym typeface="Arial"/>
              </a:defRPr>
            </a:lvl1pPr>
            <a:lvl2pPr indent="-342900" lvl="1" marL="914400" rtl="0" algn="l">
              <a:lnSpc>
                <a:spcPct val="90000"/>
              </a:lnSpc>
              <a:spcBef>
                <a:spcPts val="1000"/>
              </a:spcBef>
              <a:spcAft>
                <a:spcPts val="0"/>
              </a:spcAft>
              <a:buClr>
                <a:schemeClr val="dk1"/>
              </a:buClr>
              <a:buSzPts val="1800"/>
              <a:buChar char="•"/>
              <a:defRPr/>
            </a:lvl2pPr>
            <a:lvl3pPr indent="-342900" lvl="2" marL="1371600" rtl="0" algn="l">
              <a:lnSpc>
                <a:spcPct val="90000"/>
              </a:lnSpc>
              <a:spcBef>
                <a:spcPts val="1000"/>
              </a:spcBef>
              <a:spcAft>
                <a:spcPts val="0"/>
              </a:spcAft>
              <a:buClr>
                <a:schemeClr val="dk1"/>
              </a:buClr>
              <a:buSzPts val="1800"/>
              <a:buChar char="•"/>
              <a:defRPr/>
            </a:lvl3pPr>
            <a:lvl4pPr indent="-342900" lvl="3" marL="1828800" rtl="0" algn="l">
              <a:lnSpc>
                <a:spcPct val="90000"/>
              </a:lnSpc>
              <a:spcBef>
                <a:spcPts val="1000"/>
              </a:spcBef>
              <a:spcAft>
                <a:spcPts val="0"/>
              </a:spcAft>
              <a:buClr>
                <a:schemeClr val="dk1"/>
              </a:buClr>
              <a:buSzPts val="1800"/>
              <a:buChar char="•"/>
              <a:defRPr/>
            </a:lvl4pPr>
            <a:lvl5pPr indent="-342900" lvl="4" marL="2286000" rtl="0" algn="l">
              <a:lnSpc>
                <a:spcPct val="90000"/>
              </a:lnSpc>
              <a:spcBef>
                <a:spcPts val="1000"/>
              </a:spcBef>
              <a:spcAft>
                <a:spcPts val="0"/>
              </a:spcAft>
              <a:buClr>
                <a:schemeClr val="dk1"/>
              </a:buClr>
              <a:buSzPts val="1800"/>
              <a:buChar char="•"/>
              <a:defRPr/>
            </a:lvl5pPr>
            <a:lvl6pPr indent="-342900" lvl="5" marL="2743200" rtl="0" algn="l">
              <a:lnSpc>
                <a:spcPct val="90000"/>
              </a:lnSpc>
              <a:spcBef>
                <a:spcPts val="1000"/>
              </a:spcBef>
              <a:spcAft>
                <a:spcPts val="0"/>
              </a:spcAft>
              <a:buClr>
                <a:schemeClr val="dk1"/>
              </a:buClr>
              <a:buSzPts val="1800"/>
              <a:buChar char="•"/>
              <a:defRPr/>
            </a:lvl6pPr>
            <a:lvl7pPr indent="-342900" lvl="6" marL="3200400" rtl="0" algn="l">
              <a:lnSpc>
                <a:spcPct val="90000"/>
              </a:lnSpc>
              <a:spcBef>
                <a:spcPts val="1000"/>
              </a:spcBef>
              <a:spcAft>
                <a:spcPts val="0"/>
              </a:spcAft>
              <a:buClr>
                <a:schemeClr val="dk1"/>
              </a:buClr>
              <a:buSzPts val="1800"/>
              <a:buChar char="•"/>
              <a:defRPr/>
            </a:lvl7pPr>
            <a:lvl8pPr indent="-342900" lvl="7" marL="3657600" rtl="0" algn="l">
              <a:lnSpc>
                <a:spcPct val="90000"/>
              </a:lnSpc>
              <a:spcBef>
                <a:spcPts val="1000"/>
              </a:spcBef>
              <a:spcAft>
                <a:spcPts val="0"/>
              </a:spcAft>
              <a:buClr>
                <a:schemeClr val="dk1"/>
              </a:buClr>
              <a:buSzPts val="1800"/>
              <a:buChar char="•"/>
              <a:defRPr/>
            </a:lvl8pPr>
            <a:lvl9pPr indent="-342900" lvl="8" marL="4114800" rtl="0" algn="l">
              <a:lnSpc>
                <a:spcPct val="90000"/>
              </a:lnSpc>
              <a:spcBef>
                <a:spcPts val="1000"/>
              </a:spcBef>
              <a:spcAft>
                <a:spcPts val="1000"/>
              </a:spcAft>
              <a:buClr>
                <a:schemeClr val="dk1"/>
              </a:buClr>
              <a:buSzPts val="1800"/>
              <a:buChar char="•"/>
              <a:defRPr/>
            </a:lvl9pPr>
          </a:lstStyle>
          <a:p/>
        </p:txBody>
      </p:sp>
      <p:sp>
        <p:nvSpPr>
          <p:cNvPr id="987" name="Google Shape;987;p122"/>
          <p:cNvSpPr/>
          <p:nvPr/>
        </p:nvSpPr>
        <p:spPr>
          <a:xfrm>
            <a:off x="345195" y="4878329"/>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988" name="Google Shape;988;p122"/>
          <p:cNvSpPr/>
          <p:nvPr/>
        </p:nvSpPr>
        <p:spPr>
          <a:xfrm>
            <a:off x="557784" y="4898914"/>
            <a:ext cx="14733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989" name="Google Shape;989;p122"/>
          <p:cNvSpPr txBox="1"/>
          <p:nvPr>
            <p:ph idx="12" type="sldNum"/>
          </p:nvPr>
        </p:nvSpPr>
        <p:spPr>
          <a:xfrm>
            <a:off x="8325201" y="4898914"/>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b="0" i="0" sz="600">
                <a:solidFill>
                  <a:srgbClr val="929292"/>
                </a:solidFill>
                <a:latin typeface="Arial"/>
                <a:ea typeface="Arial"/>
                <a:cs typeface="Arial"/>
                <a:sym typeface="Arial"/>
              </a:defRPr>
            </a:lvl1pPr>
            <a:lvl2pPr indent="0" lvl="1" marL="0" marR="0" rtl="0" algn="r">
              <a:spcBef>
                <a:spcPts val="0"/>
              </a:spcBef>
              <a:buNone/>
              <a:defRPr b="0" i="0" sz="600">
                <a:solidFill>
                  <a:srgbClr val="929292"/>
                </a:solidFill>
                <a:latin typeface="Arial"/>
                <a:ea typeface="Arial"/>
                <a:cs typeface="Arial"/>
                <a:sym typeface="Arial"/>
              </a:defRPr>
            </a:lvl2pPr>
            <a:lvl3pPr indent="0" lvl="2" marL="0" marR="0" rtl="0" algn="r">
              <a:spcBef>
                <a:spcPts val="0"/>
              </a:spcBef>
              <a:buNone/>
              <a:defRPr b="0" i="0" sz="600">
                <a:solidFill>
                  <a:srgbClr val="929292"/>
                </a:solidFill>
                <a:latin typeface="Arial"/>
                <a:ea typeface="Arial"/>
                <a:cs typeface="Arial"/>
                <a:sym typeface="Arial"/>
              </a:defRPr>
            </a:lvl3pPr>
            <a:lvl4pPr indent="0" lvl="3" marL="0" marR="0" rtl="0" algn="r">
              <a:spcBef>
                <a:spcPts val="0"/>
              </a:spcBef>
              <a:buNone/>
              <a:defRPr b="0" i="0" sz="600">
                <a:solidFill>
                  <a:srgbClr val="929292"/>
                </a:solidFill>
                <a:latin typeface="Arial"/>
                <a:ea typeface="Arial"/>
                <a:cs typeface="Arial"/>
                <a:sym typeface="Arial"/>
              </a:defRPr>
            </a:lvl4pPr>
            <a:lvl5pPr indent="0" lvl="4" marL="0" marR="0" rtl="0" algn="r">
              <a:spcBef>
                <a:spcPts val="0"/>
              </a:spcBef>
              <a:buNone/>
              <a:defRPr b="0" i="0" sz="600">
                <a:solidFill>
                  <a:srgbClr val="929292"/>
                </a:solidFill>
                <a:latin typeface="Arial"/>
                <a:ea typeface="Arial"/>
                <a:cs typeface="Arial"/>
                <a:sym typeface="Arial"/>
              </a:defRPr>
            </a:lvl5pPr>
            <a:lvl6pPr indent="0" lvl="5" marL="0" marR="0" rtl="0" algn="r">
              <a:spcBef>
                <a:spcPts val="0"/>
              </a:spcBef>
              <a:buNone/>
              <a:defRPr b="0" i="0" sz="600">
                <a:solidFill>
                  <a:srgbClr val="929292"/>
                </a:solidFill>
                <a:latin typeface="Arial"/>
                <a:ea typeface="Arial"/>
                <a:cs typeface="Arial"/>
                <a:sym typeface="Arial"/>
              </a:defRPr>
            </a:lvl6pPr>
            <a:lvl7pPr indent="0" lvl="6" marL="0" marR="0" rtl="0" algn="r">
              <a:spcBef>
                <a:spcPts val="0"/>
              </a:spcBef>
              <a:buNone/>
              <a:defRPr b="0" i="0" sz="600">
                <a:solidFill>
                  <a:srgbClr val="929292"/>
                </a:solidFill>
                <a:latin typeface="Arial"/>
                <a:ea typeface="Arial"/>
                <a:cs typeface="Arial"/>
                <a:sym typeface="Arial"/>
              </a:defRPr>
            </a:lvl7pPr>
            <a:lvl8pPr indent="0" lvl="7" marL="0" marR="0" rtl="0" algn="r">
              <a:spcBef>
                <a:spcPts val="0"/>
              </a:spcBef>
              <a:buNone/>
              <a:defRPr b="0" i="0" sz="600">
                <a:solidFill>
                  <a:srgbClr val="929292"/>
                </a:solidFill>
                <a:latin typeface="Arial"/>
                <a:ea typeface="Arial"/>
                <a:cs typeface="Arial"/>
                <a:sym typeface="Arial"/>
              </a:defRPr>
            </a:lvl8pPr>
            <a:lvl9pPr indent="0" lvl="8" marL="0" marR="0" rtl="0" algn="r">
              <a:spcBef>
                <a:spcPts val="0"/>
              </a:spcBef>
              <a:buNone/>
              <a:defRPr b="0" i="0" sz="600">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5">
  <p:cSld name="Multi-use layout_12">
    <p:spTree>
      <p:nvGrpSpPr>
        <p:cNvPr id="990" name="Shape 990"/>
        <p:cNvGrpSpPr/>
        <p:nvPr/>
      </p:nvGrpSpPr>
      <p:grpSpPr>
        <a:xfrm>
          <a:off x="0" y="0"/>
          <a:ext cx="0" cy="0"/>
          <a:chOff x="0" y="0"/>
          <a:chExt cx="0" cy="0"/>
        </a:xfrm>
      </p:grpSpPr>
      <p:sp>
        <p:nvSpPr>
          <p:cNvPr id="991" name="Google Shape;991;p12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992" name="Google Shape;992;p12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993" name="Google Shape;993;p123"/>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994" name="Google Shape;994;p123"/>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95" name="Google Shape;995;p12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996" name="Google Shape;996;p123"/>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23"/>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998" name="Shape 998"/>
        <p:cNvGrpSpPr/>
        <p:nvPr/>
      </p:nvGrpSpPr>
      <p:grpSpPr>
        <a:xfrm>
          <a:off x="0" y="0"/>
          <a:ext cx="0" cy="0"/>
          <a:chOff x="0" y="0"/>
          <a:chExt cx="0" cy="0"/>
        </a:xfrm>
      </p:grpSpPr>
      <p:sp>
        <p:nvSpPr>
          <p:cNvPr id="999" name="Google Shape;999;p124"/>
          <p:cNvSpPr/>
          <p:nvPr/>
        </p:nvSpPr>
        <p:spPr>
          <a:xfrm>
            <a:off x="660652" y="4866916"/>
            <a:ext cx="17085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chemeClr val="lt1"/>
                </a:solidFill>
              </a:rPr>
              <a:t>© 2025 </a:t>
            </a:r>
            <a:r>
              <a:rPr b="0" i="0" lang="en" sz="600" u="none" cap="none" strike="noStrike">
                <a:solidFill>
                  <a:schemeClr val="lt1"/>
                </a:solidFill>
                <a:latin typeface="Arial"/>
                <a:ea typeface="Arial"/>
                <a:cs typeface="Arial"/>
                <a:sym typeface="Arial"/>
              </a:rPr>
              <a:t>Snowflake Inc. All Rights Reserved</a:t>
            </a:r>
            <a:endParaRPr b="0" i="0" sz="600" u="none" cap="none" strike="noStrike">
              <a:solidFill>
                <a:schemeClr val="lt1"/>
              </a:solidFill>
              <a:latin typeface="Arial"/>
              <a:ea typeface="Arial"/>
              <a:cs typeface="Arial"/>
              <a:sym typeface="Arial"/>
            </a:endParaRPr>
          </a:p>
        </p:txBody>
      </p:sp>
      <p:sp>
        <p:nvSpPr>
          <p:cNvPr id="1000" name="Google Shape;1000;p124"/>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pic>
        <p:nvPicPr>
          <p:cNvPr id="1001" name="Google Shape;1001;p124"/>
          <p:cNvPicPr preferRelativeResize="0"/>
          <p:nvPr/>
        </p:nvPicPr>
        <p:blipFill rotWithShape="1">
          <a:blip r:embed="rId2">
            <a:alphaModFix amt="27000"/>
          </a:blip>
          <a:srcRect b="0" l="21476" r="0" t="0"/>
          <a:stretch/>
        </p:blipFill>
        <p:spPr>
          <a:xfrm flipH="1">
            <a:off x="7048002" y="1780300"/>
            <a:ext cx="2095998" cy="2905999"/>
          </a:xfrm>
          <a:prstGeom prst="rect">
            <a:avLst/>
          </a:prstGeom>
          <a:noFill/>
          <a:ln>
            <a:noFill/>
          </a:ln>
        </p:spPr>
      </p:pic>
      <p:pic>
        <p:nvPicPr>
          <p:cNvPr id="1002" name="Google Shape;1002;p124"/>
          <p:cNvPicPr preferRelativeResize="0"/>
          <p:nvPr/>
        </p:nvPicPr>
        <p:blipFill rotWithShape="1">
          <a:blip r:embed="rId3">
            <a:alphaModFix/>
          </a:blip>
          <a:srcRect b="0" l="20792" r="0" t="10992"/>
          <a:stretch/>
        </p:blipFill>
        <p:spPr>
          <a:xfrm>
            <a:off x="0" y="0"/>
            <a:ext cx="1320175" cy="1615227"/>
          </a:xfrm>
          <a:prstGeom prst="rect">
            <a:avLst/>
          </a:prstGeom>
          <a:noFill/>
          <a:ln>
            <a:noFill/>
          </a:ln>
        </p:spPr>
      </p:pic>
      <p:sp>
        <p:nvSpPr>
          <p:cNvPr id="1003" name="Google Shape;1003;p124"/>
          <p:cNvSpPr txBox="1"/>
          <p:nvPr>
            <p:ph idx="1" type="body"/>
          </p:nvPr>
        </p:nvSpPr>
        <p:spPr>
          <a:xfrm>
            <a:off x="365760" y="1214450"/>
            <a:ext cx="7484400" cy="2714700"/>
          </a:xfrm>
          <a:prstGeom prst="rect">
            <a:avLst/>
          </a:prstGeom>
          <a:noFill/>
          <a:ln>
            <a:noFill/>
          </a:ln>
        </p:spPr>
        <p:txBody>
          <a:bodyPr anchorCtr="0" anchor="ctr" bIns="45700" lIns="91425" spcFirstLastPara="1" rIns="91425" wrap="square" tIns="45700">
            <a:noAutofit/>
          </a:bodyPr>
          <a:lstStyle>
            <a:lvl1pPr indent="-228600" lvl="0" marL="457200" algn="l">
              <a:lnSpc>
                <a:spcPct val="74000"/>
              </a:lnSpc>
              <a:spcBef>
                <a:spcPts val="0"/>
              </a:spcBef>
              <a:spcAft>
                <a:spcPts val="0"/>
              </a:spcAft>
              <a:buClr>
                <a:schemeClr val="lt1"/>
              </a:buClr>
              <a:buSzPts val="4000"/>
              <a:buNone/>
              <a:defRPr b="1" sz="4000">
                <a:solidFill>
                  <a:schemeClr val="lt1"/>
                </a:solidFill>
              </a:defRPr>
            </a:lvl1pPr>
            <a:lvl2pPr indent="-342900" lvl="1" marL="914400" algn="l">
              <a:lnSpc>
                <a:spcPct val="74000"/>
              </a:lnSpc>
              <a:spcBef>
                <a:spcPts val="800"/>
              </a:spcBef>
              <a:spcAft>
                <a:spcPts val="0"/>
              </a:spcAft>
              <a:buClr>
                <a:schemeClr val="lt1"/>
              </a:buClr>
              <a:buSzPts val="1800"/>
              <a:buChar char="•"/>
              <a:defRPr>
                <a:solidFill>
                  <a:schemeClr val="lt1"/>
                </a:solidFill>
              </a:defRPr>
            </a:lvl2pPr>
            <a:lvl3pPr indent="-342900" lvl="2" marL="1371600" algn="l">
              <a:lnSpc>
                <a:spcPct val="74000"/>
              </a:lnSpc>
              <a:spcBef>
                <a:spcPts val="1000"/>
              </a:spcBef>
              <a:spcAft>
                <a:spcPts val="0"/>
              </a:spcAft>
              <a:buClr>
                <a:schemeClr val="lt1"/>
              </a:buClr>
              <a:buSzPts val="1800"/>
              <a:buChar char="•"/>
              <a:defRPr>
                <a:solidFill>
                  <a:schemeClr val="lt1"/>
                </a:solidFill>
              </a:defRPr>
            </a:lvl3pPr>
            <a:lvl4pPr indent="-342900" lvl="3" marL="1828800" algn="l">
              <a:lnSpc>
                <a:spcPct val="74000"/>
              </a:lnSpc>
              <a:spcBef>
                <a:spcPts val="1000"/>
              </a:spcBef>
              <a:spcAft>
                <a:spcPts val="0"/>
              </a:spcAft>
              <a:buClr>
                <a:schemeClr val="lt1"/>
              </a:buClr>
              <a:buSzPts val="1800"/>
              <a:buChar char="•"/>
              <a:defRPr>
                <a:solidFill>
                  <a:schemeClr val="lt1"/>
                </a:solidFill>
              </a:defRPr>
            </a:lvl4pPr>
            <a:lvl5pPr indent="-342900" lvl="4" marL="2286000" algn="l">
              <a:lnSpc>
                <a:spcPct val="74000"/>
              </a:lnSpc>
              <a:spcBef>
                <a:spcPts val="1000"/>
              </a:spcBef>
              <a:spcAft>
                <a:spcPts val="0"/>
              </a:spcAft>
              <a:buClr>
                <a:schemeClr val="lt1"/>
              </a:buClr>
              <a:buSzPts val="1800"/>
              <a:buChar char="•"/>
              <a:defRPr>
                <a:solidFill>
                  <a:schemeClr val="lt1"/>
                </a:solidFill>
              </a:defRPr>
            </a:lvl5pPr>
            <a:lvl6pPr indent="-342900" lvl="5" marL="2743200" algn="l">
              <a:lnSpc>
                <a:spcPct val="74000"/>
              </a:lnSpc>
              <a:spcBef>
                <a:spcPts val="1000"/>
              </a:spcBef>
              <a:spcAft>
                <a:spcPts val="0"/>
              </a:spcAft>
              <a:buClr>
                <a:schemeClr val="lt1"/>
              </a:buClr>
              <a:buSzPts val="1800"/>
              <a:buChar char="•"/>
              <a:defRPr>
                <a:solidFill>
                  <a:schemeClr val="lt1"/>
                </a:solidFill>
              </a:defRPr>
            </a:lvl6pPr>
            <a:lvl7pPr indent="-342900" lvl="6" marL="3200400" algn="l">
              <a:lnSpc>
                <a:spcPct val="74000"/>
              </a:lnSpc>
              <a:spcBef>
                <a:spcPts val="1000"/>
              </a:spcBef>
              <a:spcAft>
                <a:spcPts val="0"/>
              </a:spcAft>
              <a:buClr>
                <a:schemeClr val="lt1"/>
              </a:buClr>
              <a:buSzPts val="1800"/>
              <a:buChar char="•"/>
              <a:defRPr>
                <a:solidFill>
                  <a:schemeClr val="lt1"/>
                </a:solidFill>
              </a:defRPr>
            </a:lvl7pPr>
            <a:lvl8pPr indent="-342900" lvl="7" marL="3657600" algn="l">
              <a:lnSpc>
                <a:spcPct val="74000"/>
              </a:lnSpc>
              <a:spcBef>
                <a:spcPts val="1000"/>
              </a:spcBef>
              <a:spcAft>
                <a:spcPts val="0"/>
              </a:spcAft>
              <a:buClr>
                <a:schemeClr val="lt1"/>
              </a:buClr>
              <a:buSzPts val="1800"/>
              <a:buChar char="•"/>
              <a:defRPr>
                <a:solidFill>
                  <a:schemeClr val="lt1"/>
                </a:solidFill>
              </a:defRPr>
            </a:lvl8pPr>
            <a:lvl9pPr indent="-342900" lvl="8" marL="4114800" algn="l">
              <a:lnSpc>
                <a:spcPct val="74000"/>
              </a:lnSpc>
              <a:spcBef>
                <a:spcPts val="1000"/>
              </a:spcBef>
              <a:spcAft>
                <a:spcPts val="1000"/>
              </a:spcAft>
              <a:buClr>
                <a:schemeClr val="lt1"/>
              </a:buClr>
              <a:buSzPts val="1800"/>
              <a:buChar char="•"/>
              <a:defRPr>
                <a:solidFill>
                  <a:schemeClr val="lt1"/>
                </a:solidFill>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1004" name="Shape 1004"/>
        <p:cNvGrpSpPr/>
        <p:nvPr/>
      </p:nvGrpSpPr>
      <p:grpSpPr>
        <a:xfrm>
          <a:off x="0" y="0"/>
          <a:ext cx="0" cy="0"/>
          <a:chOff x="0" y="0"/>
          <a:chExt cx="0" cy="0"/>
        </a:xfrm>
      </p:grpSpPr>
      <p:sp>
        <p:nvSpPr>
          <p:cNvPr id="1005" name="Google Shape;1005;p125"/>
          <p:cNvSpPr/>
          <p:nvPr/>
        </p:nvSpPr>
        <p:spPr>
          <a:xfrm>
            <a:off x="457195" y="4846508"/>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Arial"/>
              <a:ea typeface="Arial"/>
              <a:cs typeface="Arial"/>
              <a:sym typeface="Arial"/>
            </a:endParaRPr>
          </a:p>
        </p:txBody>
      </p:sp>
      <p:sp>
        <p:nvSpPr>
          <p:cNvPr id="1006" name="Google Shape;1006;p125"/>
          <p:cNvSpPr txBox="1"/>
          <p:nvPr>
            <p:ph idx="12" type="sldNum"/>
          </p:nvPr>
        </p:nvSpPr>
        <p:spPr>
          <a:xfrm>
            <a:off x="8229600" y="4864608"/>
            <a:ext cx="473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07" name="Google Shape;1007;p125"/>
          <p:cNvSpPr txBox="1"/>
          <p:nvPr>
            <p:ph type="title"/>
          </p:nvPr>
        </p:nvSpPr>
        <p:spPr>
          <a:xfrm>
            <a:off x="365750" y="228600"/>
            <a:ext cx="8321100" cy="627900"/>
          </a:xfrm>
          <a:prstGeom prst="rect">
            <a:avLst/>
          </a:prstGeom>
          <a:noFill/>
          <a:ln>
            <a:noFill/>
          </a:ln>
        </p:spPr>
        <p:txBody>
          <a:bodyPr anchorCtr="0" anchor="t" bIns="91425" lIns="91425" spcFirstLastPara="1" rIns="91425" wrap="square" tIns="91425">
            <a:spAutoFit/>
          </a:bodyPr>
          <a:lstStyle>
            <a:lvl1pPr lvl="0" algn="l">
              <a:lnSpc>
                <a:spcPct val="105000"/>
              </a:lnSpc>
              <a:spcBef>
                <a:spcPts val="0"/>
              </a:spcBef>
              <a:spcAft>
                <a:spcPts val="0"/>
              </a:spcAft>
              <a:buSzPts val="2600"/>
              <a:buNone/>
              <a:defRPr/>
            </a:lvl1pPr>
            <a:lvl2pPr lvl="1" algn="l">
              <a:lnSpc>
                <a:spcPct val="105000"/>
              </a:lnSpc>
              <a:spcBef>
                <a:spcPts val="1000"/>
              </a:spcBef>
              <a:spcAft>
                <a:spcPts val="0"/>
              </a:spcAft>
              <a:buSzPts val="1400"/>
              <a:buNone/>
              <a:defRPr/>
            </a:lvl2pPr>
            <a:lvl3pPr lvl="2" algn="l">
              <a:lnSpc>
                <a:spcPct val="105000"/>
              </a:lnSpc>
              <a:spcBef>
                <a:spcPts val="1000"/>
              </a:spcBef>
              <a:spcAft>
                <a:spcPts val="0"/>
              </a:spcAft>
              <a:buSzPts val="1400"/>
              <a:buNone/>
              <a:defRPr/>
            </a:lvl3pPr>
            <a:lvl4pPr lvl="3" algn="l">
              <a:lnSpc>
                <a:spcPct val="105000"/>
              </a:lnSpc>
              <a:spcBef>
                <a:spcPts val="1000"/>
              </a:spcBef>
              <a:spcAft>
                <a:spcPts val="0"/>
              </a:spcAft>
              <a:buSzPts val="1400"/>
              <a:buNone/>
              <a:defRPr/>
            </a:lvl4pPr>
            <a:lvl5pPr lvl="4" algn="l">
              <a:lnSpc>
                <a:spcPct val="105000"/>
              </a:lnSpc>
              <a:spcBef>
                <a:spcPts val="1000"/>
              </a:spcBef>
              <a:spcAft>
                <a:spcPts val="0"/>
              </a:spcAft>
              <a:buSzPts val="1400"/>
              <a:buNone/>
              <a:defRPr/>
            </a:lvl5pPr>
            <a:lvl6pPr lvl="5" algn="l">
              <a:lnSpc>
                <a:spcPct val="105000"/>
              </a:lnSpc>
              <a:spcBef>
                <a:spcPts val="1000"/>
              </a:spcBef>
              <a:spcAft>
                <a:spcPts val="0"/>
              </a:spcAft>
              <a:buSzPts val="1400"/>
              <a:buNone/>
              <a:defRPr/>
            </a:lvl6pPr>
            <a:lvl7pPr lvl="6" algn="l">
              <a:lnSpc>
                <a:spcPct val="105000"/>
              </a:lnSpc>
              <a:spcBef>
                <a:spcPts val="1000"/>
              </a:spcBef>
              <a:spcAft>
                <a:spcPts val="0"/>
              </a:spcAft>
              <a:buSzPts val="1400"/>
              <a:buNone/>
              <a:defRPr/>
            </a:lvl7pPr>
            <a:lvl8pPr lvl="7" algn="l">
              <a:lnSpc>
                <a:spcPct val="105000"/>
              </a:lnSpc>
              <a:spcBef>
                <a:spcPts val="1000"/>
              </a:spcBef>
              <a:spcAft>
                <a:spcPts val="0"/>
              </a:spcAft>
              <a:buSzPts val="1400"/>
              <a:buNone/>
              <a:defRPr/>
            </a:lvl8pPr>
            <a:lvl9pPr lvl="8" algn="l">
              <a:lnSpc>
                <a:spcPct val="105000"/>
              </a:lnSpc>
              <a:spcBef>
                <a:spcPts val="1000"/>
              </a:spcBef>
              <a:spcAft>
                <a:spcPts val="1000"/>
              </a:spcAft>
              <a:buSzPts val="1400"/>
              <a:buNone/>
              <a:defRPr/>
            </a:lvl9pPr>
          </a:lstStyle>
          <a:p/>
        </p:txBody>
      </p:sp>
      <p:sp>
        <p:nvSpPr>
          <p:cNvPr id="1008" name="Google Shape;1008;p125"/>
          <p:cNvSpPr txBox="1"/>
          <p:nvPr>
            <p:ph idx="1" type="body"/>
          </p:nvPr>
        </p:nvSpPr>
        <p:spPr>
          <a:xfrm>
            <a:off x="36575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09" name="Google Shape;1009;p125"/>
          <p:cNvSpPr txBox="1"/>
          <p:nvPr>
            <p:ph idx="2" type="body"/>
          </p:nvPr>
        </p:nvSpPr>
        <p:spPr>
          <a:xfrm>
            <a:off x="2459408"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10" name="Google Shape;1010;p125"/>
          <p:cNvSpPr txBox="1"/>
          <p:nvPr>
            <p:ph idx="3" type="body"/>
          </p:nvPr>
        </p:nvSpPr>
        <p:spPr>
          <a:xfrm>
            <a:off x="4673192"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11" name="Google Shape;1011;p125"/>
          <p:cNvSpPr txBox="1"/>
          <p:nvPr>
            <p:ph idx="4" type="body"/>
          </p:nvPr>
        </p:nvSpPr>
        <p:spPr>
          <a:xfrm>
            <a:off x="6887000" y="1371600"/>
            <a:ext cx="1920300" cy="33147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000"/>
              </a:spcBef>
              <a:spcAft>
                <a:spcPts val="0"/>
              </a:spcAft>
              <a:buSzPts val="1400"/>
              <a:buChar char="•"/>
              <a:defRPr sz="1400"/>
            </a:lvl2pPr>
            <a:lvl3pPr indent="-317500" lvl="2" marL="1371600" algn="l">
              <a:lnSpc>
                <a:spcPct val="115000"/>
              </a:lnSpc>
              <a:spcBef>
                <a:spcPts val="1000"/>
              </a:spcBef>
              <a:spcAft>
                <a:spcPts val="0"/>
              </a:spcAft>
              <a:buSzPts val="1400"/>
              <a:buChar char="•"/>
              <a:defRPr sz="1400"/>
            </a:lvl3pPr>
            <a:lvl4pPr indent="-317500" lvl="3" marL="1828800" algn="l">
              <a:lnSpc>
                <a:spcPct val="115000"/>
              </a:lnSpc>
              <a:spcBef>
                <a:spcPts val="1000"/>
              </a:spcBef>
              <a:spcAft>
                <a:spcPts val="0"/>
              </a:spcAft>
              <a:buSzPts val="1400"/>
              <a:buChar char="•"/>
              <a:defRPr sz="1400"/>
            </a:lvl4pPr>
            <a:lvl5pPr indent="-317500" lvl="4" marL="2286000" algn="l">
              <a:lnSpc>
                <a:spcPct val="115000"/>
              </a:lnSpc>
              <a:spcBef>
                <a:spcPts val="1000"/>
              </a:spcBef>
              <a:spcAft>
                <a:spcPts val="0"/>
              </a:spcAft>
              <a:buSzPts val="1400"/>
              <a:buChar char="•"/>
              <a:defRPr sz="1400"/>
            </a:lvl5pPr>
            <a:lvl6pPr indent="-317500" lvl="5" marL="2743200" algn="l">
              <a:lnSpc>
                <a:spcPct val="115000"/>
              </a:lnSpc>
              <a:spcBef>
                <a:spcPts val="1000"/>
              </a:spcBef>
              <a:spcAft>
                <a:spcPts val="0"/>
              </a:spcAft>
              <a:buSzPts val="1400"/>
              <a:buChar char="•"/>
              <a:defRPr sz="1400"/>
            </a:lvl6pPr>
            <a:lvl7pPr indent="-317500" lvl="6" marL="3200400" algn="l">
              <a:lnSpc>
                <a:spcPct val="115000"/>
              </a:lnSpc>
              <a:spcBef>
                <a:spcPts val="1000"/>
              </a:spcBef>
              <a:spcAft>
                <a:spcPts val="0"/>
              </a:spcAft>
              <a:buSzPts val="1400"/>
              <a:buChar char="•"/>
              <a:defRPr sz="1400"/>
            </a:lvl7pPr>
            <a:lvl8pPr indent="-317500" lvl="7" marL="3657600" algn="l">
              <a:lnSpc>
                <a:spcPct val="115000"/>
              </a:lnSpc>
              <a:spcBef>
                <a:spcPts val="1000"/>
              </a:spcBef>
              <a:spcAft>
                <a:spcPts val="0"/>
              </a:spcAft>
              <a:buSzPts val="1400"/>
              <a:buChar char="•"/>
              <a:defRPr sz="1400"/>
            </a:lvl8pPr>
            <a:lvl9pPr indent="-317500" lvl="8" marL="4114800" algn="l">
              <a:lnSpc>
                <a:spcPct val="115000"/>
              </a:lnSpc>
              <a:spcBef>
                <a:spcPts val="1000"/>
              </a:spcBef>
              <a:spcAft>
                <a:spcPts val="1000"/>
              </a:spcAft>
              <a:buSzPts val="1400"/>
              <a:buChar char="•"/>
              <a:defRPr sz="1400"/>
            </a:lvl9pPr>
          </a:lstStyle>
          <a:p/>
        </p:txBody>
      </p:sp>
      <p:sp>
        <p:nvSpPr>
          <p:cNvPr id="1012" name="Google Shape;1012;p125"/>
          <p:cNvSpPr/>
          <p:nvPr/>
        </p:nvSpPr>
        <p:spPr>
          <a:xfrm>
            <a:off x="660640" y="4867093"/>
            <a:ext cx="14733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lang="en" sz="600">
                <a:solidFill>
                  <a:srgbClr val="929292"/>
                </a:solidFill>
              </a:rPr>
              <a:t>© 2025 </a:t>
            </a:r>
            <a:r>
              <a:rPr b="0" i="0" lang="en" sz="600" u="none" cap="none" strike="noStrike">
                <a:solidFill>
                  <a:srgbClr val="929292"/>
                </a:solidFill>
                <a:latin typeface="Arial"/>
                <a:ea typeface="Arial"/>
                <a:cs typeface="Arial"/>
                <a:sym typeface="Arial"/>
              </a:rPr>
              <a:t>Snowflake Inc. All Rights Reserved</a:t>
            </a:r>
            <a:endParaRPr b="0" i="0" sz="600" u="none" cap="none" strike="noStrike">
              <a:solidFill>
                <a:srgbClr val="929292"/>
              </a:solidFill>
              <a:latin typeface="Arial"/>
              <a:ea typeface="Arial"/>
              <a:cs typeface="Arial"/>
              <a:sym typeface="Arial"/>
            </a:endParaRPr>
          </a:p>
        </p:txBody>
      </p:sp>
      <p:sp>
        <p:nvSpPr>
          <p:cNvPr id="1013" name="Google Shape;1013;p125"/>
          <p:cNvSpPr txBox="1"/>
          <p:nvPr>
            <p:ph idx="5" type="subTitle"/>
          </p:nvPr>
        </p:nvSpPr>
        <p:spPr>
          <a:xfrm>
            <a:off x="365760" y="655285"/>
            <a:ext cx="8344800" cy="36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rgbClr val="5B5B5B"/>
              </a:buClr>
              <a:buSzPts val="1800"/>
              <a:buNone/>
              <a:defRPr>
                <a:solidFill>
                  <a:srgbClr val="5B5B5B"/>
                </a:solidFill>
              </a:defRPr>
            </a:lvl1pPr>
            <a:lvl2pPr lvl="1" algn="l">
              <a:lnSpc>
                <a:spcPct val="115000"/>
              </a:lnSpc>
              <a:spcBef>
                <a:spcPts val="1000"/>
              </a:spcBef>
              <a:spcAft>
                <a:spcPts val="0"/>
              </a:spcAft>
              <a:buClr>
                <a:srgbClr val="5B5B5B"/>
              </a:buClr>
              <a:buSzPts val="1800"/>
              <a:buNone/>
              <a:defRPr>
                <a:solidFill>
                  <a:srgbClr val="5B5B5B"/>
                </a:solidFill>
              </a:defRPr>
            </a:lvl2pPr>
            <a:lvl3pPr lvl="2" algn="l">
              <a:lnSpc>
                <a:spcPct val="115000"/>
              </a:lnSpc>
              <a:spcBef>
                <a:spcPts val="1000"/>
              </a:spcBef>
              <a:spcAft>
                <a:spcPts val="0"/>
              </a:spcAft>
              <a:buClr>
                <a:srgbClr val="5B5B5B"/>
              </a:buClr>
              <a:buSzPts val="1400"/>
              <a:buNone/>
              <a:defRPr>
                <a:solidFill>
                  <a:srgbClr val="5B5B5B"/>
                </a:solidFill>
              </a:defRPr>
            </a:lvl3pPr>
            <a:lvl4pPr lvl="3" algn="l">
              <a:lnSpc>
                <a:spcPct val="115000"/>
              </a:lnSpc>
              <a:spcBef>
                <a:spcPts val="1000"/>
              </a:spcBef>
              <a:spcAft>
                <a:spcPts val="0"/>
              </a:spcAft>
              <a:buClr>
                <a:srgbClr val="5B5B5B"/>
              </a:buClr>
              <a:buSzPts val="1400"/>
              <a:buNone/>
              <a:defRPr>
                <a:solidFill>
                  <a:srgbClr val="5B5B5B"/>
                </a:solidFill>
              </a:defRPr>
            </a:lvl4pPr>
            <a:lvl5pPr lvl="4" algn="l">
              <a:lnSpc>
                <a:spcPct val="115000"/>
              </a:lnSpc>
              <a:spcBef>
                <a:spcPts val="1000"/>
              </a:spcBef>
              <a:spcAft>
                <a:spcPts val="0"/>
              </a:spcAft>
              <a:buClr>
                <a:srgbClr val="5B5B5B"/>
              </a:buClr>
              <a:buSzPts val="1400"/>
              <a:buNone/>
              <a:defRPr>
                <a:solidFill>
                  <a:srgbClr val="5B5B5B"/>
                </a:solidFill>
              </a:defRPr>
            </a:lvl5pPr>
            <a:lvl6pPr lvl="5" algn="l">
              <a:lnSpc>
                <a:spcPct val="115000"/>
              </a:lnSpc>
              <a:spcBef>
                <a:spcPts val="1000"/>
              </a:spcBef>
              <a:spcAft>
                <a:spcPts val="0"/>
              </a:spcAft>
              <a:buClr>
                <a:srgbClr val="5B5B5B"/>
              </a:buClr>
              <a:buSzPts val="1400"/>
              <a:buNone/>
              <a:defRPr>
                <a:solidFill>
                  <a:srgbClr val="5B5B5B"/>
                </a:solidFill>
              </a:defRPr>
            </a:lvl6pPr>
            <a:lvl7pPr lvl="6" algn="l">
              <a:lnSpc>
                <a:spcPct val="115000"/>
              </a:lnSpc>
              <a:spcBef>
                <a:spcPts val="1000"/>
              </a:spcBef>
              <a:spcAft>
                <a:spcPts val="0"/>
              </a:spcAft>
              <a:buClr>
                <a:srgbClr val="5B5B5B"/>
              </a:buClr>
              <a:buSzPts val="1400"/>
              <a:buNone/>
              <a:defRPr>
                <a:solidFill>
                  <a:srgbClr val="5B5B5B"/>
                </a:solidFill>
              </a:defRPr>
            </a:lvl7pPr>
            <a:lvl8pPr lvl="7" algn="l">
              <a:lnSpc>
                <a:spcPct val="115000"/>
              </a:lnSpc>
              <a:spcBef>
                <a:spcPts val="1000"/>
              </a:spcBef>
              <a:spcAft>
                <a:spcPts val="0"/>
              </a:spcAft>
              <a:buClr>
                <a:srgbClr val="5B5B5B"/>
              </a:buClr>
              <a:buSzPts val="1400"/>
              <a:buNone/>
              <a:defRPr>
                <a:solidFill>
                  <a:srgbClr val="5B5B5B"/>
                </a:solidFill>
              </a:defRPr>
            </a:lvl8pPr>
            <a:lvl9pPr lvl="8" algn="l">
              <a:lnSpc>
                <a:spcPct val="115000"/>
              </a:lnSpc>
              <a:spcBef>
                <a:spcPts val="1000"/>
              </a:spcBef>
              <a:spcAft>
                <a:spcPts val="1000"/>
              </a:spcAft>
              <a:buClr>
                <a:srgbClr val="5B5B5B"/>
              </a:buClr>
              <a:buSzPts val="1400"/>
              <a:buNone/>
              <a:defRPr>
                <a:solidFill>
                  <a:srgbClr val="5B5B5B"/>
                </a:solidFill>
              </a:defRPr>
            </a:lvl9pPr>
          </a:lstStyle>
          <a:p/>
        </p:txBody>
      </p:sp>
      <p:sp>
        <p:nvSpPr>
          <p:cNvPr id="1014" name="Google Shape;1014;p12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1422">
          <p15:clr>
            <a:srgbClr val="FA7B17"/>
          </p15:clr>
        </p15:guide>
        <p15:guide id="2" pos="4211">
          <p15:clr>
            <a:srgbClr val="FA7B17"/>
          </p15:clr>
        </p15:guide>
        <p15:guide id="3" pos="1549">
          <p15:clr>
            <a:srgbClr val="FA7B17"/>
          </p15:clr>
        </p15:guide>
        <p15:guide id="4" pos="2816">
          <p15:clr>
            <a:srgbClr val="FA7B17"/>
          </p15:clr>
        </p15:guide>
        <p15:guide id="5" pos="2944">
          <p15:clr>
            <a:srgbClr val="FA7B17"/>
          </p15:clr>
        </p15:guide>
        <p15:guide id="6" pos="4338">
          <p15:clr>
            <a:srgbClr val="FA7B17"/>
          </p15:clr>
        </p15:guide>
      </p15:sldGuideLst>
    </p:ext>
  </p:extLst>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1">
  <p:cSld name="Multi-use layout_13">
    <p:spTree>
      <p:nvGrpSpPr>
        <p:cNvPr id="1015" name="Shape 1015"/>
        <p:cNvGrpSpPr/>
        <p:nvPr/>
      </p:nvGrpSpPr>
      <p:grpSpPr>
        <a:xfrm>
          <a:off x="0" y="0"/>
          <a:ext cx="0" cy="0"/>
          <a:chOff x="0" y="0"/>
          <a:chExt cx="0" cy="0"/>
        </a:xfrm>
      </p:grpSpPr>
      <p:sp>
        <p:nvSpPr>
          <p:cNvPr id="1016" name="Google Shape;1016;p12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017" name="Google Shape;1017;p126"/>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18" name="Google Shape;1018;p126"/>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1000"/>
              </a:spcBef>
              <a:spcAft>
                <a:spcPts val="0"/>
              </a:spcAft>
              <a:buSzPts val="1400"/>
              <a:buNone/>
              <a:defRPr/>
            </a:lvl2pPr>
            <a:lvl3pPr lvl="2">
              <a:spcBef>
                <a:spcPts val="1000"/>
              </a:spcBef>
              <a:spcAft>
                <a:spcPts val="0"/>
              </a:spcAft>
              <a:buSzPts val="1400"/>
              <a:buNone/>
              <a:defRPr/>
            </a:lvl3pPr>
            <a:lvl4pPr lvl="3">
              <a:spcBef>
                <a:spcPts val="1000"/>
              </a:spcBef>
              <a:spcAft>
                <a:spcPts val="0"/>
              </a:spcAft>
              <a:buSzPts val="1400"/>
              <a:buNone/>
              <a:defRPr/>
            </a:lvl4pPr>
            <a:lvl5pPr lvl="4">
              <a:spcBef>
                <a:spcPts val="1000"/>
              </a:spcBef>
              <a:spcAft>
                <a:spcPts val="0"/>
              </a:spcAft>
              <a:buSzPts val="14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1019" name="Google Shape;1019;p126"/>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1020" name="Google Shape;1020;p126"/>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21" name="Google Shape;1021;p126"/>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022" name="Google Shape;1022;p126"/>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3" name="Shape 1023"/>
        <p:cNvGrpSpPr/>
        <p:nvPr/>
      </p:nvGrpSpPr>
      <p:grpSpPr>
        <a:xfrm>
          <a:off x="0" y="0"/>
          <a:ext cx="0" cy="0"/>
          <a:chOff x="0" y="0"/>
          <a:chExt cx="0" cy="0"/>
        </a:xfrm>
      </p:grpSpPr>
      <p:sp>
        <p:nvSpPr>
          <p:cNvPr id="1024" name="Google Shape;1024;p12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25" name="Google Shape;1025;p127"/>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26" name="Google Shape;1026;p12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2">
  <p:cSld name="Multi-use layout_14">
    <p:spTree>
      <p:nvGrpSpPr>
        <p:cNvPr id="1027" name="Shape 1027"/>
        <p:cNvGrpSpPr/>
        <p:nvPr/>
      </p:nvGrpSpPr>
      <p:grpSpPr>
        <a:xfrm>
          <a:off x="0" y="0"/>
          <a:ext cx="0" cy="0"/>
          <a:chOff x="0" y="0"/>
          <a:chExt cx="0" cy="0"/>
        </a:xfrm>
      </p:grpSpPr>
      <p:sp>
        <p:nvSpPr>
          <p:cNvPr id="1028" name="Google Shape;1028;p12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029" name="Google Shape;1029;p128"/>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30" name="Google Shape;1030;p128"/>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1031" name="Google Shape;1031;p128"/>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32" name="Google Shape;1032;p12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
        <p:nvSpPr>
          <p:cNvPr id="1033" name="Google Shape;1033;p128"/>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28"/>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3">
  <p:cSld name="Multi-use layout_15">
    <p:spTree>
      <p:nvGrpSpPr>
        <p:cNvPr id="1035" name="Shape 1035"/>
        <p:cNvGrpSpPr/>
        <p:nvPr/>
      </p:nvGrpSpPr>
      <p:grpSpPr>
        <a:xfrm>
          <a:off x="0" y="0"/>
          <a:ext cx="0" cy="0"/>
          <a:chOff x="0" y="0"/>
          <a:chExt cx="0" cy="0"/>
        </a:xfrm>
      </p:grpSpPr>
      <p:sp>
        <p:nvSpPr>
          <p:cNvPr id="1036" name="Google Shape;1036;p129"/>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037" name="Google Shape;1037;p129"/>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38" name="Google Shape;1038;p129"/>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1039" name="Google Shape;1039;p129"/>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40" name="Google Shape;1040;p129"/>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2024</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041" name="Google Shape;1041;p129"/>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29"/>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3" name="Shape 1043"/>
        <p:cNvGrpSpPr/>
        <p:nvPr/>
      </p:nvGrpSpPr>
      <p:grpSpPr>
        <a:xfrm>
          <a:off x="0" y="0"/>
          <a:ext cx="0" cy="0"/>
          <a:chOff x="0" y="0"/>
          <a:chExt cx="0" cy="0"/>
        </a:xfrm>
      </p:grpSpPr>
      <p:sp>
        <p:nvSpPr>
          <p:cNvPr id="1044" name="Google Shape;1044;p1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2600"/>
              <a:buNone/>
              <a:defRPr/>
            </a:lvl1pPr>
            <a:lvl2pPr lvl="1" algn="l">
              <a:lnSpc>
                <a:spcPct val="85000"/>
              </a:lnSpc>
              <a:spcBef>
                <a:spcPts val="1000"/>
              </a:spcBef>
              <a:spcAft>
                <a:spcPts val="0"/>
              </a:spcAft>
              <a:buSzPts val="1400"/>
              <a:buNone/>
              <a:defRPr/>
            </a:lvl2pPr>
            <a:lvl3pPr lvl="2" algn="l">
              <a:lnSpc>
                <a:spcPct val="85000"/>
              </a:lnSpc>
              <a:spcBef>
                <a:spcPts val="1000"/>
              </a:spcBef>
              <a:spcAft>
                <a:spcPts val="0"/>
              </a:spcAft>
              <a:buSzPts val="1400"/>
              <a:buNone/>
              <a:defRPr/>
            </a:lvl3pPr>
            <a:lvl4pPr lvl="3" algn="l">
              <a:lnSpc>
                <a:spcPct val="85000"/>
              </a:lnSpc>
              <a:spcBef>
                <a:spcPts val="1000"/>
              </a:spcBef>
              <a:spcAft>
                <a:spcPts val="0"/>
              </a:spcAft>
              <a:buSzPts val="1400"/>
              <a:buNone/>
              <a:defRPr/>
            </a:lvl4pPr>
            <a:lvl5pPr lvl="4" algn="l">
              <a:lnSpc>
                <a:spcPct val="85000"/>
              </a:lnSpc>
              <a:spcBef>
                <a:spcPts val="1000"/>
              </a:spcBef>
              <a:spcAft>
                <a:spcPts val="0"/>
              </a:spcAft>
              <a:buSzPts val="1400"/>
              <a:buNone/>
              <a:defRPr/>
            </a:lvl5pPr>
            <a:lvl6pPr lvl="5" algn="l">
              <a:lnSpc>
                <a:spcPct val="85000"/>
              </a:lnSpc>
              <a:spcBef>
                <a:spcPts val="1000"/>
              </a:spcBef>
              <a:spcAft>
                <a:spcPts val="0"/>
              </a:spcAft>
              <a:buSzPts val="1400"/>
              <a:buNone/>
              <a:defRPr/>
            </a:lvl6pPr>
            <a:lvl7pPr lvl="6" algn="l">
              <a:lnSpc>
                <a:spcPct val="85000"/>
              </a:lnSpc>
              <a:spcBef>
                <a:spcPts val="1000"/>
              </a:spcBef>
              <a:spcAft>
                <a:spcPts val="0"/>
              </a:spcAft>
              <a:buSzPts val="1400"/>
              <a:buNone/>
              <a:defRPr/>
            </a:lvl7pPr>
            <a:lvl8pPr lvl="7" algn="l">
              <a:lnSpc>
                <a:spcPct val="85000"/>
              </a:lnSpc>
              <a:spcBef>
                <a:spcPts val="1000"/>
              </a:spcBef>
              <a:spcAft>
                <a:spcPts val="0"/>
              </a:spcAft>
              <a:buSzPts val="1400"/>
              <a:buNone/>
              <a:defRPr/>
            </a:lvl8pPr>
            <a:lvl9pPr lvl="8" algn="l">
              <a:lnSpc>
                <a:spcPct val="85000"/>
              </a:lnSpc>
              <a:spcBef>
                <a:spcPts val="1000"/>
              </a:spcBef>
              <a:spcAft>
                <a:spcPts val="1000"/>
              </a:spcAft>
              <a:buSzPts val="1400"/>
              <a:buNone/>
              <a:defRPr/>
            </a:lvl9pPr>
          </a:lstStyle>
          <a:p/>
        </p:txBody>
      </p:sp>
      <p:sp>
        <p:nvSpPr>
          <p:cNvPr id="1045" name="Google Shape;1045;p130"/>
          <p:cNvSpPr txBox="1"/>
          <p:nvPr>
            <p:ph idx="12" type="sldNum"/>
          </p:nvPr>
        </p:nvSpPr>
        <p:spPr>
          <a:xfrm>
            <a:off x="8472458" y="4663217"/>
            <a:ext cx="548700" cy="924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92929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4">
  <p:cSld name="Multi-use layout_16">
    <p:spTree>
      <p:nvGrpSpPr>
        <p:cNvPr id="1046" name="Shape 1046"/>
        <p:cNvGrpSpPr/>
        <p:nvPr/>
      </p:nvGrpSpPr>
      <p:grpSpPr>
        <a:xfrm>
          <a:off x="0" y="0"/>
          <a:ext cx="0" cy="0"/>
          <a:chOff x="0" y="0"/>
          <a:chExt cx="0" cy="0"/>
        </a:xfrm>
      </p:grpSpPr>
      <p:sp>
        <p:nvSpPr>
          <p:cNvPr id="1047" name="Google Shape;1047;p13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048" name="Google Shape;1048;p131"/>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49" name="Google Shape;1049;p131"/>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1050" name="Google Shape;1050;p131"/>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51" name="Google Shape;1051;p131"/>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052" name="Google Shape;1052;p131"/>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31"/>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15">
  <p:cSld name="Multi-use layout_17">
    <p:spTree>
      <p:nvGrpSpPr>
        <p:cNvPr id="1054" name="Shape 1054"/>
        <p:cNvGrpSpPr/>
        <p:nvPr/>
      </p:nvGrpSpPr>
      <p:grpSpPr>
        <a:xfrm>
          <a:off x="0" y="0"/>
          <a:ext cx="0" cy="0"/>
          <a:chOff x="0" y="0"/>
          <a:chExt cx="0" cy="0"/>
        </a:xfrm>
      </p:grpSpPr>
      <p:sp>
        <p:nvSpPr>
          <p:cNvPr id="1055" name="Google Shape;1055;p13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1056" name="Google Shape;1056;p132"/>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057" name="Google Shape;1057;p132"/>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1000"/>
              </a:spcBef>
              <a:spcAft>
                <a:spcPts val="0"/>
              </a:spcAft>
              <a:buClr>
                <a:srgbClr val="5B5B5B"/>
              </a:buClr>
              <a:buSzPts val="1800"/>
              <a:buNone/>
              <a:defRPr>
                <a:solidFill>
                  <a:srgbClr val="5B5B5B"/>
                </a:solidFill>
              </a:defRPr>
            </a:lvl2pPr>
            <a:lvl3pPr lvl="2">
              <a:spcBef>
                <a:spcPts val="1000"/>
              </a:spcBef>
              <a:spcAft>
                <a:spcPts val="0"/>
              </a:spcAft>
              <a:buClr>
                <a:srgbClr val="5B5B5B"/>
              </a:buClr>
              <a:buSzPts val="1400"/>
              <a:buNone/>
              <a:defRPr>
                <a:solidFill>
                  <a:srgbClr val="5B5B5B"/>
                </a:solidFill>
              </a:defRPr>
            </a:lvl3pPr>
            <a:lvl4pPr lvl="3">
              <a:spcBef>
                <a:spcPts val="1000"/>
              </a:spcBef>
              <a:spcAft>
                <a:spcPts val="0"/>
              </a:spcAft>
              <a:buClr>
                <a:srgbClr val="5B5B5B"/>
              </a:buClr>
              <a:buSzPts val="1400"/>
              <a:buNone/>
              <a:defRPr>
                <a:solidFill>
                  <a:srgbClr val="5B5B5B"/>
                </a:solidFill>
              </a:defRPr>
            </a:lvl4pPr>
            <a:lvl5pPr lvl="4">
              <a:spcBef>
                <a:spcPts val="1000"/>
              </a:spcBef>
              <a:spcAft>
                <a:spcPts val="0"/>
              </a:spcAft>
              <a:buClr>
                <a:srgbClr val="5B5B5B"/>
              </a:buClr>
              <a:buSzPts val="1400"/>
              <a:buNone/>
              <a:defRPr>
                <a:solidFill>
                  <a:srgbClr val="5B5B5B"/>
                </a:solidFill>
              </a:defRPr>
            </a:lvl5pPr>
            <a:lvl6pPr lvl="5">
              <a:spcBef>
                <a:spcPts val="1000"/>
              </a:spcBef>
              <a:spcAft>
                <a:spcPts val="0"/>
              </a:spcAft>
              <a:buClr>
                <a:srgbClr val="5B5B5B"/>
              </a:buClr>
              <a:buSzPts val="1400"/>
              <a:buNone/>
              <a:defRPr>
                <a:solidFill>
                  <a:srgbClr val="5B5B5B"/>
                </a:solidFill>
              </a:defRPr>
            </a:lvl6pPr>
            <a:lvl7pPr lvl="6">
              <a:spcBef>
                <a:spcPts val="1000"/>
              </a:spcBef>
              <a:spcAft>
                <a:spcPts val="0"/>
              </a:spcAft>
              <a:buClr>
                <a:srgbClr val="5B5B5B"/>
              </a:buClr>
              <a:buSzPts val="1400"/>
              <a:buNone/>
              <a:defRPr>
                <a:solidFill>
                  <a:srgbClr val="5B5B5B"/>
                </a:solidFill>
              </a:defRPr>
            </a:lvl7pPr>
            <a:lvl8pPr lvl="7">
              <a:spcBef>
                <a:spcPts val="1000"/>
              </a:spcBef>
              <a:spcAft>
                <a:spcPts val="0"/>
              </a:spcAft>
              <a:buClr>
                <a:srgbClr val="5B5B5B"/>
              </a:buClr>
              <a:buSzPts val="1400"/>
              <a:buNone/>
              <a:defRPr>
                <a:solidFill>
                  <a:srgbClr val="5B5B5B"/>
                </a:solidFill>
              </a:defRPr>
            </a:lvl8pPr>
            <a:lvl9pPr lvl="8">
              <a:spcBef>
                <a:spcPts val="1000"/>
              </a:spcBef>
              <a:spcAft>
                <a:spcPts val="1000"/>
              </a:spcAft>
              <a:buClr>
                <a:srgbClr val="5B5B5B"/>
              </a:buClr>
              <a:buSzPts val="1400"/>
              <a:buNone/>
              <a:defRPr>
                <a:solidFill>
                  <a:srgbClr val="5B5B5B"/>
                </a:solidFill>
              </a:defRPr>
            </a:lvl9pPr>
          </a:lstStyle>
          <a:p/>
        </p:txBody>
      </p:sp>
      <p:sp>
        <p:nvSpPr>
          <p:cNvPr id="1058" name="Google Shape;1058;p132"/>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59" name="Google Shape;1059;p132"/>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2025</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060" name="Google Shape;1060;p132"/>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3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SzPts val="2600"/>
              <a:buNone/>
              <a:defRPr/>
            </a:lvl1pPr>
            <a:lvl2pPr lvl="1">
              <a:lnSpc>
                <a:spcPct val="85000"/>
              </a:lnSpc>
              <a:spcBef>
                <a:spcPts val="1000"/>
              </a:spcBef>
              <a:spcAft>
                <a:spcPts val="0"/>
              </a:spcAft>
              <a:buSzPts val="1400"/>
              <a:buNone/>
              <a:defRPr/>
            </a:lvl2pPr>
            <a:lvl3pPr lvl="2">
              <a:lnSpc>
                <a:spcPct val="85000"/>
              </a:lnSpc>
              <a:spcBef>
                <a:spcPts val="1000"/>
              </a:spcBef>
              <a:spcAft>
                <a:spcPts val="0"/>
              </a:spcAft>
              <a:buSzPts val="1400"/>
              <a:buNone/>
              <a:defRPr/>
            </a:lvl3pPr>
            <a:lvl4pPr lvl="3">
              <a:lnSpc>
                <a:spcPct val="85000"/>
              </a:lnSpc>
              <a:spcBef>
                <a:spcPts val="1000"/>
              </a:spcBef>
              <a:spcAft>
                <a:spcPts val="0"/>
              </a:spcAft>
              <a:buSzPts val="1400"/>
              <a:buNone/>
              <a:defRPr/>
            </a:lvl4pPr>
            <a:lvl5pPr lvl="4">
              <a:lnSpc>
                <a:spcPct val="85000"/>
              </a:lnSpc>
              <a:spcBef>
                <a:spcPts val="1000"/>
              </a:spcBef>
              <a:spcAft>
                <a:spcPts val="0"/>
              </a:spcAft>
              <a:buSzPts val="1400"/>
              <a:buNone/>
              <a:defRPr/>
            </a:lvl5pPr>
            <a:lvl6pPr lvl="5">
              <a:lnSpc>
                <a:spcPct val="85000"/>
              </a:lnSpc>
              <a:spcBef>
                <a:spcPts val="1000"/>
              </a:spcBef>
              <a:spcAft>
                <a:spcPts val="0"/>
              </a:spcAft>
              <a:buSzPts val="1400"/>
              <a:buNone/>
              <a:defRPr/>
            </a:lvl6pPr>
            <a:lvl7pPr lvl="6">
              <a:lnSpc>
                <a:spcPct val="85000"/>
              </a:lnSpc>
              <a:spcBef>
                <a:spcPts val="1000"/>
              </a:spcBef>
              <a:spcAft>
                <a:spcPts val="0"/>
              </a:spcAft>
              <a:buSzPts val="1400"/>
              <a:buNone/>
              <a:defRPr/>
            </a:lvl7pPr>
            <a:lvl8pPr lvl="7">
              <a:lnSpc>
                <a:spcPct val="85000"/>
              </a:lnSpc>
              <a:spcBef>
                <a:spcPts val="1000"/>
              </a:spcBef>
              <a:spcAft>
                <a:spcPts val="0"/>
              </a:spcAft>
              <a:buSzPts val="1400"/>
              <a:buNone/>
              <a:defRPr/>
            </a:lvl8pPr>
            <a:lvl9pPr lvl="8">
              <a:lnSpc>
                <a:spcPct val="85000"/>
              </a:lnSpc>
              <a:spcBef>
                <a:spcPts val="1000"/>
              </a:spcBef>
              <a:spcAft>
                <a:spcPts val="1000"/>
              </a:spcAft>
              <a:buSzPts val="14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1062" name="Shape 1062"/>
        <p:cNvGrpSpPr/>
        <p:nvPr/>
      </p:nvGrpSpPr>
      <p:grpSpPr>
        <a:xfrm>
          <a:off x="0" y="0"/>
          <a:ext cx="0" cy="0"/>
          <a:chOff x="0" y="0"/>
          <a:chExt cx="0" cy="0"/>
        </a:xfrm>
      </p:grpSpPr>
      <p:sp>
        <p:nvSpPr>
          <p:cNvPr id="1063" name="Google Shape;1063;p133"/>
          <p:cNvSpPr/>
          <p:nvPr/>
        </p:nvSpPr>
        <p:spPr>
          <a:xfrm>
            <a:off x="456932" y="4898925"/>
            <a:ext cx="16359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chemeClr val="dk1"/>
                </a:solidFill>
                <a:latin typeface="Arial"/>
                <a:ea typeface="Arial"/>
                <a:cs typeface="Arial"/>
                <a:sym typeface="Arial"/>
              </a:rPr>
              <a:t>© </a:t>
            </a:r>
            <a:r>
              <a:rPr lang="en" sz="600">
                <a:solidFill>
                  <a:schemeClr val="dk1"/>
                </a:solidFill>
              </a:rPr>
              <a:t>2025</a:t>
            </a:r>
            <a:r>
              <a:rPr b="0" i="0" lang="en" sz="600">
                <a:solidFill>
                  <a:schemeClr val="dk1"/>
                </a:solidFill>
                <a:latin typeface="Arial"/>
                <a:ea typeface="Arial"/>
                <a:cs typeface="Arial"/>
                <a:sym typeface="Arial"/>
              </a:rPr>
              <a:t> Snowflake Inc. All Rights Reserved</a:t>
            </a:r>
            <a:endParaRPr sz="600">
              <a:solidFill>
                <a:schemeClr val="dk1"/>
              </a:solidFill>
              <a:latin typeface="Arial"/>
              <a:ea typeface="Arial"/>
              <a:cs typeface="Arial"/>
              <a:sym typeface="Arial"/>
            </a:endParaRPr>
          </a:p>
        </p:txBody>
      </p:sp>
      <p:sp>
        <p:nvSpPr>
          <p:cNvPr id="1064" name="Google Shape;1064;p133"/>
          <p:cNvSpPr txBox="1"/>
          <p:nvPr>
            <p:ph type="title"/>
          </p:nvPr>
        </p:nvSpPr>
        <p:spPr>
          <a:xfrm>
            <a:off x="366600" y="1188725"/>
            <a:ext cx="7408800" cy="1920300"/>
          </a:xfrm>
          <a:prstGeom prst="rect">
            <a:avLst/>
          </a:prstGeom>
          <a:noFill/>
          <a:ln>
            <a:noFill/>
          </a:ln>
        </p:spPr>
        <p:txBody>
          <a:bodyPr anchorCtr="0" anchor="b" bIns="91425" lIns="91425" spcFirstLastPara="1" rIns="91425" wrap="square" tIns="91425">
            <a:noAutofit/>
          </a:bodyPr>
          <a:lstStyle>
            <a:lvl1pPr indent="0" lvl="0" marL="0" marR="0" algn="l">
              <a:lnSpc>
                <a:spcPct val="85000"/>
              </a:lnSpc>
              <a:spcBef>
                <a:spcPts val="0"/>
              </a:spcBef>
              <a:spcAft>
                <a:spcPts val="0"/>
              </a:spcAft>
              <a:buClr>
                <a:schemeClr val="dk1"/>
              </a:buClr>
              <a:buSzPts val="4400"/>
              <a:buNone/>
              <a:defRPr sz="4400"/>
            </a:lvl1pPr>
            <a:lvl2pPr lvl="1">
              <a:lnSpc>
                <a:spcPct val="105000"/>
              </a:lnSpc>
              <a:spcBef>
                <a:spcPts val="0"/>
              </a:spcBef>
              <a:spcAft>
                <a:spcPts val="0"/>
              </a:spcAft>
              <a:buSzPts val="1400"/>
              <a:buFont typeface="Arial Black"/>
              <a:buNone/>
              <a:defRPr b="0" sz="1800">
                <a:latin typeface="Arial Black"/>
                <a:ea typeface="Arial Black"/>
                <a:cs typeface="Arial Black"/>
                <a:sym typeface="Arial Black"/>
              </a:defRPr>
            </a:lvl2pPr>
            <a:lvl3pPr lvl="2">
              <a:lnSpc>
                <a:spcPct val="105000"/>
              </a:lnSpc>
              <a:spcBef>
                <a:spcPts val="1000"/>
              </a:spcBef>
              <a:spcAft>
                <a:spcPts val="0"/>
              </a:spcAft>
              <a:buSzPts val="1400"/>
              <a:buFont typeface="Arial Black"/>
              <a:buNone/>
              <a:defRPr b="0" sz="1800">
                <a:latin typeface="Arial Black"/>
                <a:ea typeface="Arial Black"/>
                <a:cs typeface="Arial Black"/>
                <a:sym typeface="Arial Black"/>
              </a:defRPr>
            </a:lvl3pPr>
            <a:lvl4pPr lvl="3">
              <a:lnSpc>
                <a:spcPct val="105000"/>
              </a:lnSpc>
              <a:spcBef>
                <a:spcPts val="1000"/>
              </a:spcBef>
              <a:spcAft>
                <a:spcPts val="0"/>
              </a:spcAft>
              <a:buSzPts val="1400"/>
              <a:buFont typeface="Arial Black"/>
              <a:buNone/>
              <a:defRPr b="0" sz="1800">
                <a:latin typeface="Arial Black"/>
                <a:ea typeface="Arial Black"/>
                <a:cs typeface="Arial Black"/>
                <a:sym typeface="Arial Black"/>
              </a:defRPr>
            </a:lvl4pPr>
            <a:lvl5pPr lvl="4">
              <a:lnSpc>
                <a:spcPct val="105000"/>
              </a:lnSpc>
              <a:spcBef>
                <a:spcPts val="1000"/>
              </a:spcBef>
              <a:spcAft>
                <a:spcPts val="0"/>
              </a:spcAft>
              <a:buSzPts val="1400"/>
              <a:buFont typeface="Arial Black"/>
              <a:buNone/>
              <a:defRPr b="0" sz="1800">
                <a:latin typeface="Arial Black"/>
                <a:ea typeface="Arial Black"/>
                <a:cs typeface="Arial Black"/>
                <a:sym typeface="Arial Black"/>
              </a:defRPr>
            </a:lvl5pPr>
            <a:lvl6pPr lvl="5">
              <a:lnSpc>
                <a:spcPct val="105000"/>
              </a:lnSpc>
              <a:spcBef>
                <a:spcPts val="1000"/>
              </a:spcBef>
              <a:spcAft>
                <a:spcPts val="0"/>
              </a:spcAft>
              <a:buSzPts val="1400"/>
              <a:buFont typeface="Arial Black"/>
              <a:buNone/>
              <a:defRPr b="0" sz="1800">
                <a:latin typeface="Arial Black"/>
                <a:ea typeface="Arial Black"/>
                <a:cs typeface="Arial Black"/>
                <a:sym typeface="Arial Black"/>
              </a:defRPr>
            </a:lvl6pPr>
            <a:lvl7pPr lvl="6">
              <a:lnSpc>
                <a:spcPct val="105000"/>
              </a:lnSpc>
              <a:spcBef>
                <a:spcPts val="1000"/>
              </a:spcBef>
              <a:spcAft>
                <a:spcPts val="0"/>
              </a:spcAft>
              <a:buSzPts val="1400"/>
              <a:buFont typeface="Arial Black"/>
              <a:buNone/>
              <a:defRPr b="0" sz="1800">
                <a:latin typeface="Arial Black"/>
                <a:ea typeface="Arial Black"/>
                <a:cs typeface="Arial Black"/>
                <a:sym typeface="Arial Black"/>
              </a:defRPr>
            </a:lvl7pPr>
            <a:lvl8pPr lvl="7">
              <a:lnSpc>
                <a:spcPct val="105000"/>
              </a:lnSpc>
              <a:spcBef>
                <a:spcPts val="1000"/>
              </a:spcBef>
              <a:spcAft>
                <a:spcPts val="0"/>
              </a:spcAft>
              <a:buSzPts val="1400"/>
              <a:buFont typeface="Arial Black"/>
              <a:buNone/>
              <a:defRPr b="0" sz="1800">
                <a:latin typeface="Arial Black"/>
                <a:ea typeface="Arial Black"/>
                <a:cs typeface="Arial Black"/>
                <a:sym typeface="Arial Black"/>
              </a:defRPr>
            </a:lvl8pPr>
            <a:lvl9pPr lvl="8">
              <a:lnSpc>
                <a:spcPct val="105000"/>
              </a:lnSpc>
              <a:spcBef>
                <a:spcPts val="1000"/>
              </a:spcBef>
              <a:spcAft>
                <a:spcPts val="1000"/>
              </a:spcAft>
              <a:buSzPts val="1400"/>
              <a:buFont typeface="Arial Black"/>
              <a:buNone/>
              <a:defRPr b="0" sz="1800">
                <a:latin typeface="Arial Black"/>
                <a:ea typeface="Arial Black"/>
                <a:cs typeface="Arial Black"/>
                <a:sym typeface="Arial Black"/>
              </a:defRPr>
            </a:lvl9pPr>
          </a:lstStyle>
          <a:p/>
        </p:txBody>
      </p:sp>
      <p:sp>
        <p:nvSpPr>
          <p:cNvPr id="1065" name="Google Shape;1065;p133"/>
          <p:cNvSpPr txBox="1"/>
          <p:nvPr>
            <p:ph idx="2" type="title"/>
          </p:nvPr>
        </p:nvSpPr>
        <p:spPr>
          <a:xfrm>
            <a:off x="366600" y="3160438"/>
            <a:ext cx="5394900" cy="442500"/>
          </a:xfrm>
          <a:prstGeom prst="rect">
            <a:avLst/>
          </a:prstGeom>
          <a:noFill/>
          <a:ln>
            <a:noFill/>
          </a:ln>
        </p:spPr>
        <p:txBody>
          <a:bodyPr anchorCtr="0" anchor="t" bIns="91425" lIns="91425" spcFirstLastPara="1" rIns="91425" wrap="square" tIns="91425">
            <a:noAutofit/>
          </a:bodyPr>
          <a:lstStyle>
            <a:lvl1pPr lvl="0" marR="0">
              <a:lnSpc>
                <a:spcPct val="80000"/>
              </a:lnSpc>
              <a:spcBef>
                <a:spcPts val="0"/>
              </a:spcBef>
              <a:spcAft>
                <a:spcPts val="0"/>
              </a:spcAft>
              <a:buClr>
                <a:schemeClr val="dk1"/>
              </a:buClr>
              <a:buSzPts val="1800"/>
              <a:buNone/>
              <a:defRPr i="0" sz="1800" u="none" cap="none" strike="noStrike">
                <a:solidFill>
                  <a:schemeClr val="dk1"/>
                </a:solidFill>
              </a:defRPr>
            </a:lvl1pPr>
            <a:lvl2pPr lvl="1">
              <a:lnSpc>
                <a:spcPct val="105000"/>
              </a:lnSpc>
              <a:spcBef>
                <a:spcPts val="0"/>
              </a:spcBef>
              <a:spcAft>
                <a:spcPts val="0"/>
              </a:spcAft>
              <a:buSzPts val="1400"/>
              <a:buFont typeface="Arial"/>
              <a:buNone/>
              <a:defRPr sz="1800">
                <a:latin typeface="Arial"/>
                <a:ea typeface="Arial"/>
                <a:cs typeface="Arial"/>
                <a:sym typeface="Arial"/>
              </a:defRPr>
            </a:lvl2pPr>
            <a:lvl3pPr lvl="2">
              <a:lnSpc>
                <a:spcPct val="105000"/>
              </a:lnSpc>
              <a:spcBef>
                <a:spcPts val="1000"/>
              </a:spcBef>
              <a:spcAft>
                <a:spcPts val="0"/>
              </a:spcAft>
              <a:buSzPts val="1400"/>
              <a:buFont typeface="Arial"/>
              <a:buNone/>
              <a:defRPr sz="1800">
                <a:latin typeface="Arial"/>
                <a:ea typeface="Arial"/>
                <a:cs typeface="Arial"/>
                <a:sym typeface="Arial"/>
              </a:defRPr>
            </a:lvl3pPr>
            <a:lvl4pPr lvl="3">
              <a:lnSpc>
                <a:spcPct val="105000"/>
              </a:lnSpc>
              <a:spcBef>
                <a:spcPts val="1000"/>
              </a:spcBef>
              <a:spcAft>
                <a:spcPts val="0"/>
              </a:spcAft>
              <a:buSzPts val="1400"/>
              <a:buFont typeface="Arial"/>
              <a:buNone/>
              <a:defRPr sz="1800">
                <a:latin typeface="Arial"/>
                <a:ea typeface="Arial"/>
                <a:cs typeface="Arial"/>
                <a:sym typeface="Arial"/>
              </a:defRPr>
            </a:lvl4pPr>
            <a:lvl5pPr lvl="4">
              <a:lnSpc>
                <a:spcPct val="105000"/>
              </a:lnSpc>
              <a:spcBef>
                <a:spcPts val="1000"/>
              </a:spcBef>
              <a:spcAft>
                <a:spcPts val="0"/>
              </a:spcAft>
              <a:buSzPts val="1400"/>
              <a:buFont typeface="Arial"/>
              <a:buNone/>
              <a:defRPr sz="1800">
                <a:latin typeface="Arial"/>
                <a:ea typeface="Arial"/>
                <a:cs typeface="Arial"/>
                <a:sym typeface="Arial"/>
              </a:defRPr>
            </a:lvl5pPr>
            <a:lvl6pPr lvl="5">
              <a:lnSpc>
                <a:spcPct val="105000"/>
              </a:lnSpc>
              <a:spcBef>
                <a:spcPts val="1000"/>
              </a:spcBef>
              <a:spcAft>
                <a:spcPts val="0"/>
              </a:spcAft>
              <a:buSzPts val="1400"/>
              <a:buFont typeface="Arial"/>
              <a:buNone/>
              <a:defRPr sz="1800">
                <a:latin typeface="Arial"/>
                <a:ea typeface="Arial"/>
                <a:cs typeface="Arial"/>
                <a:sym typeface="Arial"/>
              </a:defRPr>
            </a:lvl6pPr>
            <a:lvl7pPr lvl="6">
              <a:lnSpc>
                <a:spcPct val="105000"/>
              </a:lnSpc>
              <a:spcBef>
                <a:spcPts val="1000"/>
              </a:spcBef>
              <a:spcAft>
                <a:spcPts val="0"/>
              </a:spcAft>
              <a:buSzPts val="1400"/>
              <a:buFont typeface="Arial"/>
              <a:buNone/>
              <a:defRPr sz="1800">
                <a:latin typeface="Arial"/>
                <a:ea typeface="Arial"/>
                <a:cs typeface="Arial"/>
                <a:sym typeface="Arial"/>
              </a:defRPr>
            </a:lvl7pPr>
            <a:lvl8pPr lvl="7">
              <a:lnSpc>
                <a:spcPct val="105000"/>
              </a:lnSpc>
              <a:spcBef>
                <a:spcPts val="1000"/>
              </a:spcBef>
              <a:spcAft>
                <a:spcPts val="0"/>
              </a:spcAft>
              <a:buSzPts val="1400"/>
              <a:buFont typeface="Arial"/>
              <a:buNone/>
              <a:defRPr sz="1800">
                <a:latin typeface="Arial"/>
                <a:ea typeface="Arial"/>
                <a:cs typeface="Arial"/>
                <a:sym typeface="Arial"/>
              </a:defRPr>
            </a:lvl8pPr>
            <a:lvl9pPr lvl="8">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066" name="Google Shape;1066;p133"/>
          <p:cNvSpPr txBox="1"/>
          <p:nvPr>
            <p:ph idx="3" type="title"/>
          </p:nvPr>
        </p:nvSpPr>
        <p:spPr>
          <a:xfrm>
            <a:off x="366600" y="4359693"/>
            <a:ext cx="4205400" cy="274200"/>
          </a:xfrm>
          <a:prstGeom prst="rect">
            <a:avLst/>
          </a:prstGeom>
          <a:noFill/>
          <a:ln>
            <a:noFill/>
          </a:ln>
        </p:spPr>
        <p:txBody>
          <a:bodyPr anchorCtr="0" anchor="b" bIns="91425" lIns="91425" spcFirstLastPara="1" rIns="91425" wrap="square" tIns="91425">
            <a:noAutofit/>
          </a:bodyPr>
          <a:lstStyle>
            <a:lvl1pPr lvl="0" marR="0">
              <a:lnSpc>
                <a:spcPct val="90000"/>
              </a:lnSpc>
              <a:spcBef>
                <a:spcPts val="0"/>
              </a:spcBef>
              <a:spcAft>
                <a:spcPts val="0"/>
              </a:spcAft>
              <a:buClr>
                <a:schemeClr val="dk1"/>
              </a:buClr>
              <a:buSzPts val="1400"/>
              <a:buNone/>
              <a:defRPr i="0" sz="1400" u="none" cap="none" strike="noStrike">
                <a:solidFill>
                  <a:schemeClr val="dk1"/>
                </a:solidFill>
              </a:defRPr>
            </a:lvl1pPr>
            <a:lvl2pPr lvl="1">
              <a:lnSpc>
                <a:spcPct val="105000"/>
              </a:lnSpc>
              <a:spcBef>
                <a:spcPts val="0"/>
              </a:spcBef>
              <a:spcAft>
                <a:spcPts val="0"/>
              </a:spcAft>
              <a:buSzPts val="1400"/>
              <a:buFont typeface="Arial"/>
              <a:buNone/>
              <a:defRPr sz="1800">
                <a:latin typeface="Arial"/>
                <a:ea typeface="Arial"/>
                <a:cs typeface="Arial"/>
                <a:sym typeface="Arial"/>
              </a:defRPr>
            </a:lvl2pPr>
            <a:lvl3pPr lvl="2">
              <a:lnSpc>
                <a:spcPct val="105000"/>
              </a:lnSpc>
              <a:spcBef>
                <a:spcPts val="1000"/>
              </a:spcBef>
              <a:spcAft>
                <a:spcPts val="0"/>
              </a:spcAft>
              <a:buSzPts val="1400"/>
              <a:buFont typeface="Arial"/>
              <a:buNone/>
              <a:defRPr sz="1800">
                <a:latin typeface="Arial"/>
                <a:ea typeface="Arial"/>
                <a:cs typeface="Arial"/>
                <a:sym typeface="Arial"/>
              </a:defRPr>
            </a:lvl3pPr>
            <a:lvl4pPr lvl="3">
              <a:lnSpc>
                <a:spcPct val="105000"/>
              </a:lnSpc>
              <a:spcBef>
                <a:spcPts val="1000"/>
              </a:spcBef>
              <a:spcAft>
                <a:spcPts val="0"/>
              </a:spcAft>
              <a:buSzPts val="1400"/>
              <a:buFont typeface="Arial"/>
              <a:buNone/>
              <a:defRPr sz="1800">
                <a:latin typeface="Arial"/>
                <a:ea typeface="Arial"/>
                <a:cs typeface="Arial"/>
                <a:sym typeface="Arial"/>
              </a:defRPr>
            </a:lvl4pPr>
            <a:lvl5pPr lvl="4">
              <a:lnSpc>
                <a:spcPct val="105000"/>
              </a:lnSpc>
              <a:spcBef>
                <a:spcPts val="1000"/>
              </a:spcBef>
              <a:spcAft>
                <a:spcPts val="0"/>
              </a:spcAft>
              <a:buSzPts val="1400"/>
              <a:buFont typeface="Arial"/>
              <a:buNone/>
              <a:defRPr sz="1800">
                <a:latin typeface="Arial"/>
                <a:ea typeface="Arial"/>
                <a:cs typeface="Arial"/>
                <a:sym typeface="Arial"/>
              </a:defRPr>
            </a:lvl5pPr>
            <a:lvl6pPr lvl="5">
              <a:lnSpc>
                <a:spcPct val="105000"/>
              </a:lnSpc>
              <a:spcBef>
                <a:spcPts val="1000"/>
              </a:spcBef>
              <a:spcAft>
                <a:spcPts val="0"/>
              </a:spcAft>
              <a:buSzPts val="1400"/>
              <a:buFont typeface="Arial"/>
              <a:buNone/>
              <a:defRPr sz="1800">
                <a:latin typeface="Arial"/>
                <a:ea typeface="Arial"/>
                <a:cs typeface="Arial"/>
                <a:sym typeface="Arial"/>
              </a:defRPr>
            </a:lvl6pPr>
            <a:lvl7pPr lvl="6">
              <a:lnSpc>
                <a:spcPct val="105000"/>
              </a:lnSpc>
              <a:spcBef>
                <a:spcPts val="1000"/>
              </a:spcBef>
              <a:spcAft>
                <a:spcPts val="0"/>
              </a:spcAft>
              <a:buSzPts val="1400"/>
              <a:buFont typeface="Arial"/>
              <a:buNone/>
              <a:defRPr sz="1800">
                <a:latin typeface="Arial"/>
                <a:ea typeface="Arial"/>
                <a:cs typeface="Arial"/>
                <a:sym typeface="Arial"/>
              </a:defRPr>
            </a:lvl7pPr>
            <a:lvl8pPr lvl="7">
              <a:lnSpc>
                <a:spcPct val="105000"/>
              </a:lnSpc>
              <a:spcBef>
                <a:spcPts val="1000"/>
              </a:spcBef>
              <a:spcAft>
                <a:spcPts val="0"/>
              </a:spcAft>
              <a:buSzPts val="1400"/>
              <a:buFont typeface="Arial"/>
              <a:buNone/>
              <a:defRPr sz="1800">
                <a:latin typeface="Arial"/>
                <a:ea typeface="Arial"/>
                <a:cs typeface="Arial"/>
                <a:sym typeface="Arial"/>
              </a:defRPr>
            </a:lvl8pPr>
            <a:lvl9pPr lvl="8">
              <a:lnSpc>
                <a:spcPct val="105000"/>
              </a:lnSpc>
              <a:spcBef>
                <a:spcPts val="1000"/>
              </a:spcBef>
              <a:spcAft>
                <a:spcPts val="1000"/>
              </a:spcAft>
              <a:buSzPts val="1400"/>
              <a:buFont typeface="Arial"/>
              <a:buNone/>
              <a:defRPr sz="1800">
                <a:latin typeface="Arial"/>
                <a:ea typeface="Arial"/>
                <a:cs typeface="Arial"/>
                <a:sym typeface="Arial"/>
              </a:defRPr>
            </a:lvl9pPr>
          </a:lstStyle>
          <a:p/>
        </p:txBody>
      </p:sp>
      <p:sp>
        <p:nvSpPr>
          <p:cNvPr id="1067" name="Google Shape;1067;p133"/>
          <p:cNvSpPr/>
          <p:nvPr/>
        </p:nvSpPr>
        <p:spPr>
          <a:xfrm>
            <a:off x="457200" y="548640"/>
            <a:ext cx="1828808" cy="418012"/>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3">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4.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4.xml"/><Relationship Id="rId20" Type="http://schemas.openxmlformats.org/officeDocument/2006/relationships/slideLayout" Target="../slideLayouts/slideLayout64.xml"/><Relationship Id="rId42" Type="http://schemas.openxmlformats.org/officeDocument/2006/relationships/theme" Target="../theme/theme5.xml"/><Relationship Id="rId41" Type="http://schemas.openxmlformats.org/officeDocument/2006/relationships/slideLayout" Target="../slideLayouts/slideLayout85.xml"/><Relationship Id="rId22" Type="http://schemas.openxmlformats.org/officeDocument/2006/relationships/slideLayout" Target="../slideLayouts/slideLayout66.xml"/><Relationship Id="rId21" Type="http://schemas.openxmlformats.org/officeDocument/2006/relationships/slideLayout" Target="../slideLayouts/slideLayout65.xml"/><Relationship Id="rId24" Type="http://schemas.openxmlformats.org/officeDocument/2006/relationships/slideLayout" Target="../slideLayouts/slideLayout68.xml"/><Relationship Id="rId23" Type="http://schemas.openxmlformats.org/officeDocument/2006/relationships/slideLayout" Target="../slideLayouts/slideLayout67.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26" Type="http://schemas.openxmlformats.org/officeDocument/2006/relationships/slideLayout" Target="../slideLayouts/slideLayout70.xml"/><Relationship Id="rId25" Type="http://schemas.openxmlformats.org/officeDocument/2006/relationships/slideLayout" Target="../slideLayouts/slideLayout69.xml"/><Relationship Id="rId28" Type="http://schemas.openxmlformats.org/officeDocument/2006/relationships/slideLayout" Target="../slideLayouts/slideLayout72.xml"/><Relationship Id="rId27" Type="http://schemas.openxmlformats.org/officeDocument/2006/relationships/slideLayout" Target="../slideLayouts/slideLayout71.xml"/><Relationship Id="rId5" Type="http://schemas.openxmlformats.org/officeDocument/2006/relationships/slideLayout" Target="../slideLayouts/slideLayout49.xml"/><Relationship Id="rId6" Type="http://schemas.openxmlformats.org/officeDocument/2006/relationships/slideLayout" Target="../slideLayouts/slideLayout50.xml"/><Relationship Id="rId29" Type="http://schemas.openxmlformats.org/officeDocument/2006/relationships/slideLayout" Target="../slideLayouts/slideLayout73.xml"/><Relationship Id="rId7" Type="http://schemas.openxmlformats.org/officeDocument/2006/relationships/slideLayout" Target="../slideLayouts/slideLayout51.xml"/><Relationship Id="rId8" Type="http://schemas.openxmlformats.org/officeDocument/2006/relationships/slideLayout" Target="../slideLayouts/slideLayout52.xml"/><Relationship Id="rId31" Type="http://schemas.openxmlformats.org/officeDocument/2006/relationships/slideLayout" Target="../slideLayouts/slideLayout75.xml"/><Relationship Id="rId30" Type="http://schemas.openxmlformats.org/officeDocument/2006/relationships/slideLayout" Target="../slideLayouts/slideLayout74.xml"/><Relationship Id="rId11" Type="http://schemas.openxmlformats.org/officeDocument/2006/relationships/slideLayout" Target="../slideLayouts/slideLayout55.xml"/><Relationship Id="rId33" Type="http://schemas.openxmlformats.org/officeDocument/2006/relationships/slideLayout" Target="../slideLayouts/slideLayout77.xml"/><Relationship Id="rId10" Type="http://schemas.openxmlformats.org/officeDocument/2006/relationships/slideLayout" Target="../slideLayouts/slideLayout54.xml"/><Relationship Id="rId32" Type="http://schemas.openxmlformats.org/officeDocument/2006/relationships/slideLayout" Target="../slideLayouts/slideLayout76.xml"/><Relationship Id="rId13" Type="http://schemas.openxmlformats.org/officeDocument/2006/relationships/slideLayout" Target="../slideLayouts/slideLayout57.xml"/><Relationship Id="rId35" Type="http://schemas.openxmlformats.org/officeDocument/2006/relationships/slideLayout" Target="../slideLayouts/slideLayout79.xml"/><Relationship Id="rId12" Type="http://schemas.openxmlformats.org/officeDocument/2006/relationships/slideLayout" Target="../slideLayouts/slideLayout56.xml"/><Relationship Id="rId34" Type="http://schemas.openxmlformats.org/officeDocument/2006/relationships/slideLayout" Target="../slideLayouts/slideLayout78.xml"/><Relationship Id="rId15" Type="http://schemas.openxmlformats.org/officeDocument/2006/relationships/slideLayout" Target="../slideLayouts/slideLayout59.xml"/><Relationship Id="rId37" Type="http://schemas.openxmlformats.org/officeDocument/2006/relationships/slideLayout" Target="../slideLayouts/slideLayout81.xml"/><Relationship Id="rId14" Type="http://schemas.openxmlformats.org/officeDocument/2006/relationships/slideLayout" Target="../slideLayouts/slideLayout58.xml"/><Relationship Id="rId36" Type="http://schemas.openxmlformats.org/officeDocument/2006/relationships/slideLayout" Target="../slideLayouts/slideLayout80.xml"/><Relationship Id="rId17" Type="http://schemas.openxmlformats.org/officeDocument/2006/relationships/slideLayout" Target="../slideLayouts/slideLayout61.xml"/><Relationship Id="rId39" Type="http://schemas.openxmlformats.org/officeDocument/2006/relationships/slideLayout" Target="../slideLayouts/slideLayout83.xml"/><Relationship Id="rId16" Type="http://schemas.openxmlformats.org/officeDocument/2006/relationships/slideLayout" Target="../slideLayouts/slideLayout60.xml"/><Relationship Id="rId38" Type="http://schemas.openxmlformats.org/officeDocument/2006/relationships/slideLayout" Target="../slideLayouts/slideLayout82.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26.xml"/><Relationship Id="rId20" Type="http://schemas.openxmlformats.org/officeDocument/2006/relationships/slideLayout" Target="../slideLayouts/slideLayout106.xml"/><Relationship Id="rId42" Type="http://schemas.openxmlformats.org/officeDocument/2006/relationships/slideLayout" Target="../slideLayouts/slideLayout128.xml"/><Relationship Id="rId41" Type="http://schemas.openxmlformats.org/officeDocument/2006/relationships/slideLayout" Target="../slideLayouts/slideLayout127.xml"/><Relationship Id="rId22" Type="http://schemas.openxmlformats.org/officeDocument/2006/relationships/slideLayout" Target="../slideLayouts/slideLayout108.xml"/><Relationship Id="rId44" Type="http://schemas.openxmlformats.org/officeDocument/2006/relationships/theme" Target="../theme/theme3.xml"/><Relationship Id="rId21" Type="http://schemas.openxmlformats.org/officeDocument/2006/relationships/slideLayout" Target="../slideLayouts/slideLayout107.xml"/><Relationship Id="rId43" Type="http://schemas.openxmlformats.org/officeDocument/2006/relationships/slideLayout" Target="../slideLayouts/slideLayout129.xml"/><Relationship Id="rId24" Type="http://schemas.openxmlformats.org/officeDocument/2006/relationships/slideLayout" Target="../slideLayouts/slideLayout110.xml"/><Relationship Id="rId23" Type="http://schemas.openxmlformats.org/officeDocument/2006/relationships/slideLayout" Target="../slideLayouts/slideLayout109.xml"/><Relationship Id="rId1" Type="http://schemas.openxmlformats.org/officeDocument/2006/relationships/slideLayout" Target="../slideLayouts/slideLayout87.xml"/><Relationship Id="rId2" Type="http://schemas.openxmlformats.org/officeDocument/2006/relationships/slideLayout" Target="../slideLayouts/slideLayout88.xml"/><Relationship Id="rId3" Type="http://schemas.openxmlformats.org/officeDocument/2006/relationships/slideLayout" Target="../slideLayouts/slideLayout89.xml"/><Relationship Id="rId4" Type="http://schemas.openxmlformats.org/officeDocument/2006/relationships/slideLayout" Target="../slideLayouts/slideLayout90.xml"/><Relationship Id="rId9" Type="http://schemas.openxmlformats.org/officeDocument/2006/relationships/slideLayout" Target="../slideLayouts/slideLayout95.xml"/><Relationship Id="rId26" Type="http://schemas.openxmlformats.org/officeDocument/2006/relationships/slideLayout" Target="../slideLayouts/slideLayout112.xml"/><Relationship Id="rId25" Type="http://schemas.openxmlformats.org/officeDocument/2006/relationships/slideLayout" Target="../slideLayouts/slideLayout111.xml"/><Relationship Id="rId28" Type="http://schemas.openxmlformats.org/officeDocument/2006/relationships/slideLayout" Target="../slideLayouts/slideLayout114.xml"/><Relationship Id="rId27" Type="http://schemas.openxmlformats.org/officeDocument/2006/relationships/slideLayout" Target="../slideLayouts/slideLayout113.xml"/><Relationship Id="rId5" Type="http://schemas.openxmlformats.org/officeDocument/2006/relationships/slideLayout" Target="../slideLayouts/slideLayout91.xml"/><Relationship Id="rId6" Type="http://schemas.openxmlformats.org/officeDocument/2006/relationships/slideLayout" Target="../slideLayouts/slideLayout92.xml"/><Relationship Id="rId29" Type="http://schemas.openxmlformats.org/officeDocument/2006/relationships/slideLayout" Target="../slideLayouts/slideLayout115.xml"/><Relationship Id="rId7" Type="http://schemas.openxmlformats.org/officeDocument/2006/relationships/slideLayout" Target="../slideLayouts/slideLayout93.xml"/><Relationship Id="rId8" Type="http://schemas.openxmlformats.org/officeDocument/2006/relationships/slideLayout" Target="../slideLayouts/slideLayout94.xml"/><Relationship Id="rId31" Type="http://schemas.openxmlformats.org/officeDocument/2006/relationships/slideLayout" Target="../slideLayouts/slideLayout117.xml"/><Relationship Id="rId30" Type="http://schemas.openxmlformats.org/officeDocument/2006/relationships/slideLayout" Target="../slideLayouts/slideLayout116.xml"/><Relationship Id="rId11" Type="http://schemas.openxmlformats.org/officeDocument/2006/relationships/slideLayout" Target="../slideLayouts/slideLayout97.xml"/><Relationship Id="rId33" Type="http://schemas.openxmlformats.org/officeDocument/2006/relationships/slideLayout" Target="../slideLayouts/slideLayout119.xml"/><Relationship Id="rId10" Type="http://schemas.openxmlformats.org/officeDocument/2006/relationships/slideLayout" Target="../slideLayouts/slideLayout96.xml"/><Relationship Id="rId32" Type="http://schemas.openxmlformats.org/officeDocument/2006/relationships/slideLayout" Target="../slideLayouts/slideLayout118.xml"/><Relationship Id="rId13" Type="http://schemas.openxmlformats.org/officeDocument/2006/relationships/slideLayout" Target="../slideLayouts/slideLayout99.xml"/><Relationship Id="rId35" Type="http://schemas.openxmlformats.org/officeDocument/2006/relationships/slideLayout" Target="../slideLayouts/slideLayout121.xml"/><Relationship Id="rId12" Type="http://schemas.openxmlformats.org/officeDocument/2006/relationships/slideLayout" Target="../slideLayouts/slideLayout98.xml"/><Relationship Id="rId34" Type="http://schemas.openxmlformats.org/officeDocument/2006/relationships/slideLayout" Target="../slideLayouts/slideLayout120.xml"/><Relationship Id="rId15" Type="http://schemas.openxmlformats.org/officeDocument/2006/relationships/slideLayout" Target="../slideLayouts/slideLayout101.xml"/><Relationship Id="rId37" Type="http://schemas.openxmlformats.org/officeDocument/2006/relationships/slideLayout" Target="../slideLayouts/slideLayout123.xml"/><Relationship Id="rId14" Type="http://schemas.openxmlformats.org/officeDocument/2006/relationships/slideLayout" Target="../slideLayouts/slideLayout100.xml"/><Relationship Id="rId36" Type="http://schemas.openxmlformats.org/officeDocument/2006/relationships/slideLayout" Target="../slideLayouts/slideLayout122.xml"/><Relationship Id="rId17" Type="http://schemas.openxmlformats.org/officeDocument/2006/relationships/slideLayout" Target="../slideLayouts/slideLayout103.xml"/><Relationship Id="rId39" Type="http://schemas.openxmlformats.org/officeDocument/2006/relationships/slideLayout" Target="../slideLayouts/slideLayout125.xml"/><Relationship Id="rId16" Type="http://schemas.openxmlformats.org/officeDocument/2006/relationships/slideLayout" Target="../slideLayouts/slideLayout102.xml"/><Relationship Id="rId38" Type="http://schemas.openxmlformats.org/officeDocument/2006/relationships/slideLayout" Target="../slideLayouts/slideLayout124.xml"/><Relationship Id="rId19" Type="http://schemas.openxmlformats.org/officeDocument/2006/relationships/slideLayout" Target="../slideLayouts/slideLayout105.xml"/><Relationship Id="rId18"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nSpc>
                <a:spcPct val="105000"/>
              </a:lnSpc>
              <a:spcBef>
                <a:spcPts val="0"/>
              </a:spcBef>
              <a:spcAft>
                <a:spcPts val="0"/>
              </a:spcAft>
              <a:buClr>
                <a:schemeClr val="dk1"/>
              </a:buClr>
              <a:buSzPts val="2600"/>
              <a:buNone/>
              <a:defRPr b="1" i="0" sz="2600" u="none" cap="none" strike="noStrike">
                <a:solidFill>
                  <a:schemeClr val="dk1"/>
                </a:solidFill>
              </a:defRPr>
            </a:lvl1pPr>
            <a:lvl2pPr lvl="1" rtl="0">
              <a:lnSpc>
                <a:spcPct val="105000"/>
              </a:lnSpc>
              <a:spcBef>
                <a:spcPts val="100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7" name="Google Shape;7;p1"/>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rtl="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rtl="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rtl="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rtl="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rtl="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rtl="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rtl="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rtl="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8" name="Google Shape;8;p1"/>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 name="Shape 365"/>
        <p:cNvGrpSpPr/>
        <p:nvPr/>
      </p:nvGrpSpPr>
      <p:grpSpPr>
        <a:xfrm>
          <a:off x="0" y="0"/>
          <a:ext cx="0" cy="0"/>
          <a:chOff x="0" y="0"/>
          <a:chExt cx="0" cy="0"/>
        </a:xfrm>
      </p:grpSpPr>
      <p:sp>
        <p:nvSpPr>
          <p:cNvPr id="366" name="Google Shape;366;p46"/>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nSpc>
                <a:spcPct val="105000"/>
              </a:lnSpc>
              <a:spcBef>
                <a:spcPts val="0"/>
              </a:spcBef>
              <a:spcAft>
                <a:spcPts val="0"/>
              </a:spcAft>
              <a:buClr>
                <a:schemeClr val="dk1"/>
              </a:buClr>
              <a:buSzPts val="2600"/>
              <a:buNone/>
              <a:defRPr b="1" i="0" sz="2600" u="none" cap="none" strike="noStrike">
                <a:solidFill>
                  <a:schemeClr val="dk1"/>
                </a:solidFill>
              </a:defRPr>
            </a:lvl1pPr>
            <a:lvl2pPr lvl="1" rtl="0">
              <a:lnSpc>
                <a:spcPct val="105000"/>
              </a:lnSpc>
              <a:spcBef>
                <a:spcPts val="100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367" name="Google Shape;367;p46"/>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rtl="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rtl="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rtl="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rtl="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rtl="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rtl="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rtl="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rtl="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368" name="Google Shape;368;p46"/>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3" name="Shape 703"/>
        <p:cNvGrpSpPr/>
        <p:nvPr/>
      </p:nvGrpSpPr>
      <p:grpSpPr>
        <a:xfrm>
          <a:off x="0" y="0"/>
          <a:ext cx="0" cy="0"/>
          <a:chOff x="0" y="0"/>
          <a:chExt cx="0" cy="0"/>
        </a:xfrm>
      </p:grpSpPr>
      <p:sp>
        <p:nvSpPr>
          <p:cNvPr id="704" name="Google Shape;704;p88"/>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a:lnSpc>
                <a:spcPct val="105000"/>
              </a:lnSpc>
              <a:spcBef>
                <a:spcPts val="0"/>
              </a:spcBef>
              <a:spcAft>
                <a:spcPts val="0"/>
              </a:spcAft>
              <a:buClr>
                <a:schemeClr val="dk1"/>
              </a:buClr>
              <a:buSzPts val="2600"/>
              <a:buNone/>
              <a:defRPr b="1" i="0" sz="2600" u="none" cap="none" strike="noStrike">
                <a:solidFill>
                  <a:schemeClr val="dk1"/>
                </a:solidFill>
              </a:defRPr>
            </a:lvl1pPr>
            <a:lvl2pPr lvl="1">
              <a:lnSpc>
                <a:spcPct val="105000"/>
              </a:lnSpc>
              <a:spcBef>
                <a:spcPts val="1000"/>
              </a:spcBef>
              <a:spcAft>
                <a:spcPts val="0"/>
              </a:spcAft>
              <a:buSzPts val="1400"/>
              <a:buFont typeface="Montserrat"/>
              <a:buNone/>
              <a:defRPr b="1" sz="1800">
                <a:latin typeface="Montserrat"/>
                <a:ea typeface="Montserrat"/>
                <a:cs typeface="Montserrat"/>
                <a:sym typeface="Montserrat"/>
              </a:defRPr>
            </a:lvl2pPr>
            <a:lvl3pPr lvl="2">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705" name="Google Shape;705;p88"/>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706" name="Google Shape;706;p88"/>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707" name="Google Shape;707;p88"/>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2026 </a:t>
            </a:r>
            <a:r>
              <a:rPr b="0" i="0" lang="en" sz="600">
                <a:solidFill>
                  <a:srgbClr val="929292"/>
                </a:solidFill>
                <a:latin typeface="Arial"/>
                <a:ea typeface="Arial"/>
                <a:cs typeface="Arial"/>
                <a:sym typeface="Arial"/>
              </a:rPr>
              <a:t>Snowflake Inc. All Rights Reserved</a:t>
            </a:r>
            <a:endParaRPr sz="600">
              <a:solidFill>
                <a:srgbClr val="92929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3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6" name="Shape 716"/>
        <p:cNvGrpSpPr/>
        <p:nvPr/>
      </p:nvGrpSpPr>
      <p:grpSpPr>
        <a:xfrm>
          <a:off x="0" y="0"/>
          <a:ext cx="0" cy="0"/>
          <a:chOff x="0" y="0"/>
          <a:chExt cx="0" cy="0"/>
        </a:xfrm>
      </p:grpSpPr>
      <p:sp>
        <p:nvSpPr>
          <p:cNvPr id="717" name="Google Shape;717;p90"/>
          <p:cNvSpPr txBox="1"/>
          <p:nvPr>
            <p:ph type="title"/>
          </p:nvPr>
        </p:nvSpPr>
        <p:spPr>
          <a:xfrm>
            <a:off x="366550" y="228600"/>
            <a:ext cx="8320200" cy="685800"/>
          </a:xfrm>
          <a:prstGeom prst="rect">
            <a:avLst/>
          </a:prstGeom>
          <a:noFill/>
          <a:ln>
            <a:noFill/>
          </a:ln>
        </p:spPr>
        <p:txBody>
          <a:bodyPr anchorCtr="0" anchor="t" bIns="91425" lIns="91425" spcFirstLastPara="1" rIns="91425" wrap="square" tIns="91425">
            <a:spAutoFit/>
          </a:bodyPr>
          <a:lstStyle>
            <a:lvl1pPr lvl="0" marR="0" rtl="0">
              <a:lnSpc>
                <a:spcPct val="105000"/>
              </a:lnSpc>
              <a:spcBef>
                <a:spcPts val="0"/>
              </a:spcBef>
              <a:spcAft>
                <a:spcPts val="0"/>
              </a:spcAft>
              <a:buClr>
                <a:schemeClr val="dk1"/>
              </a:buClr>
              <a:buSzPts val="2600"/>
              <a:buNone/>
              <a:defRPr b="1" i="0" sz="2600" u="none" cap="none" strike="noStrike">
                <a:solidFill>
                  <a:schemeClr val="dk1"/>
                </a:solidFill>
              </a:defRPr>
            </a:lvl1pPr>
            <a:lvl2pPr lvl="1" rtl="0">
              <a:lnSpc>
                <a:spcPct val="105000"/>
              </a:lnSpc>
              <a:spcBef>
                <a:spcPts val="1000"/>
              </a:spcBef>
              <a:spcAft>
                <a:spcPts val="0"/>
              </a:spcAft>
              <a:buSzPts val="1400"/>
              <a:buFont typeface="Montserrat"/>
              <a:buNone/>
              <a:defRPr b="1" sz="1800">
                <a:latin typeface="Montserrat"/>
                <a:ea typeface="Montserrat"/>
                <a:cs typeface="Montserrat"/>
                <a:sym typeface="Montserrat"/>
              </a:defRPr>
            </a:lvl2pPr>
            <a:lvl3pPr lvl="2" rtl="0">
              <a:lnSpc>
                <a:spcPct val="105000"/>
              </a:lnSpc>
              <a:spcBef>
                <a:spcPts val="1000"/>
              </a:spcBef>
              <a:spcAft>
                <a:spcPts val="0"/>
              </a:spcAft>
              <a:buSzPts val="1400"/>
              <a:buFont typeface="Montserrat"/>
              <a:buNone/>
              <a:defRPr b="1" sz="1800">
                <a:latin typeface="Montserrat"/>
                <a:ea typeface="Montserrat"/>
                <a:cs typeface="Montserrat"/>
                <a:sym typeface="Montserrat"/>
              </a:defRPr>
            </a:lvl3pPr>
            <a:lvl4pPr lvl="3" rtl="0">
              <a:lnSpc>
                <a:spcPct val="105000"/>
              </a:lnSpc>
              <a:spcBef>
                <a:spcPts val="1000"/>
              </a:spcBef>
              <a:spcAft>
                <a:spcPts val="0"/>
              </a:spcAft>
              <a:buSzPts val="1400"/>
              <a:buFont typeface="Montserrat"/>
              <a:buNone/>
              <a:defRPr b="1" sz="1800">
                <a:latin typeface="Montserrat"/>
                <a:ea typeface="Montserrat"/>
                <a:cs typeface="Montserrat"/>
                <a:sym typeface="Montserrat"/>
              </a:defRPr>
            </a:lvl4pPr>
            <a:lvl5pPr lvl="4" rtl="0">
              <a:lnSpc>
                <a:spcPct val="105000"/>
              </a:lnSpc>
              <a:spcBef>
                <a:spcPts val="1000"/>
              </a:spcBef>
              <a:spcAft>
                <a:spcPts val="0"/>
              </a:spcAft>
              <a:buSzPts val="1400"/>
              <a:buFont typeface="Montserrat"/>
              <a:buNone/>
              <a:defRPr b="1" sz="1800">
                <a:latin typeface="Montserrat"/>
                <a:ea typeface="Montserrat"/>
                <a:cs typeface="Montserrat"/>
                <a:sym typeface="Montserrat"/>
              </a:defRPr>
            </a:lvl5pPr>
            <a:lvl6pPr lvl="5" rtl="0">
              <a:lnSpc>
                <a:spcPct val="105000"/>
              </a:lnSpc>
              <a:spcBef>
                <a:spcPts val="1000"/>
              </a:spcBef>
              <a:spcAft>
                <a:spcPts val="0"/>
              </a:spcAft>
              <a:buSzPts val="1400"/>
              <a:buFont typeface="Montserrat"/>
              <a:buNone/>
              <a:defRPr b="1" sz="1800">
                <a:latin typeface="Montserrat"/>
                <a:ea typeface="Montserrat"/>
                <a:cs typeface="Montserrat"/>
                <a:sym typeface="Montserrat"/>
              </a:defRPr>
            </a:lvl6pPr>
            <a:lvl7pPr lvl="6" rtl="0">
              <a:lnSpc>
                <a:spcPct val="105000"/>
              </a:lnSpc>
              <a:spcBef>
                <a:spcPts val="1000"/>
              </a:spcBef>
              <a:spcAft>
                <a:spcPts val="0"/>
              </a:spcAft>
              <a:buSzPts val="1400"/>
              <a:buFont typeface="Montserrat"/>
              <a:buNone/>
              <a:defRPr b="1" sz="1800">
                <a:latin typeface="Montserrat"/>
                <a:ea typeface="Montserrat"/>
                <a:cs typeface="Montserrat"/>
                <a:sym typeface="Montserrat"/>
              </a:defRPr>
            </a:lvl7pPr>
            <a:lvl8pPr lvl="7" rtl="0">
              <a:lnSpc>
                <a:spcPct val="105000"/>
              </a:lnSpc>
              <a:spcBef>
                <a:spcPts val="1000"/>
              </a:spcBef>
              <a:spcAft>
                <a:spcPts val="0"/>
              </a:spcAft>
              <a:buSzPts val="1400"/>
              <a:buFont typeface="Montserrat"/>
              <a:buNone/>
              <a:defRPr b="1" sz="1800">
                <a:latin typeface="Montserrat"/>
                <a:ea typeface="Montserrat"/>
                <a:cs typeface="Montserrat"/>
                <a:sym typeface="Montserrat"/>
              </a:defRPr>
            </a:lvl8pPr>
            <a:lvl9pPr lvl="8" rtl="0">
              <a:lnSpc>
                <a:spcPct val="105000"/>
              </a:lnSpc>
              <a:spcBef>
                <a:spcPts val="1000"/>
              </a:spcBef>
              <a:spcAft>
                <a:spcPts val="1000"/>
              </a:spcAft>
              <a:buSzPts val="1400"/>
              <a:buFont typeface="Montserrat"/>
              <a:buNone/>
              <a:defRPr b="1" sz="1800">
                <a:latin typeface="Montserrat"/>
                <a:ea typeface="Montserrat"/>
                <a:cs typeface="Montserrat"/>
                <a:sym typeface="Montserrat"/>
              </a:defRPr>
            </a:lvl9pPr>
          </a:lstStyle>
          <a:p/>
        </p:txBody>
      </p:sp>
      <p:sp>
        <p:nvSpPr>
          <p:cNvPr id="718" name="Google Shape;718;p90"/>
          <p:cNvSpPr txBox="1"/>
          <p:nvPr>
            <p:ph idx="1" type="body"/>
          </p:nvPr>
        </p:nvSpPr>
        <p:spPr>
          <a:xfrm>
            <a:off x="365750" y="1280150"/>
            <a:ext cx="8320200" cy="3406200"/>
          </a:xfrm>
          <a:prstGeom prst="rect">
            <a:avLst/>
          </a:prstGeom>
          <a:noFill/>
          <a:ln>
            <a:noFill/>
          </a:ln>
        </p:spPr>
        <p:txBody>
          <a:bodyPr anchorCtr="0" anchor="t" bIns="91425" lIns="91425" spcFirstLastPara="1" rIns="91425" wrap="square" tIns="91425">
            <a:spAutoFit/>
          </a:bodyPr>
          <a:lstStyle>
            <a:lvl1pPr indent="-342900" lvl="0" marL="457200" marR="0" rtl="0" algn="l">
              <a:lnSpc>
                <a:spcPct val="115000"/>
              </a:lnSpc>
              <a:spcBef>
                <a:spcPts val="0"/>
              </a:spcBef>
              <a:spcAft>
                <a:spcPts val="0"/>
              </a:spcAft>
              <a:buClr>
                <a:schemeClr val="accent1"/>
              </a:buClr>
              <a:buSzPts val="1800"/>
              <a:buChar char="•"/>
              <a:defRPr i="0" sz="1800" u="none" cap="none" strike="noStrike">
                <a:solidFill>
                  <a:srgbClr val="5B5B5B"/>
                </a:solidFill>
              </a:defRPr>
            </a:lvl1pPr>
            <a:lvl2pPr indent="-342900" lvl="1" marL="914400" marR="0" rtl="0" algn="l">
              <a:lnSpc>
                <a:spcPct val="115000"/>
              </a:lnSpc>
              <a:spcBef>
                <a:spcPts val="1000"/>
              </a:spcBef>
              <a:spcAft>
                <a:spcPts val="0"/>
              </a:spcAft>
              <a:buClr>
                <a:schemeClr val="accent1"/>
              </a:buClr>
              <a:buSzPts val="1800"/>
              <a:buChar char="•"/>
              <a:defRPr i="0" sz="1800" u="none" cap="none" strike="noStrike">
                <a:solidFill>
                  <a:srgbClr val="5B5B5B"/>
                </a:solidFill>
              </a:defRPr>
            </a:lvl2pPr>
            <a:lvl3pPr indent="-317500" lvl="2" marL="1371600" marR="0" rtl="0" algn="l">
              <a:lnSpc>
                <a:spcPct val="115000"/>
              </a:lnSpc>
              <a:spcBef>
                <a:spcPts val="1000"/>
              </a:spcBef>
              <a:spcAft>
                <a:spcPts val="0"/>
              </a:spcAft>
              <a:buClr>
                <a:schemeClr val="accent1"/>
              </a:buClr>
              <a:buSzPts val="1400"/>
              <a:buChar char="•"/>
              <a:defRPr i="0" u="none" cap="none" strike="noStrike">
                <a:solidFill>
                  <a:srgbClr val="5B5B5B"/>
                </a:solidFill>
              </a:defRPr>
            </a:lvl3pPr>
            <a:lvl4pPr indent="-317500" lvl="3" marL="1828800" marR="0" rtl="0" algn="l">
              <a:lnSpc>
                <a:spcPct val="115000"/>
              </a:lnSpc>
              <a:spcBef>
                <a:spcPts val="1000"/>
              </a:spcBef>
              <a:spcAft>
                <a:spcPts val="0"/>
              </a:spcAft>
              <a:buClr>
                <a:schemeClr val="accent1"/>
              </a:buClr>
              <a:buSzPts val="1400"/>
              <a:buChar char="•"/>
              <a:defRPr i="0" u="none" cap="none" strike="noStrike">
                <a:solidFill>
                  <a:srgbClr val="5B5B5B"/>
                </a:solidFill>
              </a:defRPr>
            </a:lvl4pPr>
            <a:lvl5pPr indent="-317500" lvl="4" marL="2286000" marR="0" rtl="0" algn="l">
              <a:lnSpc>
                <a:spcPct val="115000"/>
              </a:lnSpc>
              <a:spcBef>
                <a:spcPts val="1000"/>
              </a:spcBef>
              <a:spcAft>
                <a:spcPts val="0"/>
              </a:spcAft>
              <a:buClr>
                <a:schemeClr val="accent1"/>
              </a:buClr>
              <a:buSzPts val="1400"/>
              <a:buChar char="•"/>
              <a:defRPr i="0" u="none" cap="none" strike="noStrike">
                <a:solidFill>
                  <a:srgbClr val="5B5B5B"/>
                </a:solidFill>
              </a:defRPr>
            </a:lvl5pPr>
            <a:lvl6pPr indent="-317500" lvl="5" marL="2743200" marR="0" rtl="0" algn="l">
              <a:lnSpc>
                <a:spcPct val="115000"/>
              </a:lnSpc>
              <a:spcBef>
                <a:spcPts val="1000"/>
              </a:spcBef>
              <a:spcAft>
                <a:spcPts val="0"/>
              </a:spcAft>
              <a:buClr>
                <a:schemeClr val="accent1"/>
              </a:buClr>
              <a:buSzPts val="1400"/>
              <a:buChar char="•"/>
              <a:defRPr i="0" u="none" cap="none" strike="noStrike">
                <a:solidFill>
                  <a:srgbClr val="5B5B5B"/>
                </a:solidFill>
              </a:defRPr>
            </a:lvl6pPr>
            <a:lvl7pPr indent="-317500" lvl="6" marL="3200400" marR="0" rtl="0" algn="l">
              <a:lnSpc>
                <a:spcPct val="115000"/>
              </a:lnSpc>
              <a:spcBef>
                <a:spcPts val="1000"/>
              </a:spcBef>
              <a:spcAft>
                <a:spcPts val="0"/>
              </a:spcAft>
              <a:buClr>
                <a:schemeClr val="accent1"/>
              </a:buClr>
              <a:buSzPts val="1400"/>
              <a:buChar char="•"/>
              <a:defRPr i="0" u="none" cap="none" strike="noStrike">
                <a:solidFill>
                  <a:srgbClr val="5B5B5B"/>
                </a:solidFill>
              </a:defRPr>
            </a:lvl7pPr>
            <a:lvl8pPr indent="-317500" lvl="7" marL="3657600" marR="0" rtl="0" algn="l">
              <a:lnSpc>
                <a:spcPct val="115000"/>
              </a:lnSpc>
              <a:spcBef>
                <a:spcPts val="1000"/>
              </a:spcBef>
              <a:spcAft>
                <a:spcPts val="0"/>
              </a:spcAft>
              <a:buClr>
                <a:schemeClr val="accent1"/>
              </a:buClr>
              <a:buSzPts val="1400"/>
              <a:buChar char="•"/>
              <a:defRPr i="0" u="none" cap="none" strike="noStrike">
                <a:solidFill>
                  <a:srgbClr val="5B5B5B"/>
                </a:solidFill>
              </a:defRPr>
            </a:lvl8pPr>
            <a:lvl9pPr indent="-317500" lvl="8" marL="4114800" marR="0" rtl="0" algn="l">
              <a:lnSpc>
                <a:spcPct val="115000"/>
              </a:lnSpc>
              <a:spcBef>
                <a:spcPts val="1000"/>
              </a:spcBef>
              <a:spcAft>
                <a:spcPts val="1000"/>
              </a:spcAft>
              <a:buClr>
                <a:schemeClr val="accent1"/>
              </a:buClr>
              <a:buSzPts val="1400"/>
              <a:buChar char="•"/>
              <a:defRPr i="0" u="none" cap="none" strike="noStrike">
                <a:solidFill>
                  <a:srgbClr val="5B5B5B"/>
                </a:solidFill>
              </a:defRPr>
            </a:lvl9pPr>
          </a:lstStyle>
          <a:p/>
        </p:txBody>
      </p:sp>
      <p:sp>
        <p:nvSpPr>
          <p:cNvPr id="719" name="Google Shape;719;p90"/>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rtl="0" algn="r">
              <a:spcBef>
                <a:spcPts val="0"/>
              </a:spcBef>
              <a:buNone/>
              <a:defRPr i="0" sz="600">
                <a:solidFill>
                  <a:srgbClr val="929292"/>
                </a:solidFill>
              </a:defRPr>
            </a:lvl1pPr>
            <a:lvl2pPr indent="0" lvl="1" marL="0" marR="0" rtl="0" algn="r">
              <a:spcBef>
                <a:spcPts val="0"/>
              </a:spcBef>
              <a:buNone/>
              <a:defRPr i="0" sz="600">
                <a:solidFill>
                  <a:srgbClr val="929292"/>
                </a:solidFill>
              </a:defRPr>
            </a:lvl2pPr>
            <a:lvl3pPr indent="0" lvl="2" marL="0" marR="0" rtl="0" algn="r">
              <a:spcBef>
                <a:spcPts val="0"/>
              </a:spcBef>
              <a:buNone/>
              <a:defRPr i="0" sz="600">
                <a:solidFill>
                  <a:srgbClr val="929292"/>
                </a:solidFill>
              </a:defRPr>
            </a:lvl3pPr>
            <a:lvl4pPr indent="0" lvl="3" marL="0" marR="0" rtl="0" algn="r">
              <a:spcBef>
                <a:spcPts val="0"/>
              </a:spcBef>
              <a:buNone/>
              <a:defRPr i="0" sz="600">
                <a:solidFill>
                  <a:srgbClr val="929292"/>
                </a:solidFill>
              </a:defRPr>
            </a:lvl4pPr>
            <a:lvl5pPr indent="0" lvl="4" marL="0" marR="0" rtl="0" algn="r">
              <a:spcBef>
                <a:spcPts val="0"/>
              </a:spcBef>
              <a:buNone/>
              <a:defRPr i="0" sz="600">
                <a:solidFill>
                  <a:srgbClr val="929292"/>
                </a:solidFill>
              </a:defRPr>
            </a:lvl5pPr>
            <a:lvl6pPr indent="0" lvl="5" marL="0" marR="0" rtl="0" algn="r">
              <a:spcBef>
                <a:spcPts val="0"/>
              </a:spcBef>
              <a:buNone/>
              <a:defRPr i="0" sz="600">
                <a:solidFill>
                  <a:srgbClr val="929292"/>
                </a:solidFill>
              </a:defRPr>
            </a:lvl6pPr>
            <a:lvl7pPr indent="0" lvl="6" marL="0" marR="0" rtl="0" algn="r">
              <a:spcBef>
                <a:spcPts val="0"/>
              </a:spcBef>
              <a:buNone/>
              <a:defRPr i="0" sz="600">
                <a:solidFill>
                  <a:srgbClr val="929292"/>
                </a:solidFill>
              </a:defRPr>
            </a:lvl7pPr>
            <a:lvl8pPr indent="0" lvl="7" marL="0" marR="0" rtl="0" algn="r">
              <a:spcBef>
                <a:spcPts val="0"/>
              </a:spcBef>
              <a:buNone/>
              <a:defRPr i="0" sz="600">
                <a:solidFill>
                  <a:srgbClr val="929292"/>
                </a:solidFill>
              </a:defRPr>
            </a:lvl8pPr>
            <a:lvl9pPr indent="0" lvl="8" marL="0" marR="0" rtl="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403">
          <p15:clr>
            <a:srgbClr val="F26B43"/>
          </p15:clr>
        </p15:guide>
        <p15:guide id="3" orient="horz" pos="1620">
          <p15:clr>
            <a:srgbClr val="EA4335"/>
          </p15:clr>
        </p15:guide>
        <p15:guide id="4" orient="horz" pos="2952">
          <p15:clr>
            <a:srgbClr val="F26B43"/>
          </p15:clr>
        </p15:guide>
        <p15:guide id="5" pos="288">
          <p15:clr>
            <a:srgbClr val="EA4335"/>
          </p15:clr>
        </p15:guide>
        <p15:guide id="6" pos="5472">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8.xml"/><Relationship Id="rId3" Type="http://schemas.openxmlformats.org/officeDocument/2006/relationships/hyperlink" Target="https://community.sap.com/t5/technology-blog-posts-by-sap/sap-business-data-cloud-series-part-1-introduction-to-data-products/ba-p/14142919" TargetMode="Externa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hyperlink" Target="https://community.sap.com/t5/technology-blog-posts-by-sap/sap-business-data-cloud-series-part-2-extend-sap-s-4hana-managed-data/ba-p/14174030" TargetMode="Externa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0.xml"/><Relationship Id="rId3" Type="http://schemas.openxmlformats.org/officeDocument/2006/relationships/hyperlink" Target="https://community.sap.com/t5/technology-blog-posts-by-sap/sap-business-data-cloud-series-part-3-customer-managed-or-custom-data/ba-p/14195545" TargetMode="Externa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0.xml"/><Relationship Id="rId3" Type="http://schemas.openxmlformats.org/officeDocument/2006/relationships/hyperlink" Target="https://me.sap.com/notes/2890171/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1.xml"/><Relationship Id="rId3" Type="http://schemas.openxmlformats.org/officeDocument/2006/relationships/hyperlink" Target="http://api.sap.co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34"/>
          <p:cNvSpPr txBox="1"/>
          <p:nvPr>
            <p:ph type="title"/>
          </p:nvPr>
        </p:nvSpPr>
        <p:spPr>
          <a:xfrm>
            <a:off x="366600" y="1196267"/>
            <a:ext cx="7408800" cy="192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1"/>
                </a:solidFill>
              </a:rPr>
              <a:t>DEEP DIVE</a:t>
            </a:r>
            <a:r>
              <a:rPr lang="en">
                <a:solidFill>
                  <a:schemeClr val="lt1"/>
                </a:solidFill>
              </a:rPr>
              <a:t>:</a:t>
            </a:r>
            <a:r>
              <a:rPr lang="en"/>
              <a:t> </a:t>
            </a:r>
            <a:endParaRPr/>
          </a:p>
          <a:p>
            <a:pPr indent="0" lvl="0" marL="0" rtl="0" algn="l">
              <a:spcBef>
                <a:spcPts val="0"/>
              </a:spcBef>
              <a:spcAft>
                <a:spcPts val="0"/>
              </a:spcAft>
              <a:buNone/>
            </a:pPr>
            <a:r>
              <a:rPr lang="en"/>
              <a:t>SAP BDC With Snowflake</a:t>
            </a:r>
            <a:endParaRPr/>
          </a:p>
        </p:txBody>
      </p:sp>
      <p:sp>
        <p:nvSpPr>
          <p:cNvPr id="1073" name="Google Shape;1073;p134"/>
          <p:cNvSpPr txBox="1"/>
          <p:nvPr>
            <p:ph idx="3" type="title"/>
          </p:nvPr>
        </p:nvSpPr>
        <p:spPr>
          <a:xfrm>
            <a:off x="366600" y="4359693"/>
            <a:ext cx="4205400" cy="27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May 2026</a:t>
            </a:r>
            <a:endParaRPr/>
          </a:p>
        </p:txBody>
      </p:sp>
      <p:pic>
        <p:nvPicPr>
          <p:cNvPr id="1074" name="Google Shape;1074;p134" title="snowflake_SAP_lockup_w.png"/>
          <p:cNvPicPr preferRelativeResize="0"/>
          <p:nvPr/>
        </p:nvPicPr>
        <p:blipFill>
          <a:blip r:embed="rId3">
            <a:alphaModFix/>
          </a:blip>
          <a:stretch>
            <a:fillRect/>
          </a:stretch>
        </p:blipFill>
        <p:spPr>
          <a:xfrm>
            <a:off x="457200" y="3223749"/>
            <a:ext cx="3356999" cy="509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3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080" name="Google Shape;1080;p135"/>
          <p:cNvSpPr txBox="1"/>
          <p:nvPr>
            <p:ph type="title"/>
          </p:nvPr>
        </p:nvSpPr>
        <p:spPr>
          <a:xfrm>
            <a:off x="365750" y="274323"/>
            <a:ext cx="83448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SzPts val="2600"/>
              <a:buNone/>
            </a:pPr>
            <a:r>
              <a:rPr lang="en"/>
              <a:t>Safe Harbor and Disclaimers</a:t>
            </a:r>
            <a:endParaRPr/>
          </a:p>
        </p:txBody>
      </p:sp>
      <p:sp>
        <p:nvSpPr>
          <p:cNvPr id="1081" name="Google Shape;1081;p135"/>
          <p:cNvSpPr txBox="1"/>
          <p:nvPr/>
        </p:nvSpPr>
        <p:spPr>
          <a:xfrm>
            <a:off x="7814688" y="0"/>
            <a:ext cx="13293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5B5B5B"/>
              </a:buClr>
              <a:buSzPts val="1600"/>
              <a:buFont typeface="Arial"/>
              <a:buNone/>
            </a:pPr>
            <a:r>
              <a:rPr lang="en" sz="600">
                <a:solidFill>
                  <a:srgbClr val="919191"/>
                </a:solidFill>
                <a:latin typeface="Arial"/>
                <a:ea typeface="Arial"/>
                <a:cs typeface="Arial"/>
                <a:sym typeface="Arial"/>
              </a:rPr>
              <a:t>REV 01</a:t>
            </a:r>
            <a:r>
              <a:rPr lang="en" sz="600">
                <a:solidFill>
                  <a:srgbClr val="919191"/>
                </a:solidFill>
              </a:rPr>
              <a:t>.05.24</a:t>
            </a:r>
            <a:endParaRPr/>
          </a:p>
        </p:txBody>
      </p:sp>
      <p:sp>
        <p:nvSpPr>
          <p:cNvPr id="1082" name="Google Shape;1082;p135"/>
          <p:cNvSpPr/>
          <p:nvPr/>
        </p:nvSpPr>
        <p:spPr>
          <a:xfrm>
            <a:off x="660474" y="4775950"/>
            <a:ext cx="6034500" cy="316500"/>
          </a:xfrm>
          <a:prstGeom prst="rect">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sz="600">
              <a:solidFill>
                <a:srgbClr val="929292"/>
              </a:solidFill>
            </a:endParaRPr>
          </a:p>
        </p:txBody>
      </p:sp>
      <p:sp>
        <p:nvSpPr>
          <p:cNvPr id="1083" name="Google Shape;1083;p135"/>
          <p:cNvSpPr txBox="1"/>
          <p:nvPr/>
        </p:nvSpPr>
        <p:spPr>
          <a:xfrm>
            <a:off x="367900" y="873400"/>
            <a:ext cx="4204200" cy="358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700"/>
              </a:spcAft>
              <a:buNone/>
            </a:pPr>
            <a:r>
              <a:rPr lang="en" sz="850">
                <a:solidFill>
                  <a:srgbClr val="5B5B5B"/>
                </a:solidFill>
              </a:rPr>
              <a:t>Other than statements of historical fact, all information contained in these materials and any accompanying oral commentary (collectively, the “Materials”), including statements regarding (i) Snowflake’s business strategy, plans or priorities, (ii) Snowflake’s new or enhanced products, services, and technology offerings, including those that are under development or not generally available, (iii) market growth, trends, and competitive considerations, (iv) our vision for Snowpark, the Data Cloud, and industry-specific Data Clouds, including the expected benefits and network effects of the Data Cloud; and (v) the integration, interoperability, and availability of Snowflake’s products, services, or technology offerings with or on third-party platforms or products, are forward-looking statements. These forward-looking statements are subject to a number of risks, uncertainties and assumptions, including those described under the heading “Risk Factors” and elsewhere in the Annual Reports on Form 10-K and the Quarterly Reports on Form 10-Q that Snowflake files with the Securities and Exchange Commission. In light of these risks, uncertainties, and assumptions, the future events and trends discussed in the Materials may not occur, and actual results could differ materially and adversely from those anticipated or implied in the forward-looking statements. As a result, you should not rely on any forwarding-looking statements as predictions of future events. Forward-looking statements speak only as of the date the statements are first made and are based on information available to us at the time those statements are made and/or management's good faith belief as of that time. Except as required by law, we undertake no obligation, and do not intend, to update the forward-looking statements in these Materials.</a:t>
            </a:r>
            <a:endParaRPr sz="850">
              <a:solidFill>
                <a:srgbClr val="5B5B5B"/>
              </a:solidFill>
            </a:endParaRPr>
          </a:p>
        </p:txBody>
      </p:sp>
      <p:sp>
        <p:nvSpPr>
          <p:cNvPr id="1084" name="Google Shape;1084;p135"/>
          <p:cNvSpPr txBox="1"/>
          <p:nvPr/>
        </p:nvSpPr>
        <p:spPr>
          <a:xfrm>
            <a:off x="4845044" y="873400"/>
            <a:ext cx="3841800" cy="358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50">
                <a:solidFill>
                  <a:srgbClr val="5B5B5B"/>
                </a:solidFil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sz="850">
              <a:solidFill>
                <a:srgbClr val="5B5B5B"/>
              </a:solidFill>
            </a:endParaRPr>
          </a:p>
          <a:p>
            <a:pPr indent="0" lvl="0" marL="0" rtl="0" algn="l">
              <a:lnSpc>
                <a:spcPct val="115000"/>
              </a:lnSpc>
              <a:spcBef>
                <a:spcPts val="700"/>
              </a:spcBef>
              <a:spcAft>
                <a:spcPts val="700"/>
              </a:spcAft>
              <a:buNone/>
            </a:pPr>
            <a:r>
              <a:rPr lang="en" sz="850">
                <a:solidFill>
                  <a:srgbClr val="5B5B5B"/>
                </a:solidFil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sz="850">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36"/>
          <p:cNvSpPr txBox="1"/>
          <p:nvPr>
            <p:ph type="title"/>
          </p:nvPr>
        </p:nvSpPr>
        <p:spPr>
          <a:xfrm>
            <a:off x="154625" y="273850"/>
            <a:ext cx="8885100" cy="446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000"/>
              <a:t>Activate BDC data products in Snowflake a</a:t>
            </a:r>
            <a:r>
              <a:rPr lang="en" sz="2000"/>
              <a:t>nd vice-vers</a:t>
            </a:r>
            <a:r>
              <a:rPr lang="en" sz="2000"/>
              <a:t>a</a:t>
            </a:r>
            <a:endParaRPr sz="2000"/>
          </a:p>
        </p:txBody>
      </p:sp>
      <p:sp>
        <p:nvSpPr>
          <p:cNvPr id="1090" name="Google Shape;1090;p136"/>
          <p:cNvSpPr txBox="1"/>
          <p:nvPr/>
        </p:nvSpPr>
        <p:spPr>
          <a:xfrm>
            <a:off x="-51550" y="1156325"/>
            <a:ext cx="3000000" cy="253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t>BDC Data Products become available through metadata references in Snowflake</a:t>
            </a:r>
            <a:endParaRPr sz="1300"/>
          </a:p>
          <a:p>
            <a:pPr indent="0" lvl="0" marL="0" rtl="0" algn="l">
              <a:lnSpc>
                <a:spcPct val="115000"/>
              </a:lnSpc>
              <a:spcBef>
                <a:spcPts val="1200"/>
              </a:spcBef>
              <a:spcAft>
                <a:spcPts val="0"/>
              </a:spcAft>
              <a:buNone/>
            </a:pPr>
            <a:r>
              <a:rPr lang="en" sz="1300"/>
              <a:t>Snowflake derived data &amp; AI insights become available in BDC in near real-time  </a:t>
            </a:r>
            <a:endParaRPr sz="1300"/>
          </a:p>
          <a:p>
            <a:pPr indent="0" lvl="0" marL="0" rtl="0" algn="l">
              <a:lnSpc>
                <a:spcPct val="115000"/>
              </a:lnSpc>
              <a:spcBef>
                <a:spcPts val="1200"/>
              </a:spcBef>
              <a:spcAft>
                <a:spcPts val="1200"/>
              </a:spcAft>
              <a:buNone/>
            </a:pPr>
            <a:r>
              <a:rPr lang="en" sz="1300"/>
              <a:t>Derived data products and lineage information are available for observability</a:t>
            </a:r>
            <a:endParaRPr sz="1200"/>
          </a:p>
        </p:txBody>
      </p:sp>
      <p:pic>
        <p:nvPicPr>
          <p:cNvPr id="1091" name="Google Shape;1091;p136"/>
          <p:cNvPicPr preferRelativeResize="0"/>
          <p:nvPr/>
        </p:nvPicPr>
        <p:blipFill>
          <a:blip r:embed="rId3">
            <a:alphaModFix/>
          </a:blip>
          <a:stretch>
            <a:fillRect/>
          </a:stretch>
        </p:blipFill>
        <p:spPr>
          <a:xfrm>
            <a:off x="2833975" y="800513"/>
            <a:ext cx="6241927" cy="3425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137"/>
          <p:cNvSpPr/>
          <p:nvPr/>
        </p:nvSpPr>
        <p:spPr>
          <a:xfrm>
            <a:off x="4987100" y="3912400"/>
            <a:ext cx="2600100" cy="819600"/>
          </a:xfrm>
          <a:prstGeom prst="roundRect">
            <a:avLst>
              <a:gd fmla="val 8301" name="adj"/>
            </a:avLst>
          </a:prstGeom>
          <a:noFill/>
          <a:ln cap="flat" cmpd="sng" w="9525">
            <a:solidFill>
              <a:srgbClr val="919191"/>
            </a:solidFill>
            <a:prstDash val="solid"/>
            <a:round/>
            <a:headEnd len="sm" w="sm" type="none"/>
            <a:tailEnd len="sm" w="sm" type="none"/>
          </a:ln>
        </p:spPr>
        <p:txBody>
          <a:bodyPr anchorCtr="0" anchor="t" bIns="91425" lIns="0" spcFirstLastPara="1" rIns="0" wrap="square" tIns="91425">
            <a:noAutofit/>
          </a:bodyPr>
          <a:lstStyle/>
          <a:p>
            <a:pPr indent="0" lvl="0" marL="0" rtl="0" algn="l">
              <a:spcBef>
                <a:spcPts val="0"/>
              </a:spcBef>
              <a:spcAft>
                <a:spcPts val="0"/>
              </a:spcAft>
              <a:buNone/>
            </a:pPr>
            <a:r>
              <a:t/>
            </a:r>
            <a:endParaRPr sz="800">
              <a:solidFill>
                <a:srgbClr val="434343"/>
              </a:solidFill>
            </a:endParaRPr>
          </a:p>
        </p:txBody>
      </p:sp>
      <p:sp>
        <p:nvSpPr>
          <p:cNvPr id="1097" name="Google Shape;1097;p137"/>
          <p:cNvSpPr/>
          <p:nvPr/>
        </p:nvSpPr>
        <p:spPr>
          <a:xfrm>
            <a:off x="5008825" y="2868225"/>
            <a:ext cx="2600100" cy="969300"/>
          </a:xfrm>
          <a:prstGeom prst="roundRect">
            <a:avLst>
              <a:gd fmla="val 8301" name="adj"/>
            </a:avLst>
          </a:prstGeom>
          <a:noFill/>
          <a:ln cap="flat" cmpd="sng" w="9525">
            <a:solidFill>
              <a:srgbClr val="919191"/>
            </a:solidFill>
            <a:prstDash val="solid"/>
            <a:round/>
            <a:headEnd len="sm" w="sm" type="none"/>
            <a:tailEnd len="sm" w="sm" type="none"/>
          </a:ln>
        </p:spPr>
        <p:txBody>
          <a:bodyPr anchorCtr="0" anchor="t" bIns="91425" lIns="0" spcFirstLastPara="1" rIns="0" wrap="square" tIns="91425">
            <a:noAutofit/>
          </a:bodyPr>
          <a:lstStyle/>
          <a:p>
            <a:pPr indent="0" lvl="0" marL="0" rtl="0" algn="l">
              <a:spcBef>
                <a:spcPts val="0"/>
              </a:spcBef>
              <a:spcAft>
                <a:spcPts val="0"/>
              </a:spcAft>
              <a:buNone/>
            </a:pPr>
            <a:r>
              <a:t/>
            </a:r>
            <a:endParaRPr sz="800">
              <a:solidFill>
                <a:srgbClr val="434343"/>
              </a:solidFill>
            </a:endParaRPr>
          </a:p>
        </p:txBody>
      </p:sp>
      <p:sp>
        <p:nvSpPr>
          <p:cNvPr id="1098" name="Google Shape;1098;p137"/>
          <p:cNvSpPr/>
          <p:nvPr/>
        </p:nvSpPr>
        <p:spPr>
          <a:xfrm>
            <a:off x="1455125" y="1348650"/>
            <a:ext cx="1830600" cy="703800"/>
          </a:xfrm>
          <a:prstGeom prst="roundRect">
            <a:avLst>
              <a:gd fmla="val 8301" name="adj"/>
            </a:avLst>
          </a:prstGeom>
          <a:solidFill>
            <a:schemeClr val="lt1"/>
          </a:solidFill>
          <a:ln cap="flat" cmpd="sng" w="9525">
            <a:solidFill>
              <a:srgbClr val="919191"/>
            </a:solidFill>
            <a:prstDash val="solid"/>
            <a:round/>
            <a:headEnd len="sm" w="sm" type="none"/>
            <a:tailEnd len="sm" w="sm" type="none"/>
          </a:ln>
        </p:spPr>
        <p:txBody>
          <a:bodyPr anchorCtr="0" anchor="t" bIns="91425" lIns="0" spcFirstLastPara="1" rIns="0" wrap="square" tIns="91425">
            <a:noAutofit/>
          </a:bodyPr>
          <a:lstStyle/>
          <a:p>
            <a:pPr indent="0" lvl="0" marL="0" rtl="0" algn="l">
              <a:spcBef>
                <a:spcPts val="0"/>
              </a:spcBef>
              <a:spcAft>
                <a:spcPts val="0"/>
              </a:spcAft>
              <a:buNone/>
            </a:pPr>
            <a:r>
              <a:t/>
            </a:r>
            <a:endParaRPr sz="800">
              <a:solidFill>
                <a:srgbClr val="434343"/>
              </a:solidFill>
            </a:endParaRPr>
          </a:p>
        </p:txBody>
      </p:sp>
      <p:sp>
        <p:nvSpPr>
          <p:cNvPr id="1099" name="Google Shape;1099;p137"/>
          <p:cNvSpPr/>
          <p:nvPr/>
        </p:nvSpPr>
        <p:spPr>
          <a:xfrm>
            <a:off x="1447300" y="2111876"/>
            <a:ext cx="1830600" cy="703800"/>
          </a:xfrm>
          <a:prstGeom prst="roundRect">
            <a:avLst>
              <a:gd fmla="val 8301" name="adj"/>
            </a:avLst>
          </a:prstGeom>
          <a:solidFill>
            <a:schemeClr val="lt1"/>
          </a:solidFill>
          <a:ln cap="flat" cmpd="sng" w="9525">
            <a:solidFill>
              <a:srgbClr val="919191"/>
            </a:solidFill>
            <a:prstDash val="solid"/>
            <a:round/>
            <a:headEnd len="sm" w="sm" type="none"/>
            <a:tailEnd len="sm" w="sm" type="none"/>
          </a:ln>
        </p:spPr>
        <p:txBody>
          <a:bodyPr anchorCtr="0" anchor="t" bIns="91425" lIns="0" spcFirstLastPara="1" rIns="0" wrap="square" tIns="91425">
            <a:noAutofit/>
          </a:bodyPr>
          <a:lstStyle/>
          <a:p>
            <a:pPr indent="0" lvl="0" marL="0" rtl="0" algn="l">
              <a:spcBef>
                <a:spcPts val="0"/>
              </a:spcBef>
              <a:spcAft>
                <a:spcPts val="0"/>
              </a:spcAft>
              <a:buNone/>
            </a:pPr>
            <a:r>
              <a:t/>
            </a:r>
            <a:endParaRPr sz="800">
              <a:solidFill>
                <a:srgbClr val="434343"/>
              </a:solidFill>
            </a:endParaRPr>
          </a:p>
        </p:txBody>
      </p:sp>
      <p:sp>
        <p:nvSpPr>
          <p:cNvPr id="1100" name="Google Shape;1100;p137"/>
          <p:cNvSpPr txBox="1"/>
          <p:nvPr>
            <p:ph type="title"/>
          </p:nvPr>
        </p:nvSpPr>
        <p:spPr>
          <a:xfrm>
            <a:off x="367900" y="228600"/>
            <a:ext cx="4690500" cy="548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Zero-Copy Snowflake &amp; SAP</a:t>
            </a:r>
            <a:endParaRPr/>
          </a:p>
        </p:txBody>
      </p:sp>
      <p:sp>
        <p:nvSpPr>
          <p:cNvPr id="1101" name="Google Shape;1101;p137"/>
          <p:cNvSpPr/>
          <p:nvPr/>
        </p:nvSpPr>
        <p:spPr>
          <a:xfrm>
            <a:off x="1997323" y="2211301"/>
            <a:ext cx="1145700" cy="498000"/>
          </a:xfrm>
          <a:prstGeom prst="roundRect">
            <a:avLst>
              <a:gd fmla="val 8301" name="adj"/>
            </a:avLst>
          </a:prstGeom>
          <a:solidFill>
            <a:schemeClr val="lt1"/>
          </a:solidFill>
          <a:ln cap="flat" cmpd="sng" w="9525">
            <a:solidFill>
              <a:schemeClr val="l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solidFill>
                  <a:srgbClr val="434343"/>
                </a:solidFill>
              </a:rPr>
              <a:t>Intelligent Apps Dashboards</a:t>
            </a:r>
            <a:endParaRPr sz="800">
              <a:solidFill>
                <a:srgbClr val="434343"/>
              </a:solidFill>
            </a:endParaRPr>
          </a:p>
          <a:p>
            <a:pPr indent="0" lvl="0" marL="0" rtl="0" algn="ctr">
              <a:spcBef>
                <a:spcPts val="0"/>
              </a:spcBef>
              <a:spcAft>
                <a:spcPts val="0"/>
              </a:spcAft>
              <a:buNone/>
            </a:pPr>
            <a:r>
              <a:rPr lang="en" sz="800">
                <a:solidFill>
                  <a:srgbClr val="434343"/>
                </a:solidFill>
              </a:rPr>
              <a:t>Planing</a:t>
            </a:r>
            <a:endParaRPr sz="800">
              <a:solidFill>
                <a:srgbClr val="434343"/>
              </a:solidFill>
            </a:endParaRPr>
          </a:p>
        </p:txBody>
      </p:sp>
      <p:sp>
        <p:nvSpPr>
          <p:cNvPr id="1102" name="Google Shape;1102;p137"/>
          <p:cNvSpPr/>
          <p:nvPr/>
        </p:nvSpPr>
        <p:spPr>
          <a:xfrm>
            <a:off x="1447375" y="2868152"/>
            <a:ext cx="1830600" cy="969300"/>
          </a:xfrm>
          <a:prstGeom prst="roundRect">
            <a:avLst>
              <a:gd fmla="val 8301" name="adj"/>
            </a:avLst>
          </a:prstGeom>
          <a:solidFill>
            <a:schemeClr val="lt1"/>
          </a:solidFill>
          <a:ln cap="flat" cmpd="sng" w="9525">
            <a:solidFill>
              <a:srgbClr val="91919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solidFill>
                  <a:srgbClr val="434343"/>
                </a:solidFill>
              </a:rPr>
              <a:t> </a:t>
            </a:r>
            <a:endParaRPr sz="800">
              <a:solidFill>
                <a:srgbClr val="434343"/>
              </a:solidFill>
            </a:endParaRPr>
          </a:p>
          <a:p>
            <a:pPr indent="0" lvl="0" marL="0" rtl="0" algn="ctr">
              <a:spcBef>
                <a:spcPts val="0"/>
              </a:spcBef>
              <a:spcAft>
                <a:spcPts val="0"/>
              </a:spcAft>
              <a:buNone/>
            </a:pPr>
            <a:r>
              <a:t/>
            </a:r>
            <a:endParaRPr sz="800">
              <a:solidFill>
                <a:srgbClr val="434343"/>
              </a:solidFill>
            </a:endParaRPr>
          </a:p>
        </p:txBody>
      </p:sp>
      <p:sp>
        <p:nvSpPr>
          <p:cNvPr id="1103" name="Google Shape;1103;p137"/>
          <p:cNvSpPr/>
          <p:nvPr/>
        </p:nvSpPr>
        <p:spPr>
          <a:xfrm>
            <a:off x="1436225" y="3910398"/>
            <a:ext cx="1830600" cy="785400"/>
          </a:xfrm>
          <a:prstGeom prst="roundRect">
            <a:avLst>
              <a:gd fmla="val 8301" name="adj"/>
            </a:avLst>
          </a:prstGeom>
          <a:solidFill>
            <a:schemeClr val="lt1"/>
          </a:solidFill>
          <a:ln cap="flat" cmpd="sng" w="9525">
            <a:solidFill>
              <a:srgbClr val="91919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sz="800">
              <a:solidFill>
                <a:srgbClr val="434343"/>
              </a:solidFill>
            </a:endParaRPr>
          </a:p>
        </p:txBody>
      </p:sp>
      <p:sp>
        <p:nvSpPr>
          <p:cNvPr id="1104" name="Google Shape;1104;p137"/>
          <p:cNvSpPr txBox="1"/>
          <p:nvPr/>
        </p:nvSpPr>
        <p:spPr>
          <a:xfrm>
            <a:off x="3719512" y="4168709"/>
            <a:ext cx="827100" cy="2772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2"/>
                </a:solidFill>
              </a:rPr>
              <a:t>Zero-copy</a:t>
            </a:r>
            <a:endParaRPr sz="900">
              <a:solidFill>
                <a:schemeClr val="dk2"/>
              </a:solidFill>
            </a:endParaRPr>
          </a:p>
          <a:p>
            <a:pPr indent="0" lvl="0" marL="0" rtl="0" algn="ctr">
              <a:spcBef>
                <a:spcPts val="0"/>
              </a:spcBef>
              <a:spcAft>
                <a:spcPts val="0"/>
              </a:spcAft>
              <a:buNone/>
            </a:pPr>
            <a:r>
              <a:rPr lang="en" sz="900">
                <a:solidFill>
                  <a:schemeClr val="dk2"/>
                </a:solidFill>
              </a:rPr>
              <a:t>Data in BDC </a:t>
            </a:r>
            <a:endParaRPr sz="900">
              <a:solidFill>
                <a:schemeClr val="dk2"/>
              </a:solidFill>
            </a:endParaRPr>
          </a:p>
        </p:txBody>
      </p:sp>
      <p:sp>
        <p:nvSpPr>
          <p:cNvPr id="1105" name="Google Shape;1105;p137"/>
          <p:cNvSpPr txBox="1"/>
          <p:nvPr/>
        </p:nvSpPr>
        <p:spPr>
          <a:xfrm>
            <a:off x="1393675" y="4109000"/>
            <a:ext cx="72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2"/>
                </a:solidFill>
              </a:rPr>
              <a:t>BDC </a:t>
            </a:r>
            <a:r>
              <a:rPr b="1" lang="en" sz="700">
                <a:solidFill>
                  <a:schemeClr val="dk2"/>
                </a:solidFill>
              </a:rPr>
              <a:t> Object Store </a:t>
            </a:r>
            <a:endParaRPr b="1" sz="700">
              <a:solidFill>
                <a:schemeClr val="dk2"/>
              </a:solidFill>
            </a:endParaRPr>
          </a:p>
        </p:txBody>
      </p:sp>
      <p:sp>
        <p:nvSpPr>
          <p:cNvPr id="1106" name="Google Shape;1106;p137"/>
          <p:cNvSpPr/>
          <p:nvPr/>
        </p:nvSpPr>
        <p:spPr>
          <a:xfrm>
            <a:off x="1406275" y="1050950"/>
            <a:ext cx="1882500" cy="243300"/>
          </a:xfrm>
          <a:prstGeom prst="roundRect">
            <a:avLst>
              <a:gd fmla="val 8301" name="adj"/>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800">
                <a:solidFill>
                  <a:schemeClr val="lt1"/>
                </a:solidFill>
              </a:rPr>
              <a:t>SAP Business Data Cloud</a:t>
            </a:r>
            <a:endParaRPr b="1" sz="800">
              <a:solidFill>
                <a:schemeClr val="lt1"/>
              </a:solidFill>
            </a:endParaRPr>
          </a:p>
        </p:txBody>
      </p:sp>
      <p:sp>
        <p:nvSpPr>
          <p:cNvPr id="1107" name="Google Shape;1107;p137"/>
          <p:cNvSpPr/>
          <p:nvPr/>
        </p:nvSpPr>
        <p:spPr>
          <a:xfrm>
            <a:off x="5008825" y="998396"/>
            <a:ext cx="2600100" cy="260100"/>
          </a:xfrm>
          <a:prstGeom prst="roundRect">
            <a:avLst>
              <a:gd fmla="val 8301" name="adj"/>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800">
                <a:solidFill>
                  <a:schemeClr val="lt1"/>
                </a:solidFill>
              </a:rPr>
              <a:t>SNOWFLAKE</a:t>
            </a:r>
            <a:endParaRPr b="1" sz="800">
              <a:solidFill>
                <a:schemeClr val="lt1"/>
              </a:solidFill>
            </a:endParaRPr>
          </a:p>
        </p:txBody>
      </p:sp>
      <p:sp>
        <p:nvSpPr>
          <p:cNvPr id="1108" name="Google Shape;1108;p137"/>
          <p:cNvSpPr/>
          <p:nvPr/>
        </p:nvSpPr>
        <p:spPr>
          <a:xfrm>
            <a:off x="5114447" y="3055301"/>
            <a:ext cx="47350" cy="24161"/>
          </a:xfrm>
          <a:custGeom>
            <a:rect b="b" l="l" r="r" t="t"/>
            <a:pathLst>
              <a:path extrusionOk="0" h="11410" w="20805">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09" name="Google Shape;1109;p137"/>
          <p:cNvSpPr/>
          <p:nvPr/>
        </p:nvSpPr>
        <p:spPr>
          <a:xfrm>
            <a:off x="5206470" y="3055301"/>
            <a:ext cx="44676" cy="22384"/>
          </a:xfrm>
          <a:custGeom>
            <a:rect b="b" l="l" r="r" t="t"/>
            <a:pathLst>
              <a:path extrusionOk="0" h="10571" w="1963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0" name="Google Shape;1110;p137"/>
          <p:cNvSpPr/>
          <p:nvPr/>
        </p:nvSpPr>
        <p:spPr>
          <a:xfrm>
            <a:off x="5295437" y="3055301"/>
            <a:ext cx="44678" cy="22384"/>
          </a:xfrm>
          <a:custGeom>
            <a:rect b="b" l="l" r="r" t="t"/>
            <a:pathLst>
              <a:path extrusionOk="0" h="10571" w="19631">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1" name="Google Shape;1111;p137"/>
          <p:cNvSpPr/>
          <p:nvPr/>
        </p:nvSpPr>
        <p:spPr>
          <a:xfrm>
            <a:off x="5384786" y="3055301"/>
            <a:ext cx="47350" cy="24161"/>
          </a:xfrm>
          <a:custGeom>
            <a:rect b="b" l="l" r="r" t="t"/>
            <a:pathLst>
              <a:path extrusionOk="0" h="11410" w="20805">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2" name="Google Shape;1112;p137"/>
          <p:cNvSpPr/>
          <p:nvPr/>
        </p:nvSpPr>
        <p:spPr>
          <a:xfrm>
            <a:off x="5070536" y="3096512"/>
            <a:ext cx="25968" cy="43699"/>
          </a:xfrm>
          <a:custGeom>
            <a:rect b="b" l="l" r="r" t="t"/>
            <a:pathLst>
              <a:path extrusionOk="0" h="20637" w="1141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3" name="Google Shape;1113;p137"/>
          <p:cNvSpPr/>
          <p:nvPr/>
        </p:nvSpPr>
        <p:spPr>
          <a:xfrm>
            <a:off x="5450081" y="3096512"/>
            <a:ext cx="25966" cy="43699"/>
          </a:xfrm>
          <a:custGeom>
            <a:rect b="b" l="l" r="r" t="t"/>
            <a:pathLst>
              <a:path extrusionOk="0" h="20637" w="11409">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4" name="Google Shape;1114;p137"/>
          <p:cNvSpPr/>
          <p:nvPr/>
        </p:nvSpPr>
        <p:spPr>
          <a:xfrm>
            <a:off x="5070536" y="3180708"/>
            <a:ext cx="23676" cy="40857"/>
          </a:xfrm>
          <a:custGeom>
            <a:rect b="b" l="l" r="r" t="t"/>
            <a:pathLst>
              <a:path extrusionOk="0" h="19295" w="10403">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5" name="Google Shape;1115;p137"/>
          <p:cNvSpPr/>
          <p:nvPr/>
        </p:nvSpPr>
        <p:spPr>
          <a:xfrm>
            <a:off x="5452373" y="3180708"/>
            <a:ext cx="23674" cy="40857"/>
          </a:xfrm>
          <a:custGeom>
            <a:rect b="b" l="l" r="r" t="t"/>
            <a:pathLst>
              <a:path extrusionOk="0" h="19295" w="10402">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6" name="Google Shape;1116;p137"/>
          <p:cNvSpPr/>
          <p:nvPr/>
        </p:nvSpPr>
        <p:spPr>
          <a:xfrm>
            <a:off x="5070536" y="3262420"/>
            <a:ext cx="23676" cy="40501"/>
          </a:xfrm>
          <a:custGeom>
            <a:rect b="b" l="l" r="r" t="t"/>
            <a:pathLst>
              <a:path extrusionOk="0" h="19127" w="10403">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7" name="Google Shape;1117;p137"/>
          <p:cNvSpPr/>
          <p:nvPr/>
        </p:nvSpPr>
        <p:spPr>
          <a:xfrm>
            <a:off x="5452373" y="3262420"/>
            <a:ext cx="23674" cy="40501"/>
          </a:xfrm>
          <a:custGeom>
            <a:rect b="b" l="l" r="r" t="t"/>
            <a:pathLst>
              <a:path extrusionOk="0" h="19127" w="10402">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8" name="Google Shape;1118;p137"/>
          <p:cNvSpPr/>
          <p:nvPr/>
        </p:nvSpPr>
        <p:spPr>
          <a:xfrm>
            <a:off x="5070536" y="3343774"/>
            <a:ext cx="25968" cy="43699"/>
          </a:xfrm>
          <a:custGeom>
            <a:rect b="b" l="l" r="r" t="t"/>
            <a:pathLst>
              <a:path extrusionOk="0" h="20637" w="1141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19" name="Google Shape;1119;p137"/>
          <p:cNvSpPr/>
          <p:nvPr/>
        </p:nvSpPr>
        <p:spPr>
          <a:xfrm>
            <a:off x="5450081" y="3343774"/>
            <a:ext cx="25966" cy="43699"/>
          </a:xfrm>
          <a:custGeom>
            <a:rect b="b" l="l" r="r" t="t"/>
            <a:pathLst>
              <a:path extrusionOk="0" h="20637" w="11409">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20" name="Google Shape;1120;p137"/>
          <p:cNvSpPr/>
          <p:nvPr/>
        </p:nvSpPr>
        <p:spPr>
          <a:xfrm>
            <a:off x="5094782" y="3337380"/>
            <a:ext cx="357133" cy="142108"/>
          </a:xfrm>
          <a:custGeom>
            <a:rect b="b" l="l" r="r" t="t"/>
            <a:pathLst>
              <a:path extrusionOk="0" h="67111" w="142609">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FINANCE</a:t>
            </a:r>
            <a:endParaRPr b="1" sz="500">
              <a:solidFill>
                <a:srgbClr val="FFFFFF"/>
              </a:solidFill>
              <a:latin typeface="Arial"/>
              <a:ea typeface="Arial"/>
              <a:cs typeface="Arial"/>
              <a:sym typeface="Arial"/>
            </a:endParaRPr>
          </a:p>
        </p:txBody>
      </p:sp>
      <p:sp>
        <p:nvSpPr>
          <p:cNvPr id="1121" name="Google Shape;1121;p137"/>
          <p:cNvSpPr/>
          <p:nvPr/>
        </p:nvSpPr>
        <p:spPr>
          <a:xfrm>
            <a:off x="5225562" y="3150866"/>
            <a:ext cx="100424" cy="40148"/>
          </a:xfrm>
          <a:custGeom>
            <a:rect b="b" l="l" r="r" t="t"/>
            <a:pathLst>
              <a:path extrusionOk="0" h="18960" w="44125">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22" name="Google Shape;1122;p137"/>
          <p:cNvSpPr/>
          <p:nvPr/>
        </p:nvSpPr>
        <p:spPr>
          <a:xfrm>
            <a:off x="5225562" y="3186749"/>
            <a:ext cx="100424" cy="84198"/>
          </a:xfrm>
          <a:custGeom>
            <a:rect b="b" l="l" r="r" t="t"/>
            <a:pathLst>
              <a:path extrusionOk="0" h="39763" w="44125">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23" name="Google Shape;1123;p137"/>
          <p:cNvSpPr/>
          <p:nvPr/>
        </p:nvSpPr>
        <p:spPr>
          <a:xfrm>
            <a:off x="5159275" y="3975989"/>
            <a:ext cx="313048" cy="277302"/>
          </a:xfrm>
          <a:custGeom>
            <a:rect b="b" l="l" r="r" t="t"/>
            <a:pathLst>
              <a:path extrusionOk="0" h="171970" w="200994">
                <a:moveTo>
                  <a:pt x="0" y="31374"/>
                </a:moveTo>
                <a:lnTo>
                  <a:pt x="168" y="28187"/>
                </a:lnTo>
                <a:lnTo>
                  <a:pt x="1343" y="21979"/>
                </a:lnTo>
                <a:lnTo>
                  <a:pt x="3691" y="16275"/>
                </a:lnTo>
                <a:lnTo>
                  <a:pt x="7215" y="11409"/>
                </a:lnTo>
                <a:lnTo>
                  <a:pt x="11409" y="7047"/>
                </a:lnTo>
                <a:lnTo>
                  <a:pt x="16442" y="3692"/>
                </a:lnTo>
                <a:lnTo>
                  <a:pt x="22147" y="1343"/>
                </a:lnTo>
                <a:lnTo>
                  <a:pt x="28186" y="0"/>
                </a:lnTo>
                <a:lnTo>
                  <a:pt x="31542" y="0"/>
                </a:lnTo>
                <a:lnTo>
                  <a:pt x="125999" y="0"/>
                </a:lnTo>
                <a:lnTo>
                  <a:pt x="129187" y="0"/>
                </a:lnTo>
                <a:lnTo>
                  <a:pt x="135394" y="1343"/>
                </a:lnTo>
                <a:lnTo>
                  <a:pt x="141098" y="3692"/>
                </a:lnTo>
                <a:lnTo>
                  <a:pt x="146132" y="7047"/>
                </a:lnTo>
                <a:lnTo>
                  <a:pt x="150326" y="11409"/>
                </a:lnTo>
                <a:lnTo>
                  <a:pt x="153682" y="16275"/>
                </a:lnTo>
                <a:lnTo>
                  <a:pt x="156030" y="21979"/>
                </a:lnTo>
                <a:lnTo>
                  <a:pt x="157373" y="28187"/>
                </a:lnTo>
                <a:lnTo>
                  <a:pt x="157540" y="31374"/>
                </a:lnTo>
                <a:lnTo>
                  <a:pt x="157540" y="43454"/>
                </a:lnTo>
                <a:lnTo>
                  <a:pt x="169452" y="43454"/>
                </a:lnTo>
                <a:lnTo>
                  <a:pt x="172640" y="43454"/>
                </a:lnTo>
                <a:lnTo>
                  <a:pt x="178848" y="44796"/>
                </a:lnTo>
                <a:lnTo>
                  <a:pt x="184552" y="47145"/>
                </a:lnTo>
                <a:lnTo>
                  <a:pt x="189585" y="50501"/>
                </a:lnTo>
                <a:lnTo>
                  <a:pt x="193780" y="54863"/>
                </a:lnTo>
                <a:lnTo>
                  <a:pt x="197135" y="59896"/>
                </a:lnTo>
                <a:lnTo>
                  <a:pt x="199652" y="65432"/>
                </a:lnTo>
                <a:lnTo>
                  <a:pt x="200826" y="71640"/>
                </a:lnTo>
                <a:lnTo>
                  <a:pt x="200994" y="74828"/>
                </a:lnTo>
                <a:lnTo>
                  <a:pt x="200994" y="140428"/>
                </a:lnTo>
                <a:lnTo>
                  <a:pt x="200826" y="143615"/>
                </a:lnTo>
                <a:lnTo>
                  <a:pt x="199652" y="149823"/>
                </a:lnTo>
                <a:lnTo>
                  <a:pt x="197135" y="155527"/>
                </a:lnTo>
                <a:lnTo>
                  <a:pt x="193780" y="160393"/>
                </a:lnTo>
                <a:lnTo>
                  <a:pt x="189585" y="164755"/>
                </a:lnTo>
                <a:lnTo>
                  <a:pt x="184552" y="168110"/>
                </a:lnTo>
                <a:lnTo>
                  <a:pt x="178848" y="170459"/>
                </a:lnTo>
                <a:lnTo>
                  <a:pt x="172640" y="171801"/>
                </a:lnTo>
                <a:lnTo>
                  <a:pt x="169452" y="171969"/>
                </a:lnTo>
                <a:lnTo>
                  <a:pt x="74995" y="171969"/>
                </a:lnTo>
                <a:lnTo>
                  <a:pt x="71640" y="171801"/>
                </a:lnTo>
                <a:lnTo>
                  <a:pt x="65600" y="170459"/>
                </a:lnTo>
                <a:lnTo>
                  <a:pt x="59896" y="168110"/>
                </a:lnTo>
                <a:lnTo>
                  <a:pt x="54863" y="164755"/>
                </a:lnTo>
                <a:lnTo>
                  <a:pt x="50668" y="160393"/>
                </a:lnTo>
                <a:lnTo>
                  <a:pt x="47145" y="155527"/>
                </a:lnTo>
                <a:lnTo>
                  <a:pt x="44796" y="149823"/>
                </a:lnTo>
                <a:lnTo>
                  <a:pt x="43622" y="143615"/>
                </a:lnTo>
                <a:lnTo>
                  <a:pt x="43454" y="140428"/>
                </a:lnTo>
                <a:lnTo>
                  <a:pt x="43454" y="128348"/>
                </a:lnTo>
                <a:lnTo>
                  <a:pt x="31542" y="128348"/>
                </a:lnTo>
                <a:lnTo>
                  <a:pt x="28186" y="128348"/>
                </a:lnTo>
                <a:lnTo>
                  <a:pt x="22147" y="127006"/>
                </a:lnTo>
                <a:lnTo>
                  <a:pt x="16442" y="124657"/>
                </a:lnTo>
                <a:lnTo>
                  <a:pt x="11409" y="121301"/>
                </a:lnTo>
                <a:lnTo>
                  <a:pt x="7215" y="116939"/>
                </a:lnTo>
                <a:lnTo>
                  <a:pt x="3691" y="111906"/>
                </a:lnTo>
                <a:lnTo>
                  <a:pt x="1343" y="106369"/>
                </a:lnTo>
                <a:lnTo>
                  <a:pt x="168" y="100162"/>
                </a:lnTo>
                <a:lnTo>
                  <a:pt x="0" y="96974"/>
                </a:lnTo>
                <a:close/>
                <a:moveTo>
                  <a:pt x="144957" y="31374"/>
                </a:moveTo>
                <a:lnTo>
                  <a:pt x="144957" y="43454"/>
                </a:lnTo>
                <a:lnTo>
                  <a:pt x="74995" y="43454"/>
                </a:lnTo>
                <a:lnTo>
                  <a:pt x="71640" y="43454"/>
                </a:lnTo>
                <a:lnTo>
                  <a:pt x="65600" y="44796"/>
                </a:lnTo>
                <a:lnTo>
                  <a:pt x="59896" y="47145"/>
                </a:lnTo>
                <a:lnTo>
                  <a:pt x="54863" y="50501"/>
                </a:lnTo>
                <a:lnTo>
                  <a:pt x="50668" y="54863"/>
                </a:lnTo>
                <a:lnTo>
                  <a:pt x="47145" y="59896"/>
                </a:lnTo>
                <a:lnTo>
                  <a:pt x="44796" y="65432"/>
                </a:lnTo>
                <a:lnTo>
                  <a:pt x="43622" y="71640"/>
                </a:lnTo>
                <a:lnTo>
                  <a:pt x="43454" y="74828"/>
                </a:lnTo>
                <a:lnTo>
                  <a:pt x="43454" y="115765"/>
                </a:lnTo>
                <a:lnTo>
                  <a:pt x="31542" y="115765"/>
                </a:lnTo>
                <a:lnTo>
                  <a:pt x="27683" y="115597"/>
                </a:lnTo>
                <a:lnTo>
                  <a:pt x="20804" y="112745"/>
                </a:lnTo>
                <a:lnTo>
                  <a:pt x="15771" y="107544"/>
                </a:lnTo>
                <a:lnTo>
                  <a:pt x="12919" y="100833"/>
                </a:lnTo>
                <a:lnTo>
                  <a:pt x="12583" y="96974"/>
                </a:lnTo>
                <a:lnTo>
                  <a:pt x="12583" y="31374"/>
                </a:lnTo>
                <a:lnTo>
                  <a:pt x="12919" y="27515"/>
                </a:lnTo>
                <a:lnTo>
                  <a:pt x="15771" y="20804"/>
                </a:lnTo>
                <a:lnTo>
                  <a:pt x="20804" y="15603"/>
                </a:lnTo>
                <a:lnTo>
                  <a:pt x="27683" y="12751"/>
                </a:lnTo>
                <a:lnTo>
                  <a:pt x="31542" y="12584"/>
                </a:lnTo>
                <a:lnTo>
                  <a:pt x="125999" y="12584"/>
                </a:lnTo>
                <a:lnTo>
                  <a:pt x="129858" y="12751"/>
                </a:lnTo>
                <a:lnTo>
                  <a:pt x="136569" y="15603"/>
                </a:lnTo>
                <a:lnTo>
                  <a:pt x="141770" y="20804"/>
                </a:lnTo>
                <a:lnTo>
                  <a:pt x="144622" y="27515"/>
                </a:lnTo>
                <a:close/>
                <a:moveTo>
                  <a:pt x="74995" y="56037"/>
                </a:moveTo>
                <a:lnTo>
                  <a:pt x="71137" y="56205"/>
                </a:lnTo>
                <a:lnTo>
                  <a:pt x="64258" y="59057"/>
                </a:lnTo>
                <a:lnTo>
                  <a:pt x="59225" y="64258"/>
                </a:lnTo>
                <a:lnTo>
                  <a:pt x="56372" y="70969"/>
                </a:lnTo>
                <a:lnTo>
                  <a:pt x="56037" y="74828"/>
                </a:lnTo>
                <a:lnTo>
                  <a:pt x="56037" y="82713"/>
                </a:lnTo>
                <a:lnTo>
                  <a:pt x="188411" y="82713"/>
                </a:lnTo>
                <a:lnTo>
                  <a:pt x="188411" y="74828"/>
                </a:lnTo>
                <a:lnTo>
                  <a:pt x="188075" y="70969"/>
                </a:lnTo>
                <a:lnTo>
                  <a:pt x="185223" y="64258"/>
                </a:lnTo>
                <a:lnTo>
                  <a:pt x="180190" y="59057"/>
                </a:lnTo>
                <a:lnTo>
                  <a:pt x="173311" y="56205"/>
                </a:lnTo>
                <a:lnTo>
                  <a:pt x="169452" y="56037"/>
                </a:lnTo>
                <a:close/>
                <a:moveTo>
                  <a:pt x="188411" y="95296"/>
                </a:moveTo>
                <a:lnTo>
                  <a:pt x="56037" y="95296"/>
                </a:lnTo>
                <a:lnTo>
                  <a:pt x="56037" y="140428"/>
                </a:lnTo>
                <a:lnTo>
                  <a:pt x="56372" y="144286"/>
                </a:lnTo>
                <a:lnTo>
                  <a:pt x="59225" y="150997"/>
                </a:lnTo>
                <a:lnTo>
                  <a:pt x="64258" y="156198"/>
                </a:lnTo>
                <a:lnTo>
                  <a:pt x="71137" y="159050"/>
                </a:lnTo>
                <a:lnTo>
                  <a:pt x="74995" y="159386"/>
                </a:lnTo>
                <a:lnTo>
                  <a:pt x="169452" y="159386"/>
                </a:lnTo>
                <a:lnTo>
                  <a:pt x="173311" y="159050"/>
                </a:lnTo>
                <a:lnTo>
                  <a:pt x="180190" y="156198"/>
                </a:lnTo>
                <a:lnTo>
                  <a:pt x="185223" y="150997"/>
                </a:lnTo>
                <a:lnTo>
                  <a:pt x="188075" y="144286"/>
                </a:lnTo>
                <a:lnTo>
                  <a:pt x="188411" y="140428"/>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124" name="Google Shape;1124;p137"/>
          <p:cNvSpPr txBox="1"/>
          <p:nvPr/>
        </p:nvSpPr>
        <p:spPr>
          <a:xfrm>
            <a:off x="5008825" y="4312229"/>
            <a:ext cx="648000" cy="319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800">
                <a:solidFill>
                  <a:srgbClr val="11567F"/>
                </a:solidFill>
              </a:rPr>
              <a:t>Semantic Views on BDC DPs</a:t>
            </a:r>
            <a:endParaRPr sz="800">
              <a:solidFill>
                <a:srgbClr val="11567F"/>
              </a:solidFill>
            </a:endParaRPr>
          </a:p>
        </p:txBody>
      </p:sp>
      <p:sp>
        <p:nvSpPr>
          <p:cNvPr id="1125" name="Google Shape;1125;p137"/>
          <p:cNvSpPr txBox="1"/>
          <p:nvPr/>
        </p:nvSpPr>
        <p:spPr>
          <a:xfrm>
            <a:off x="5104312" y="792367"/>
            <a:ext cx="648000" cy="166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800">
                <a:solidFill>
                  <a:srgbClr val="11567F"/>
                </a:solidFill>
              </a:rPr>
              <a:t>S</a:t>
            </a:r>
            <a:r>
              <a:rPr lang="en" sz="800">
                <a:solidFill>
                  <a:srgbClr val="11567F"/>
                </a:solidFill>
                <a:latin typeface="Arial"/>
                <a:ea typeface="Arial"/>
                <a:cs typeface="Arial"/>
                <a:sym typeface="Arial"/>
              </a:rPr>
              <a:t>cale</a:t>
            </a:r>
            <a:endParaRPr sz="800">
              <a:solidFill>
                <a:srgbClr val="252525"/>
              </a:solidFill>
              <a:latin typeface="Arial"/>
              <a:ea typeface="Arial"/>
              <a:cs typeface="Arial"/>
              <a:sym typeface="Arial"/>
            </a:endParaRPr>
          </a:p>
        </p:txBody>
      </p:sp>
      <p:sp>
        <p:nvSpPr>
          <p:cNvPr id="1126" name="Google Shape;1126;p137"/>
          <p:cNvSpPr txBox="1"/>
          <p:nvPr/>
        </p:nvSpPr>
        <p:spPr>
          <a:xfrm>
            <a:off x="6010572" y="787976"/>
            <a:ext cx="631800" cy="166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800">
                <a:solidFill>
                  <a:srgbClr val="11567F"/>
                </a:solidFill>
              </a:rPr>
              <a:t>Share</a:t>
            </a:r>
            <a:endParaRPr sz="800">
              <a:solidFill>
                <a:srgbClr val="252525"/>
              </a:solidFill>
              <a:latin typeface="Arial"/>
              <a:ea typeface="Arial"/>
              <a:cs typeface="Arial"/>
              <a:sym typeface="Arial"/>
            </a:endParaRPr>
          </a:p>
        </p:txBody>
      </p:sp>
      <p:sp>
        <p:nvSpPr>
          <p:cNvPr id="1127" name="Google Shape;1127;p137"/>
          <p:cNvSpPr txBox="1"/>
          <p:nvPr/>
        </p:nvSpPr>
        <p:spPr>
          <a:xfrm>
            <a:off x="6794426" y="794900"/>
            <a:ext cx="631800" cy="84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800">
                <a:solidFill>
                  <a:srgbClr val="11567F"/>
                </a:solidFill>
              </a:rPr>
              <a:t>Boost</a:t>
            </a:r>
            <a:endParaRPr sz="800">
              <a:solidFill>
                <a:srgbClr val="252525"/>
              </a:solidFill>
              <a:latin typeface="Arial"/>
              <a:ea typeface="Arial"/>
              <a:cs typeface="Arial"/>
              <a:sym typeface="Arial"/>
            </a:endParaRPr>
          </a:p>
        </p:txBody>
      </p:sp>
      <p:sp>
        <p:nvSpPr>
          <p:cNvPr id="1128" name="Google Shape;1128;p137"/>
          <p:cNvSpPr/>
          <p:nvPr/>
        </p:nvSpPr>
        <p:spPr>
          <a:xfrm>
            <a:off x="5175260" y="459263"/>
            <a:ext cx="481752" cy="260037"/>
          </a:xfrm>
          <a:custGeom>
            <a:rect b="b" l="l" r="r" t="t"/>
            <a:pathLst>
              <a:path extrusionOk="0" h="4876" w="9033">
                <a:moveTo>
                  <a:pt x="4516" y="818"/>
                </a:moveTo>
                <a:cubicBezTo>
                  <a:pt x="4409" y="818"/>
                  <a:pt x="4323" y="904"/>
                  <a:pt x="4323" y="1011"/>
                </a:cubicBezTo>
                <a:lnTo>
                  <a:pt x="4323" y="1346"/>
                </a:lnTo>
                <a:cubicBezTo>
                  <a:pt x="4323" y="1453"/>
                  <a:pt x="4409" y="1539"/>
                  <a:pt x="4516" y="1539"/>
                </a:cubicBezTo>
                <a:cubicBezTo>
                  <a:pt x="4624" y="1539"/>
                  <a:pt x="4709" y="1452"/>
                  <a:pt x="4709" y="1346"/>
                </a:cubicBezTo>
                <a:lnTo>
                  <a:pt x="4709" y="1011"/>
                </a:lnTo>
                <a:cubicBezTo>
                  <a:pt x="4709" y="904"/>
                  <a:pt x="4624" y="818"/>
                  <a:pt x="4516" y="818"/>
                </a:cubicBezTo>
                <a:close/>
                <a:moveTo>
                  <a:pt x="3028" y="1141"/>
                </a:moveTo>
                <a:cubicBezTo>
                  <a:pt x="3001" y="1141"/>
                  <a:pt x="2973" y="1147"/>
                  <a:pt x="2946" y="1159"/>
                </a:cubicBezTo>
                <a:cubicBezTo>
                  <a:pt x="2850" y="1204"/>
                  <a:pt x="2808" y="1318"/>
                  <a:pt x="2853" y="1414"/>
                </a:cubicBezTo>
                <a:lnTo>
                  <a:pt x="2997" y="1719"/>
                </a:lnTo>
                <a:cubicBezTo>
                  <a:pt x="3029" y="1790"/>
                  <a:pt x="3098" y="1830"/>
                  <a:pt x="3170" y="1830"/>
                </a:cubicBezTo>
                <a:cubicBezTo>
                  <a:pt x="3199" y="1830"/>
                  <a:pt x="3227" y="1824"/>
                  <a:pt x="3252" y="1812"/>
                </a:cubicBezTo>
                <a:cubicBezTo>
                  <a:pt x="3349" y="1768"/>
                  <a:pt x="3390" y="1652"/>
                  <a:pt x="3346" y="1556"/>
                </a:cubicBezTo>
                <a:lnTo>
                  <a:pt x="3202" y="1251"/>
                </a:lnTo>
                <a:cubicBezTo>
                  <a:pt x="3169" y="1181"/>
                  <a:pt x="3100" y="1141"/>
                  <a:pt x="3028" y="1141"/>
                </a:cubicBezTo>
                <a:close/>
                <a:moveTo>
                  <a:pt x="5999" y="1165"/>
                </a:moveTo>
                <a:cubicBezTo>
                  <a:pt x="5927" y="1165"/>
                  <a:pt x="5858" y="1205"/>
                  <a:pt x="5825" y="1275"/>
                </a:cubicBezTo>
                <a:lnTo>
                  <a:pt x="5681" y="1579"/>
                </a:lnTo>
                <a:cubicBezTo>
                  <a:pt x="5637" y="1676"/>
                  <a:pt x="5678" y="1792"/>
                  <a:pt x="5775" y="1836"/>
                </a:cubicBezTo>
                <a:cubicBezTo>
                  <a:pt x="5800" y="1848"/>
                  <a:pt x="5828" y="1854"/>
                  <a:pt x="5857" y="1854"/>
                </a:cubicBezTo>
                <a:cubicBezTo>
                  <a:pt x="5929" y="1854"/>
                  <a:pt x="5998" y="1814"/>
                  <a:pt x="6030" y="1743"/>
                </a:cubicBezTo>
                <a:lnTo>
                  <a:pt x="6174" y="1438"/>
                </a:lnTo>
                <a:cubicBezTo>
                  <a:pt x="6220" y="1342"/>
                  <a:pt x="6177" y="1227"/>
                  <a:pt x="6081" y="1183"/>
                </a:cubicBezTo>
                <a:cubicBezTo>
                  <a:pt x="6054" y="1171"/>
                  <a:pt x="6026" y="1165"/>
                  <a:pt x="5999" y="1165"/>
                </a:cubicBezTo>
                <a:close/>
                <a:moveTo>
                  <a:pt x="1819" y="2066"/>
                </a:moveTo>
                <a:cubicBezTo>
                  <a:pt x="1763" y="2066"/>
                  <a:pt x="1708" y="2089"/>
                  <a:pt x="1671" y="2135"/>
                </a:cubicBezTo>
                <a:cubicBezTo>
                  <a:pt x="1604" y="2216"/>
                  <a:pt x="1616" y="2337"/>
                  <a:pt x="1697" y="2406"/>
                </a:cubicBezTo>
                <a:lnTo>
                  <a:pt x="1954" y="2622"/>
                </a:lnTo>
                <a:cubicBezTo>
                  <a:pt x="1990" y="2651"/>
                  <a:pt x="2034" y="2666"/>
                  <a:pt x="2077" y="2666"/>
                </a:cubicBezTo>
                <a:cubicBezTo>
                  <a:pt x="2132" y="2666"/>
                  <a:pt x="2189" y="2641"/>
                  <a:pt x="2226" y="2595"/>
                </a:cubicBezTo>
                <a:cubicBezTo>
                  <a:pt x="2293" y="2513"/>
                  <a:pt x="2281" y="2393"/>
                  <a:pt x="2199" y="2325"/>
                </a:cubicBezTo>
                <a:lnTo>
                  <a:pt x="1942" y="2109"/>
                </a:lnTo>
                <a:cubicBezTo>
                  <a:pt x="1906" y="2080"/>
                  <a:pt x="1862" y="2066"/>
                  <a:pt x="1819" y="2066"/>
                </a:cubicBezTo>
                <a:close/>
                <a:moveTo>
                  <a:pt x="7194" y="2107"/>
                </a:moveTo>
                <a:cubicBezTo>
                  <a:pt x="7151" y="2107"/>
                  <a:pt x="7108" y="2121"/>
                  <a:pt x="7073" y="2151"/>
                </a:cubicBezTo>
                <a:lnTo>
                  <a:pt x="6814" y="2365"/>
                </a:lnTo>
                <a:cubicBezTo>
                  <a:pt x="6733" y="2432"/>
                  <a:pt x="6719" y="2555"/>
                  <a:pt x="6788" y="2637"/>
                </a:cubicBezTo>
                <a:cubicBezTo>
                  <a:pt x="6828" y="2683"/>
                  <a:pt x="6881" y="2706"/>
                  <a:pt x="6936" y="2706"/>
                </a:cubicBezTo>
                <a:cubicBezTo>
                  <a:pt x="6979" y="2706"/>
                  <a:pt x="7024" y="2692"/>
                  <a:pt x="7059" y="2662"/>
                </a:cubicBezTo>
                <a:lnTo>
                  <a:pt x="7318" y="2448"/>
                </a:lnTo>
                <a:cubicBezTo>
                  <a:pt x="7399" y="2381"/>
                  <a:pt x="7411" y="2259"/>
                  <a:pt x="7343" y="2178"/>
                </a:cubicBezTo>
                <a:cubicBezTo>
                  <a:pt x="7305" y="2131"/>
                  <a:pt x="7250" y="2107"/>
                  <a:pt x="7194" y="2107"/>
                </a:cubicBezTo>
                <a:close/>
                <a:moveTo>
                  <a:pt x="1116" y="3420"/>
                </a:moveTo>
                <a:cubicBezTo>
                  <a:pt x="1031" y="3420"/>
                  <a:pt x="954" y="3479"/>
                  <a:pt x="933" y="3565"/>
                </a:cubicBezTo>
                <a:cubicBezTo>
                  <a:pt x="904" y="3666"/>
                  <a:pt x="967" y="3773"/>
                  <a:pt x="1069" y="3798"/>
                </a:cubicBezTo>
                <a:lnTo>
                  <a:pt x="1394" y="3881"/>
                </a:lnTo>
                <a:cubicBezTo>
                  <a:pt x="1411" y="3885"/>
                  <a:pt x="1426" y="3887"/>
                  <a:pt x="1442" y="3887"/>
                </a:cubicBezTo>
                <a:cubicBezTo>
                  <a:pt x="1528" y="3887"/>
                  <a:pt x="1605" y="3829"/>
                  <a:pt x="1627" y="3743"/>
                </a:cubicBezTo>
                <a:cubicBezTo>
                  <a:pt x="1656" y="3639"/>
                  <a:pt x="1593" y="3535"/>
                  <a:pt x="1491" y="3510"/>
                </a:cubicBezTo>
                <a:lnTo>
                  <a:pt x="1166" y="3427"/>
                </a:lnTo>
                <a:cubicBezTo>
                  <a:pt x="1149" y="3422"/>
                  <a:pt x="1133" y="3420"/>
                  <a:pt x="1116" y="3420"/>
                </a:cubicBezTo>
                <a:close/>
                <a:moveTo>
                  <a:pt x="7875" y="3471"/>
                </a:moveTo>
                <a:cubicBezTo>
                  <a:pt x="7859" y="3471"/>
                  <a:pt x="7843" y="3473"/>
                  <a:pt x="7827" y="3477"/>
                </a:cubicBezTo>
                <a:lnTo>
                  <a:pt x="7503" y="3560"/>
                </a:lnTo>
                <a:cubicBezTo>
                  <a:pt x="7401" y="3587"/>
                  <a:pt x="7337" y="3691"/>
                  <a:pt x="7365" y="3792"/>
                </a:cubicBezTo>
                <a:cubicBezTo>
                  <a:pt x="7388" y="3880"/>
                  <a:pt x="7466" y="3937"/>
                  <a:pt x="7551" y="3937"/>
                </a:cubicBezTo>
                <a:cubicBezTo>
                  <a:pt x="7567" y="3937"/>
                  <a:pt x="7582" y="3936"/>
                  <a:pt x="7600" y="3931"/>
                </a:cubicBezTo>
                <a:lnTo>
                  <a:pt x="7924" y="3848"/>
                </a:lnTo>
                <a:cubicBezTo>
                  <a:pt x="8026" y="3822"/>
                  <a:pt x="8087" y="3716"/>
                  <a:pt x="8062" y="3614"/>
                </a:cubicBezTo>
                <a:cubicBezTo>
                  <a:pt x="8039" y="3529"/>
                  <a:pt x="7961" y="3471"/>
                  <a:pt x="7875" y="3471"/>
                </a:cubicBezTo>
                <a:close/>
                <a:moveTo>
                  <a:pt x="4516" y="3492"/>
                </a:moveTo>
                <a:cubicBezTo>
                  <a:pt x="4946" y="3492"/>
                  <a:pt x="5310" y="3770"/>
                  <a:pt x="5448" y="4154"/>
                </a:cubicBezTo>
                <a:lnTo>
                  <a:pt x="3586" y="4154"/>
                </a:lnTo>
                <a:cubicBezTo>
                  <a:pt x="3721" y="3770"/>
                  <a:pt x="4085" y="3492"/>
                  <a:pt x="4516" y="3492"/>
                </a:cubicBezTo>
                <a:close/>
                <a:moveTo>
                  <a:pt x="4519" y="724"/>
                </a:moveTo>
                <a:cubicBezTo>
                  <a:pt x="6489" y="724"/>
                  <a:pt x="8112" y="2231"/>
                  <a:pt x="8293" y="4154"/>
                </a:cubicBezTo>
                <a:lnTo>
                  <a:pt x="5919" y="4154"/>
                </a:lnTo>
                <a:cubicBezTo>
                  <a:pt x="5886" y="4010"/>
                  <a:pt x="5828" y="3874"/>
                  <a:pt x="5754" y="3750"/>
                </a:cubicBezTo>
                <a:lnTo>
                  <a:pt x="6557" y="3107"/>
                </a:lnTo>
                <a:cubicBezTo>
                  <a:pt x="6655" y="3030"/>
                  <a:pt x="6672" y="2886"/>
                  <a:pt x="6593" y="2790"/>
                </a:cubicBezTo>
                <a:cubicBezTo>
                  <a:pt x="6548" y="2734"/>
                  <a:pt x="6482" y="2705"/>
                  <a:pt x="6415" y="2705"/>
                </a:cubicBezTo>
                <a:cubicBezTo>
                  <a:pt x="6366" y="2705"/>
                  <a:pt x="6316" y="2721"/>
                  <a:pt x="6275" y="2754"/>
                </a:cubicBezTo>
                <a:lnTo>
                  <a:pt x="5465" y="3403"/>
                </a:lnTo>
                <a:cubicBezTo>
                  <a:pt x="5211" y="3180"/>
                  <a:pt x="4881" y="3041"/>
                  <a:pt x="4517" y="3041"/>
                </a:cubicBezTo>
                <a:cubicBezTo>
                  <a:pt x="3834" y="3041"/>
                  <a:pt x="3265" y="3517"/>
                  <a:pt x="3117" y="4156"/>
                </a:cubicBezTo>
                <a:lnTo>
                  <a:pt x="741" y="4156"/>
                </a:lnTo>
                <a:cubicBezTo>
                  <a:pt x="922" y="2233"/>
                  <a:pt x="2547" y="724"/>
                  <a:pt x="4519" y="724"/>
                </a:cubicBezTo>
                <a:close/>
                <a:moveTo>
                  <a:pt x="4516" y="1"/>
                </a:moveTo>
                <a:cubicBezTo>
                  <a:pt x="2027" y="1"/>
                  <a:pt x="0" y="2025"/>
                  <a:pt x="0" y="4517"/>
                </a:cubicBezTo>
                <a:cubicBezTo>
                  <a:pt x="0" y="4716"/>
                  <a:pt x="162" y="4876"/>
                  <a:pt x="359" y="4876"/>
                </a:cubicBezTo>
                <a:lnTo>
                  <a:pt x="8669" y="4876"/>
                </a:lnTo>
                <a:cubicBezTo>
                  <a:pt x="8867" y="4876"/>
                  <a:pt x="9028" y="4716"/>
                  <a:pt x="9028" y="4517"/>
                </a:cubicBezTo>
                <a:cubicBezTo>
                  <a:pt x="9033" y="2025"/>
                  <a:pt x="7007" y="1"/>
                  <a:pt x="451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800">
              <a:solidFill>
                <a:srgbClr val="252525"/>
              </a:solidFill>
              <a:latin typeface="Arial"/>
              <a:ea typeface="Arial"/>
              <a:cs typeface="Arial"/>
              <a:sym typeface="Arial"/>
            </a:endParaRPr>
          </a:p>
        </p:txBody>
      </p:sp>
      <p:sp>
        <p:nvSpPr>
          <p:cNvPr id="1129" name="Google Shape;1129;p137"/>
          <p:cNvSpPr/>
          <p:nvPr/>
        </p:nvSpPr>
        <p:spPr>
          <a:xfrm>
            <a:off x="6128400" y="414680"/>
            <a:ext cx="405489" cy="277307"/>
          </a:xfrm>
          <a:custGeom>
            <a:rect b="b" l="l" r="r" t="t"/>
            <a:pathLst>
              <a:path extrusionOk="0" h="7437" w="9223">
                <a:moveTo>
                  <a:pt x="3376" y="4106"/>
                </a:moveTo>
                <a:cubicBezTo>
                  <a:pt x="3375" y="4106"/>
                  <a:pt x="3374" y="4106"/>
                  <a:pt x="3372" y="4106"/>
                </a:cubicBezTo>
                <a:cubicBezTo>
                  <a:pt x="3334" y="4109"/>
                  <a:pt x="3298" y="4136"/>
                  <a:pt x="3285" y="4173"/>
                </a:cubicBezTo>
                <a:cubicBezTo>
                  <a:pt x="3282" y="4183"/>
                  <a:pt x="3202" y="4406"/>
                  <a:pt x="2891" y="4543"/>
                </a:cubicBezTo>
                <a:cubicBezTo>
                  <a:pt x="2841" y="4565"/>
                  <a:pt x="2818" y="4623"/>
                  <a:pt x="2841" y="4673"/>
                </a:cubicBezTo>
                <a:cubicBezTo>
                  <a:pt x="2857" y="4712"/>
                  <a:pt x="2893" y="4734"/>
                  <a:pt x="2931" y="4734"/>
                </a:cubicBezTo>
                <a:cubicBezTo>
                  <a:pt x="2944" y="4734"/>
                  <a:pt x="2958" y="4731"/>
                  <a:pt x="2971" y="4725"/>
                </a:cubicBezTo>
                <a:cubicBezTo>
                  <a:pt x="3184" y="4630"/>
                  <a:pt x="3313" y="4500"/>
                  <a:pt x="3386" y="4396"/>
                </a:cubicBezTo>
                <a:cubicBezTo>
                  <a:pt x="3521" y="4574"/>
                  <a:pt x="3809" y="4863"/>
                  <a:pt x="4309" y="4967"/>
                </a:cubicBezTo>
                <a:cubicBezTo>
                  <a:pt x="4317" y="4970"/>
                  <a:pt x="4323" y="4970"/>
                  <a:pt x="4330" y="4970"/>
                </a:cubicBezTo>
                <a:cubicBezTo>
                  <a:pt x="4376" y="4970"/>
                  <a:pt x="4418" y="4938"/>
                  <a:pt x="4427" y="4892"/>
                </a:cubicBezTo>
                <a:cubicBezTo>
                  <a:pt x="4437" y="4838"/>
                  <a:pt x="4404" y="4786"/>
                  <a:pt x="4351" y="4774"/>
                </a:cubicBezTo>
                <a:cubicBezTo>
                  <a:pt x="3720" y="4644"/>
                  <a:pt x="3478" y="4180"/>
                  <a:pt x="3467" y="4161"/>
                </a:cubicBezTo>
                <a:cubicBezTo>
                  <a:pt x="3449" y="4127"/>
                  <a:pt x="3412" y="4106"/>
                  <a:pt x="3376" y="4106"/>
                </a:cubicBezTo>
                <a:close/>
                <a:moveTo>
                  <a:pt x="2747" y="4819"/>
                </a:moveTo>
                <a:cubicBezTo>
                  <a:pt x="2746" y="4819"/>
                  <a:pt x="2745" y="4819"/>
                  <a:pt x="2744" y="4819"/>
                </a:cubicBezTo>
                <a:cubicBezTo>
                  <a:pt x="2691" y="4823"/>
                  <a:pt x="2648" y="4871"/>
                  <a:pt x="2654" y="4926"/>
                </a:cubicBezTo>
                <a:cubicBezTo>
                  <a:pt x="2714" y="5775"/>
                  <a:pt x="3207" y="6072"/>
                  <a:pt x="3417" y="6161"/>
                </a:cubicBezTo>
                <a:cubicBezTo>
                  <a:pt x="3473" y="6185"/>
                  <a:pt x="3536" y="6198"/>
                  <a:pt x="3598" y="6198"/>
                </a:cubicBezTo>
                <a:cubicBezTo>
                  <a:pt x="3647" y="6198"/>
                  <a:pt x="3696" y="6191"/>
                  <a:pt x="3744" y="6175"/>
                </a:cubicBezTo>
                <a:cubicBezTo>
                  <a:pt x="3944" y="6108"/>
                  <a:pt x="4427" y="5872"/>
                  <a:pt x="4590" y="5108"/>
                </a:cubicBezTo>
                <a:cubicBezTo>
                  <a:pt x="4600" y="5055"/>
                  <a:pt x="4568" y="5003"/>
                  <a:pt x="4513" y="4993"/>
                </a:cubicBezTo>
                <a:cubicBezTo>
                  <a:pt x="4505" y="4991"/>
                  <a:pt x="4497" y="4990"/>
                  <a:pt x="4490" y="4990"/>
                </a:cubicBezTo>
                <a:cubicBezTo>
                  <a:pt x="4445" y="4990"/>
                  <a:pt x="4406" y="5022"/>
                  <a:pt x="4397" y="5068"/>
                </a:cubicBezTo>
                <a:cubicBezTo>
                  <a:pt x="4253" y="5731"/>
                  <a:pt x="3849" y="5931"/>
                  <a:pt x="3681" y="5987"/>
                </a:cubicBezTo>
                <a:cubicBezTo>
                  <a:pt x="3654" y="5996"/>
                  <a:pt x="3626" y="6000"/>
                  <a:pt x="3599" y="6000"/>
                </a:cubicBezTo>
                <a:cubicBezTo>
                  <a:pt x="3563" y="6000"/>
                  <a:pt x="3527" y="5993"/>
                  <a:pt x="3494" y="5980"/>
                </a:cubicBezTo>
                <a:cubicBezTo>
                  <a:pt x="3320" y="5906"/>
                  <a:pt x="2906" y="5650"/>
                  <a:pt x="2850" y="4911"/>
                </a:cubicBezTo>
                <a:cubicBezTo>
                  <a:pt x="2847" y="4857"/>
                  <a:pt x="2798" y="4819"/>
                  <a:pt x="2747" y="4819"/>
                </a:cubicBezTo>
                <a:close/>
                <a:moveTo>
                  <a:pt x="6046" y="3089"/>
                </a:moveTo>
                <a:cubicBezTo>
                  <a:pt x="6033" y="3089"/>
                  <a:pt x="6020" y="3089"/>
                  <a:pt x="6008" y="3089"/>
                </a:cubicBezTo>
                <a:cubicBezTo>
                  <a:pt x="5825" y="3093"/>
                  <a:pt x="5282" y="3087"/>
                  <a:pt x="5029" y="3702"/>
                </a:cubicBezTo>
                <a:cubicBezTo>
                  <a:pt x="4983" y="3817"/>
                  <a:pt x="5037" y="3950"/>
                  <a:pt x="5154" y="3998"/>
                </a:cubicBezTo>
                <a:cubicBezTo>
                  <a:pt x="5182" y="4009"/>
                  <a:pt x="5211" y="4014"/>
                  <a:pt x="5239" y="4014"/>
                </a:cubicBezTo>
                <a:cubicBezTo>
                  <a:pt x="5328" y="4014"/>
                  <a:pt x="5414" y="3962"/>
                  <a:pt x="5450" y="3873"/>
                </a:cubicBezTo>
                <a:cubicBezTo>
                  <a:pt x="5573" y="3574"/>
                  <a:pt x="5784" y="3542"/>
                  <a:pt x="5991" y="3542"/>
                </a:cubicBezTo>
                <a:cubicBezTo>
                  <a:pt x="5996" y="3542"/>
                  <a:pt x="6002" y="3542"/>
                  <a:pt x="6007" y="3542"/>
                </a:cubicBezTo>
                <a:lnTo>
                  <a:pt x="6033" y="3542"/>
                </a:lnTo>
                <a:cubicBezTo>
                  <a:pt x="6145" y="3542"/>
                  <a:pt x="6330" y="3542"/>
                  <a:pt x="6467" y="3678"/>
                </a:cubicBezTo>
                <a:cubicBezTo>
                  <a:pt x="6574" y="3785"/>
                  <a:pt x="6641" y="3968"/>
                  <a:pt x="6669" y="4210"/>
                </a:cubicBezTo>
                <a:cubicBezTo>
                  <a:pt x="6650" y="4192"/>
                  <a:pt x="6626" y="4180"/>
                  <a:pt x="6598" y="4180"/>
                </a:cubicBezTo>
                <a:cubicBezTo>
                  <a:pt x="6133" y="4180"/>
                  <a:pt x="5770" y="3775"/>
                  <a:pt x="5766" y="3770"/>
                </a:cubicBezTo>
                <a:cubicBezTo>
                  <a:pt x="5746" y="3749"/>
                  <a:pt x="5719" y="3736"/>
                  <a:pt x="5691" y="3736"/>
                </a:cubicBezTo>
                <a:cubicBezTo>
                  <a:pt x="5676" y="3736"/>
                  <a:pt x="5661" y="3740"/>
                  <a:pt x="5647" y="3747"/>
                </a:cubicBezTo>
                <a:cubicBezTo>
                  <a:pt x="5607" y="3767"/>
                  <a:pt x="5585" y="3809"/>
                  <a:pt x="5594" y="3854"/>
                </a:cubicBezTo>
                <a:cubicBezTo>
                  <a:pt x="5595" y="3866"/>
                  <a:pt x="5644" y="4131"/>
                  <a:pt x="5395" y="4238"/>
                </a:cubicBezTo>
                <a:cubicBezTo>
                  <a:pt x="5346" y="4261"/>
                  <a:pt x="5324" y="4318"/>
                  <a:pt x="5343" y="4369"/>
                </a:cubicBezTo>
                <a:cubicBezTo>
                  <a:pt x="5361" y="4406"/>
                  <a:pt x="5395" y="4428"/>
                  <a:pt x="5435" y="4428"/>
                </a:cubicBezTo>
                <a:cubicBezTo>
                  <a:pt x="5447" y="4428"/>
                  <a:pt x="5460" y="4425"/>
                  <a:pt x="5473" y="4421"/>
                </a:cubicBezTo>
                <a:cubicBezTo>
                  <a:pt x="5661" y="4339"/>
                  <a:pt x="5747" y="4192"/>
                  <a:pt x="5779" y="4054"/>
                </a:cubicBezTo>
                <a:cubicBezTo>
                  <a:pt x="5950" y="4194"/>
                  <a:pt x="6244" y="4379"/>
                  <a:pt x="6596" y="4379"/>
                </a:cubicBezTo>
                <a:cubicBezTo>
                  <a:pt x="6627" y="4379"/>
                  <a:pt x="6656" y="4363"/>
                  <a:pt x="6675" y="4339"/>
                </a:cubicBezTo>
                <a:cubicBezTo>
                  <a:pt x="6676" y="4379"/>
                  <a:pt x="6679" y="4416"/>
                  <a:pt x="6679" y="4459"/>
                </a:cubicBezTo>
                <a:cubicBezTo>
                  <a:pt x="6679" y="4519"/>
                  <a:pt x="6705" y="4577"/>
                  <a:pt x="6746" y="4618"/>
                </a:cubicBezTo>
                <a:cubicBezTo>
                  <a:pt x="6776" y="4648"/>
                  <a:pt x="6794" y="4690"/>
                  <a:pt x="6794" y="4733"/>
                </a:cubicBezTo>
                <a:lnTo>
                  <a:pt x="6794" y="4816"/>
                </a:lnTo>
                <a:cubicBezTo>
                  <a:pt x="6795" y="4854"/>
                  <a:pt x="6779" y="4893"/>
                  <a:pt x="6748" y="4923"/>
                </a:cubicBezTo>
                <a:lnTo>
                  <a:pt x="6709" y="4963"/>
                </a:lnTo>
                <a:cubicBezTo>
                  <a:pt x="6667" y="5004"/>
                  <a:pt x="6642" y="5062"/>
                  <a:pt x="6642" y="5122"/>
                </a:cubicBezTo>
                <a:cubicBezTo>
                  <a:pt x="6642" y="5270"/>
                  <a:pt x="6575" y="5411"/>
                  <a:pt x="6464" y="5499"/>
                </a:cubicBezTo>
                <a:cubicBezTo>
                  <a:pt x="6412" y="5539"/>
                  <a:pt x="6356" y="5595"/>
                  <a:pt x="6293" y="5656"/>
                </a:cubicBezTo>
                <a:cubicBezTo>
                  <a:pt x="6223" y="5728"/>
                  <a:pt x="6076" y="5872"/>
                  <a:pt x="6018" y="5873"/>
                </a:cubicBezTo>
                <a:cubicBezTo>
                  <a:pt x="5962" y="5872"/>
                  <a:pt x="5815" y="5728"/>
                  <a:pt x="5744" y="5656"/>
                </a:cubicBezTo>
                <a:cubicBezTo>
                  <a:pt x="5683" y="5597"/>
                  <a:pt x="5628" y="5542"/>
                  <a:pt x="5573" y="5500"/>
                </a:cubicBezTo>
                <a:cubicBezTo>
                  <a:pt x="5532" y="5468"/>
                  <a:pt x="5483" y="5452"/>
                  <a:pt x="5434" y="5452"/>
                </a:cubicBezTo>
                <a:cubicBezTo>
                  <a:pt x="5367" y="5452"/>
                  <a:pt x="5301" y="5482"/>
                  <a:pt x="5257" y="5539"/>
                </a:cubicBezTo>
                <a:cubicBezTo>
                  <a:pt x="5178" y="5639"/>
                  <a:pt x="5197" y="5781"/>
                  <a:pt x="5295" y="5857"/>
                </a:cubicBezTo>
                <a:cubicBezTo>
                  <a:pt x="5335" y="5888"/>
                  <a:pt x="5378" y="5933"/>
                  <a:pt x="5424" y="5980"/>
                </a:cubicBezTo>
                <a:cubicBezTo>
                  <a:pt x="5580" y="6136"/>
                  <a:pt x="5776" y="6329"/>
                  <a:pt x="6018" y="6329"/>
                </a:cubicBezTo>
                <a:cubicBezTo>
                  <a:pt x="6262" y="6329"/>
                  <a:pt x="6457" y="6136"/>
                  <a:pt x="6612" y="5980"/>
                </a:cubicBezTo>
                <a:cubicBezTo>
                  <a:pt x="6660" y="5933"/>
                  <a:pt x="6705" y="5888"/>
                  <a:pt x="6743" y="5857"/>
                </a:cubicBezTo>
                <a:cubicBezTo>
                  <a:pt x="6938" y="5702"/>
                  <a:pt x="7064" y="5471"/>
                  <a:pt x="7091" y="5223"/>
                </a:cubicBezTo>
                <a:cubicBezTo>
                  <a:pt x="7192" y="5108"/>
                  <a:pt x="7248" y="4966"/>
                  <a:pt x="7248" y="4814"/>
                </a:cubicBezTo>
                <a:lnTo>
                  <a:pt x="7248" y="4730"/>
                </a:lnTo>
                <a:cubicBezTo>
                  <a:pt x="7248" y="4601"/>
                  <a:pt x="7206" y="4477"/>
                  <a:pt x="7135" y="4373"/>
                </a:cubicBezTo>
                <a:cubicBezTo>
                  <a:pt x="7122" y="3916"/>
                  <a:pt x="7004" y="3574"/>
                  <a:pt x="6788" y="3356"/>
                </a:cubicBezTo>
                <a:cubicBezTo>
                  <a:pt x="6537" y="3106"/>
                  <a:pt x="6226" y="3089"/>
                  <a:pt x="6046" y="3089"/>
                </a:cubicBezTo>
                <a:close/>
                <a:moveTo>
                  <a:pt x="5169" y="0"/>
                </a:moveTo>
                <a:cubicBezTo>
                  <a:pt x="3747" y="0"/>
                  <a:pt x="2498" y="896"/>
                  <a:pt x="2039" y="2210"/>
                </a:cubicBezTo>
                <a:cubicBezTo>
                  <a:pt x="900" y="2297"/>
                  <a:pt x="0" y="3258"/>
                  <a:pt x="0" y="4430"/>
                </a:cubicBezTo>
                <a:cubicBezTo>
                  <a:pt x="0" y="5224"/>
                  <a:pt x="428" y="5965"/>
                  <a:pt x="1118" y="6363"/>
                </a:cubicBezTo>
                <a:cubicBezTo>
                  <a:pt x="1175" y="6397"/>
                  <a:pt x="1235" y="6412"/>
                  <a:pt x="1295" y="6412"/>
                </a:cubicBezTo>
                <a:cubicBezTo>
                  <a:pt x="1418" y="6412"/>
                  <a:pt x="1537" y="6348"/>
                  <a:pt x="1601" y="6235"/>
                </a:cubicBezTo>
                <a:cubicBezTo>
                  <a:pt x="1697" y="6066"/>
                  <a:pt x="1641" y="5851"/>
                  <a:pt x="1472" y="5753"/>
                </a:cubicBezTo>
                <a:cubicBezTo>
                  <a:pt x="998" y="5480"/>
                  <a:pt x="705" y="4973"/>
                  <a:pt x="705" y="4431"/>
                </a:cubicBezTo>
                <a:cubicBezTo>
                  <a:pt x="705" y="3607"/>
                  <a:pt x="1390" y="2914"/>
                  <a:pt x="2198" y="2914"/>
                </a:cubicBezTo>
                <a:lnTo>
                  <a:pt x="2199" y="2914"/>
                </a:lnTo>
                <a:cubicBezTo>
                  <a:pt x="2227" y="2917"/>
                  <a:pt x="2254" y="2921"/>
                  <a:pt x="2282" y="2923"/>
                </a:cubicBezTo>
                <a:cubicBezTo>
                  <a:pt x="2287" y="2923"/>
                  <a:pt x="2291" y="2923"/>
                  <a:pt x="2295" y="2923"/>
                </a:cubicBezTo>
                <a:cubicBezTo>
                  <a:pt x="2459" y="2923"/>
                  <a:pt x="2601" y="2814"/>
                  <a:pt x="2640" y="2657"/>
                </a:cubicBezTo>
                <a:cubicBezTo>
                  <a:pt x="2934" y="1510"/>
                  <a:pt x="3974" y="710"/>
                  <a:pt x="5168" y="710"/>
                </a:cubicBezTo>
                <a:cubicBezTo>
                  <a:pt x="6605" y="710"/>
                  <a:pt x="7775" y="1871"/>
                  <a:pt x="7775" y="3301"/>
                </a:cubicBezTo>
                <a:cubicBezTo>
                  <a:pt x="7775" y="3356"/>
                  <a:pt x="7769" y="3419"/>
                  <a:pt x="7766" y="3482"/>
                </a:cubicBezTo>
                <a:cubicBezTo>
                  <a:pt x="7756" y="3619"/>
                  <a:pt x="7824" y="3748"/>
                  <a:pt x="7944" y="3815"/>
                </a:cubicBezTo>
                <a:cubicBezTo>
                  <a:pt x="8296" y="4015"/>
                  <a:pt x="8516" y="4393"/>
                  <a:pt x="8516" y="4797"/>
                </a:cubicBezTo>
                <a:cubicBezTo>
                  <a:pt x="8516" y="5174"/>
                  <a:pt x="8328" y="5530"/>
                  <a:pt x="8014" y="5750"/>
                </a:cubicBezTo>
                <a:cubicBezTo>
                  <a:pt x="7852" y="5861"/>
                  <a:pt x="7814" y="6081"/>
                  <a:pt x="7925" y="6241"/>
                </a:cubicBezTo>
                <a:cubicBezTo>
                  <a:pt x="7994" y="6341"/>
                  <a:pt x="8103" y="6394"/>
                  <a:pt x="8215" y="6394"/>
                </a:cubicBezTo>
                <a:cubicBezTo>
                  <a:pt x="8285" y="6394"/>
                  <a:pt x="8355" y="6373"/>
                  <a:pt x="8417" y="6331"/>
                </a:cubicBezTo>
                <a:cubicBezTo>
                  <a:pt x="8922" y="5980"/>
                  <a:pt x="9223" y="5405"/>
                  <a:pt x="9223" y="4797"/>
                </a:cubicBezTo>
                <a:cubicBezTo>
                  <a:pt x="9223" y="4213"/>
                  <a:pt x="8944" y="3667"/>
                  <a:pt x="8486" y="3322"/>
                </a:cubicBezTo>
                <a:lnTo>
                  <a:pt x="8486" y="3300"/>
                </a:lnTo>
                <a:cubicBezTo>
                  <a:pt x="8486" y="1481"/>
                  <a:pt x="6997" y="0"/>
                  <a:pt x="5169" y="0"/>
                </a:cubicBezTo>
                <a:close/>
                <a:moveTo>
                  <a:pt x="3359" y="3419"/>
                </a:moveTo>
                <a:cubicBezTo>
                  <a:pt x="3459" y="3419"/>
                  <a:pt x="3517" y="3463"/>
                  <a:pt x="3531" y="3475"/>
                </a:cubicBezTo>
                <a:cubicBezTo>
                  <a:pt x="3575" y="3518"/>
                  <a:pt x="3633" y="3541"/>
                  <a:pt x="3692" y="3541"/>
                </a:cubicBezTo>
                <a:cubicBezTo>
                  <a:pt x="3720" y="3541"/>
                  <a:pt x="3748" y="3536"/>
                  <a:pt x="3775" y="3525"/>
                </a:cubicBezTo>
                <a:cubicBezTo>
                  <a:pt x="3805" y="3514"/>
                  <a:pt x="3882" y="3489"/>
                  <a:pt x="3978" y="3489"/>
                </a:cubicBezTo>
                <a:cubicBezTo>
                  <a:pt x="4131" y="3489"/>
                  <a:pt x="4330" y="3554"/>
                  <a:pt x="4458" y="3846"/>
                </a:cubicBezTo>
                <a:cubicBezTo>
                  <a:pt x="4537" y="4023"/>
                  <a:pt x="4608" y="4724"/>
                  <a:pt x="4636" y="5177"/>
                </a:cubicBezTo>
                <a:cubicBezTo>
                  <a:pt x="4658" y="5392"/>
                  <a:pt x="4649" y="5644"/>
                  <a:pt x="4633" y="5688"/>
                </a:cubicBezTo>
                <a:cubicBezTo>
                  <a:pt x="4568" y="5748"/>
                  <a:pt x="4407" y="5812"/>
                  <a:pt x="4317" y="5838"/>
                </a:cubicBezTo>
                <a:cubicBezTo>
                  <a:pt x="4196" y="5872"/>
                  <a:pt x="4125" y="5996"/>
                  <a:pt x="4159" y="6117"/>
                </a:cubicBezTo>
                <a:cubicBezTo>
                  <a:pt x="4173" y="6160"/>
                  <a:pt x="4196" y="6195"/>
                  <a:pt x="4228" y="6222"/>
                </a:cubicBezTo>
                <a:lnTo>
                  <a:pt x="3626" y="6752"/>
                </a:lnTo>
                <a:lnTo>
                  <a:pt x="2952" y="6160"/>
                </a:lnTo>
                <a:cubicBezTo>
                  <a:pt x="2980" y="6127"/>
                  <a:pt x="3003" y="6090"/>
                  <a:pt x="3010" y="6047"/>
                </a:cubicBezTo>
                <a:cubicBezTo>
                  <a:pt x="3029" y="5922"/>
                  <a:pt x="2943" y="5806"/>
                  <a:pt x="2818" y="5789"/>
                </a:cubicBezTo>
                <a:cubicBezTo>
                  <a:pt x="2780" y="5781"/>
                  <a:pt x="2654" y="5747"/>
                  <a:pt x="2614" y="5707"/>
                </a:cubicBezTo>
                <a:cubicBezTo>
                  <a:pt x="2585" y="5643"/>
                  <a:pt x="2596" y="5391"/>
                  <a:pt x="2637" y="5178"/>
                </a:cubicBezTo>
                <a:cubicBezTo>
                  <a:pt x="2643" y="5150"/>
                  <a:pt x="2643" y="5120"/>
                  <a:pt x="2637" y="5092"/>
                </a:cubicBezTo>
                <a:cubicBezTo>
                  <a:pt x="2633" y="5082"/>
                  <a:pt x="2431" y="3961"/>
                  <a:pt x="3031" y="3543"/>
                </a:cubicBezTo>
                <a:cubicBezTo>
                  <a:pt x="3168" y="3447"/>
                  <a:pt x="3277" y="3419"/>
                  <a:pt x="3359" y="3419"/>
                </a:cubicBezTo>
                <a:close/>
                <a:moveTo>
                  <a:pt x="3358" y="2970"/>
                </a:moveTo>
                <a:cubicBezTo>
                  <a:pt x="3188" y="2970"/>
                  <a:pt x="2988" y="3023"/>
                  <a:pt x="2772" y="3174"/>
                </a:cubicBezTo>
                <a:cubicBezTo>
                  <a:pt x="2000" y="3710"/>
                  <a:pt x="2146" y="4886"/>
                  <a:pt x="2186" y="5135"/>
                </a:cubicBezTo>
                <a:cubicBezTo>
                  <a:pt x="2132" y="5440"/>
                  <a:pt x="2106" y="5820"/>
                  <a:pt x="2268" y="5995"/>
                </a:cubicBezTo>
                <a:cubicBezTo>
                  <a:pt x="2342" y="6074"/>
                  <a:pt x="2435" y="6129"/>
                  <a:pt x="2518" y="6166"/>
                </a:cubicBezTo>
                <a:cubicBezTo>
                  <a:pt x="1752" y="6403"/>
                  <a:pt x="1694" y="6538"/>
                  <a:pt x="1663" y="6613"/>
                </a:cubicBezTo>
                <a:cubicBezTo>
                  <a:pt x="1608" y="6748"/>
                  <a:pt x="1590" y="6926"/>
                  <a:pt x="1574" y="7083"/>
                </a:cubicBezTo>
                <a:lnTo>
                  <a:pt x="1562" y="7183"/>
                </a:lnTo>
                <a:cubicBezTo>
                  <a:pt x="1546" y="7306"/>
                  <a:pt x="1635" y="7420"/>
                  <a:pt x="1760" y="7435"/>
                </a:cubicBezTo>
                <a:cubicBezTo>
                  <a:pt x="1769" y="7437"/>
                  <a:pt x="1777" y="7437"/>
                  <a:pt x="1786" y="7437"/>
                </a:cubicBezTo>
                <a:cubicBezTo>
                  <a:pt x="1901" y="7437"/>
                  <a:pt x="1999" y="7354"/>
                  <a:pt x="2012" y="7238"/>
                </a:cubicBezTo>
                <a:lnTo>
                  <a:pt x="2023" y="7132"/>
                </a:lnTo>
                <a:cubicBezTo>
                  <a:pt x="2034" y="7034"/>
                  <a:pt x="2046" y="6905"/>
                  <a:pt x="2069" y="6824"/>
                </a:cubicBezTo>
                <a:cubicBezTo>
                  <a:pt x="2170" y="6763"/>
                  <a:pt x="2462" y="6657"/>
                  <a:pt x="2737" y="6574"/>
                </a:cubicBezTo>
                <a:lnTo>
                  <a:pt x="3470" y="7217"/>
                </a:lnTo>
                <a:cubicBezTo>
                  <a:pt x="3509" y="7251"/>
                  <a:pt x="3558" y="7266"/>
                  <a:pt x="3605" y="7269"/>
                </a:cubicBezTo>
                <a:cubicBezTo>
                  <a:pt x="3613" y="7269"/>
                  <a:pt x="3619" y="7272"/>
                  <a:pt x="3626" y="7272"/>
                </a:cubicBezTo>
                <a:cubicBezTo>
                  <a:pt x="3634" y="7269"/>
                  <a:pt x="3641" y="7269"/>
                  <a:pt x="3649" y="7268"/>
                </a:cubicBezTo>
                <a:cubicBezTo>
                  <a:pt x="3698" y="7265"/>
                  <a:pt x="3745" y="7250"/>
                  <a:pt x="3784" y="7216"/>
                </a:cubicBezTo>
                <a:lnTo>
                  <a:pt x="4517" y="6571"/>
                </a:lnTo>
                <a:cubicBezTo>
                  <a:pt x="4792" y="6656"/>
                  <a:pt x="5087" y="6763"/>
                  <a:pt x="5185" y="6822"/>
                </a:cubicBezTo>
                <a:cubicBezTo>
                  <a:pt x="5214" y="6919"/>
                  <a:pt x="5228" y="7079"/>
                  <a:pt x="5237" y="7187"/>
                </a:cubicBezTo>
                <a:lnTo>
                  <a:pt x="5242" y="7230"/>
                </a:lnTo>
                <a:cubicBezTo>
                  <a:pt x="5252" y="7348"/>
                  <a:pt x="5350" y="7437"/>
                  <a:pt x="5466" y="7437"/>
                </a:cubicBezTo>
                <a:cubicBezTo>
                  <a:pt x="5472" y="7437"/>
                  <a:pt x="5479" y="7435"/>
                  <a:pt x="5487" y="7435"/>
                </a:cubicBezTo>
                <a:cubicBezTo>
                  <a:pt x="5610" y="7423"/>
                  <a:pt x="5702" y="7312"/>
                  <a:pt x="5690" y="7187"/>
                </a:cubicBezTo>
                <a:lnTo>
                  <a:pt x="5687" y="7147"/>
                </a:lnTo>
                <a:cubicBezTo>
                  <a:pt x="5670" y="6976"/>
                  <a:pt x="5652" y="6764"/>
                  <a:pt x="5594" y="6613"/>
                </a:cubicBezTo>
                <a:cubicBezTo>
                  <a:pt x="5563" y="6537"/>
                  <a:pt x="5505" y="6400"/>
                  <a:pt x="4727" y="6161"/>
                </a:cubicBezTo>
                <a:cubicBezTo>
                  <a:pt x="4801" y="6124"/>
                  <a:pt x="4880" y="6077"/>
                  <a:pt x="4940" y="6020"/>
                </a:cubicBezTo>
                <a:cubicBezTo>
                  <a:pt x="5125" y="5854"/>
                  <a:pt x="5123" y="5443"/>
                  <a:pt x="5089" y="5138"/>
                </a:cubicBezTo>
                <a:cubicBezTo>
                  <a:pt x="5076" y="4945"/>
                  <a:pt x="5012" y="3975"/>
                  <a:pt x="4874" y="3664"/>
                </a:cubicBezTo>
                <a:cubicBezTo>
                  <a:pt x="4659" y="3174"/>
                  <a:pt x="4289" y="3036"/>
                  <a:pt x="3979" y="3036"/>
                </a:cubicBezTo>
                <a:cubicBezTo>
                  <a:pt x="3890" y="3036"/>
                  <a:pt x="3806" y="3047"/>
                  <a:pt x="3732" y="3065"/>
                </a:cubicBezTo>
                <a:cubicBezTo>
                  <a:pt x="3637" y="3012"/>
                  <a:pt x="3509" y="2970"/>
                  <a:pt x="3358" y="2970"/>
                </a:cubicBezTo>
                <a:close/>
                <a:moveTo>
                  <a:pt x="6870" y="6092"/>
                </a:moveTo>
                <a:cubicBezTo>
                  <a:pt x="6816" y="6092"/>
                  <a:pt x="6764" y="6112"/>
                  <a:pt x="6722" y="6151"/>
                </a:cubicBezTo>
                <a:lnTo>
                  <a:pt x="5894" y="6878"/>
                </a:lnTo>
                <a:cubicBezTo>
                  <a:pt x="5800" y="6960"/>
                  <a:pt x="5791" y="7104"/>
                  <a:pt x="5874" y="7198"/>
                </a:cubicBezTo>
                <a:cubicBezTo>
                  <a:pt x="5919" y="7248"/>
                  <a:pt x="5982" y="7275"/>
                  <a:pt x="6045" y="7275"/>
                </a:cubicBezTo>
                <a:cubicBezTo>
                  <a:pt x="6098" y="7275"/>
                  <a:pt x="6151" y="7256"/>
                  <a:pt x="6194" y="7217"/>
                </a:cubicBezTo>
                <a:lnTo>
                  <a:pt x="6927" y="6574"/>
                </a:lnTo>
                <a:cubicBezTo>
                  <a:pt x="7202" y="6657"/>
                  <a:pt x="7494" y="6763"/>
                  <a:pt x="7595" y="6822"/>
                </a:cubicBezTo>
                <a:cubicBezTo>
                  <a:pt x="7615" y="6901"/>
                  <a:pt x="7628" y="7024"/>
                  <a:pt x="7637" y="7112"/>
                </a:cubicBezTo>
                <a:cubicBezTo>
                  <a:pt x="7643" y="7162"/>
                  <a:pt x="7647" y="7207"/>
                  <a:pt x="7652" y="7244"/>
                </a:cubicBezTo>
                <a:cubicBezTo>
                  <a:pt x="7670" y="7357"/>
                  <a:pt x="7765" y="7437"/>
                  <a:pt x="7876" y="7437"/>
                </a:cubicBezTo>
                <a:cubicBezTo>
                  <a:pt x="7888" y="7437"/>
                  <a:pt x="7898" y="7437"/>
                  <a:pt x="7910" y="7435"/>
                </a:cubicBezTo>
                <a:cubicBezTo>
                  <a:pt x="8035" y="7416"/>
                  <a:pt x="8120" y="7302"/>
                  <a:pt x="8102" y="7178"/>
                </a:cubicBezTo>
                <a:cubicBezTo>
                  <a:pt x="8096" y="7147"/>
                  <a:pt x="8091" y="7109"/>
                  <a:pt x="8088" y="7066"/>
                </a:cubicBezTo>
                <a:cubicBezTo>
                  <a:pt x="8072" y="6919"/>
                  <a:pt x="8053" y="6739"/>
                  <a:pt x="8001" y="6613"/>
                </a:cubicBezTo>
                <a:cubicBezTo>
                  <a:pt x="7968" y="6531"/>
                  <a:pt x="7904" y="6381"/>
                  <a:pt x="6933" y="6102"/>
                </a:cubicBezTo>
                <a:cubicBezTo>
                  <a:pt x="6912" y="6096"/>
                  <a:pt x="6891" y="6092"/>
                  <a:pt x="6870" y="6092"/>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800">
              <a:solidFill>
                <a:srgbClr val="252525"/>
              </a:solidFill>
              <a:latin typeface="Arial"/>
              <a:ea typeface="Arial"/>
              <a:cs typeface="Arial"/>
              <a:sym typeface="Arial"/>
            </a:endParaRPr>
          </a:p>
        </p:txBody>
      </p:sp>
      <p:sp>
        <p:nvSpPr>
          <p:cNvPr id="1130" name="Google Shape;1130;p137"/>
          <p:cNvSpPr/>
          <p:nvPr/>
        </p:nvSpPr>
        <p:spPr>
          <a:xfrm>
            <a:off x="6975927" y="467641"/>
            <a:ext cx="268796" cy="243294"/>
          </a:xfrm>
          <a:custGeom>
            <a:rect b="b" l="l" r="r" t="t"/>
            <a:pathLst>
              <a:path extrusionOk="0" h="7023" w="9084">
                <a:moveTo>
                  <a:pt x="5618" y="1718"/>
                </a:moveTo>
                <a:lnTo>
                  <a:pt x="1862" y="3913"/>
                </a:lnTo>
                <a:lnTo>
                  <a:pt x="1064" y="3185"/>
                </a:lnTo>
                <a:lnTo>
                  <a:pt x="5618" y="1718"/>
                </a:lnTo>
                <a:close/>
                <a:moveTo>
                  <a:pt x="6968" y="1457"/>
                </a:moveTo>
                <a:lnTo>
                  <a:pt x="2719" y="4675"/>
                </a:lnTo>
                <a:cubicBezTo>
                  <a:pt x="2658" y="4691"/>
                  <a:pt x="2602" y="4716"/>
                  <a:pt x="2556" y="4765"/>
                </a:cubicBezTo>
                <a:cubicBezTo>
                  <a:pt x="2410" y="4921"/>
                  <a:pt x="2254" y="5083"/>
                  <a:pt x="2110" y="5233"/>
                </a:cubicBezTo>
                <a:cubicBezTo>
                  <a:pt x="2121" y="4960"/>
                  <a:pt x="2136" y="4649"/>
                  <a:pt x="2152" y="4357"/>
                </a:cubicBezTo>
                <a:cubicBezTo>
                  <a:pt x="2154" y="4329"/>
                  <a:pt x="2152" y="4300"/>
                  <a:pt x="2148" y="4275"/>
                </a:cubicBezTo>
                <a:lnTo>
                  <a:pt x="6968" y="1457"/>
                </a:lnTo>
                <a:close/>
                <a:moveTo>
                  <a:pt x="7431" y="1672"/>
                </a:moveTo>
                <a:lnTo>
                  <a:pt x="4550" y="6125"/>
                </a:lnTo>
                <a:lnTo>
                  <a:pt x="3197" y="4879"/>
                </a:lnTo>
                <a:lnTo>
                  <a:pt x="7431" y="1672"/>
                </a:lnTo>
                <a:close/>
                <a:moveTo>
                  <a:pt x="8704" y="0"/>
                </a:moveTo>
                <a:cubicBezTo>
                  <a:pt x="8668" y="0"/>
                  <a:pt x="8632" y="5"/>
                  <a:pt x="8597" y="16"/>
                </a:cubicBezTo>
                <a:lnTo>
                  <a:pt x="265" y="2697"/>
                </a:lnTo>
                <a:cubicBezTo>
                  <a:pt x="144" y="2737"/>
                  <a:pt x="55" y="2836"/>
                  <a:pt x="27" y="2959"/>
                </a:cubicBezTo>
                <a:cubicBezTo>
                  <a:pt x="0" y="3081"/>
                  <a:pt x="42" y="3212"/>
                  <a:pt x="134" y="3295"/>
                </a:cubicBezTo>
                <a:lnTo>
                  <a:pt x="1436" y="4482"/>
                </a:lnTo>
                <a:cubicBezTo>
                  <a:pt x="1340" y="6216"/>
                  <a:pt x="1365" y="6235"/>
                  <a:pt x="1534" y="6364"/>
                </a:cubicBezTo>
                <a:cubicBezTo>
                  <a:pt x="1597" y="6413"/>
                  <a:pt x="1674" y="6439"/>
                  <a:pt x="1752" y="6439"/>
                </a:cubicBezTo>
                <a:cubicBezTo>
                  <a:pt x="1789" y="6439"/>
                  <a:pt x="1827" y="6433"/>
                  <a:pt x="1862" y="6421"/>
                </a:cubicBezTo>
                <a:cubicBezTo>
                  <a:pt x="1953" y="6391"/>
                  <a:pt x="1993" y="6378"/>
                  <a:pt x="2828" y="5502"/>
                </a:cubicBezTo>
                <a:lnTo>
                  <a:pt x="4376" y="6929"/>
                </a:lnTo>
                <a:cubicBezTo>
                  <a:pt x="4440" y="6991"/>
                  <a:pt x="4528" y="7022"/>
                  <a:pt x="4616" y="7022"/>
                </a:cubicBezTo>
                <a:cubicBezTo>
                  <a:pt x="4630" y="7022"/>
                  <a:pt x="4645" y="7021"/>
                  <a:pt x="4660" y="7018"/>
                </a:cubicBezTo>
                <a:cubicBezTo>
                  <a:pt x="4764" y="7004"/>
                  <a:pt x="4858" y="6948"/>
                  <a:pt x="4913" y="6859"/>
                </a:cubicBezTo>
                <a:lnTo>
                  <a:pt x="9004" y="548"/>
                </a:lnTo>
                <a:cubicBezTo>
                  <a:pt x="9084" y="422"/>
                  <a:pt x="9078" y="258"/>
                  <a:pt x="8987" y="140"/>
                </a:cubicBezTo>
                <a:cubicBezTo>
                  <a:pt x="8918" y="50"/>
                  <a:pt x="8813" y="0"/>
                  <a:pt x="870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800">
              <a:solidFill>
                <a:srgbClr val="252525"/>
              </a:solidFill>
              <a:latin typeface="Arial"/>
              <a:ea typeface="Arial"/>
              <a:cs typeface="Arial"/>
              <a:sym typeface="Arial"/>
            </a:endParaRPr>
          </a:p>
        </p:txBody>
      </p:sp>
      <p:grpSp>
        <p:nvGrpSpPr>
          <p:cNvPr id="1131" name="Google Shape;1131;p137"/>
          <p:cNvGrpSpPr/>
          <p:nvPr/>
        </p:nvGrpSpPr>
        <p:grpSpPr>
          <a:xfrm>
            <a:off x="4929323" y="1323235"/>
            <a:ext cx="2679637" cy="723295"/>
            <a:chOff x="4929288" y="2246475"/>
            <a:chExt cx="2679637" cy="703800"/>
          </a:xfrm>
        </p:grpSpPr>
        <p:sp>
          <p:nvSpPr>
            <p:cNvPr id="1132" name="Google Shape;1132;p137"/>
            <p:cNvSpPr/>
            <p:nvPr/>
          </p:nvSpPr>
          <p:spPr>
            <a:xfrm>
              <a:off x="5008825" y="2246475"/>
              <a:ext cx="2600100" cy="703800"/>
            </a:xfrm>
            <a:prstGeom prst="roundRect">
              <a:avLst>
                <a:gd fmla="val 8301" name="adj"/>
              </a:avLst>
            </a:prstGeom>
            <a:noFill/>
            <a:ln cap="flat" cmpd="sng" w="9525">
              <a:solidFill>
                <a:srgbClr val="919191"/>
              </a:solidFill>
              <a:prstDash val="solid"/>
              <a:round/>
              <a:headEnd len="sm" w="sm" type="none"/>
              <a:tailEnd len="sm" w="sm" type="none"/>
            </a:ln>
          </p:spPr>
          <p:txBody>
            <a:bodyPr anchorCtr="0" anchor="t" bIns="91425" lIns="0" spcFirstLastPara="1" rIns="0" wrap="square" tIns="91425">
              <a:noAutofit/>
            </a:bodyPr>
            <a:lstStyle/>
            <a:p>
              <a:pPr indent="0" lvl="0" marL="0" rtl="0" algn="l">
                <a:spcBef>
                  <a:spcPts val="0"/>
                </a:spcBef>
                <a:spcAft>
                  <a:spcPts val="0"/>
                </a:spcAft>
                <a:buNone/>
              </a:pPr>
              <a:r>
                <a:t/>
              </a:r>
              <a:endParaRPr sz="800">
                <a:solidFill>
                  <a:srgbClr val="434343"/>
                </a:solidFill>
              </a:endParaRPr>
            </a:p>
          </p:txBody>
        </p:sp>
        <p:sp>
          <p:nvSpPr>
            <p:cNvPr id="1133" name="Google Shape;1133;p137"/>
            <p:cNvSpPr/>
            <p:nvPr/>
          </p:nvSpPr>
          <p:spPr>
            <a:xfrm>
              <a:off x="5108512" y="2321093"/>
              <a:ext cx="363940" cy="217213"/>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1134" name="Google Shape;1134;p137"/>
            <p:cNvSpPr txBox="1"/>
            <p:nvPr/>
          </p:nvSpPr>
          <p:spPr>
            <a:xfrm>
              <a:off x="4929288" y="2581825"/>
              <a:ext cx="722400" cy="215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800">
                  <a:solidFill>
                    <a:srgbClr val="105780"/>
                  </a:solidFill>
                </a:rPr>
                <a:t>Snowflake Cortex </a:t>
              </a:r>
              <a:r>
                <a:rPr lang="en" sz="800">
                  <a:solidFill>
                    <a:srgbClr val="105780"/>
                  </a:solidFill>
                </a:rPr>
                <a:t>AI</a:t>
              </a:r>
              <a:endParaRPr sz="800">
                <a:solidFill>
                  <a:srgbClr val="105780"/>
                </a:solidFill>
              </a:endParaRPr>
            </a:p>
          </p:txBody>
        </p:sp>
        <p:sp>
          <p:nvSpPr>
            <p:cNvPr id="1135" name="Google Shape;1135;p137"/>
            <p:cNvSpPr txBox="1"/>
            <p:nvPr/>
          </p:nvSpPr>
          <p:spPr>
            <a:xfrm>
              <a:off x="5690574" y="2394567"/>
              <a:ext cx="1811400" cy="323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800">
                  <a:solidFill>
                    <a:srgbClr val="105780"/>
                  </a:solidFill>
                </a:rPr>
                <a:t>AI enabled Self-service for Biz, Engineers, Natural Language Querying Reporting Tools. Connect to Joule</a:t>
              </a:r>
              <a:endParaRPr sz="800">
                <a:solidFill>
                  <a:srgbClr val="105780"/>
                </a:solidFill>
              </a:endParaRPr>
            </a:p>
          </p:txBody>
        </p:sp>
      </p:grpSp>
      <p:sp>
        <p:nvSpPr>
          <p:cNvPr id="1136" name="Google Shape;1136;p137"/>
          <p:cNvSpPr txBox="1"/>
          <p:nvPr/>
        </p:nvSpPr>
        <p:spPr>
          <a:xfrm>
            <a:off x="5690583" y="4141960"/>
            <a:ext cx="19239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800">
                <a:solidFill>
                  <a:srgbClr val="105780"/>
                </a:solidFill>
              </a:rPr>
              <a:t>Rich Semantics from SAP. Enrich further with Snowflake Marketplace, with Enterprise data, Data Engineering</a:t>
            </a:r>
            <a:endParaRPr sz="800">
              <a:solidFill>
                <a:srgbClr val="105780"/>
              </a:solidFill>
            </a:endParaRPr>
          </a:p>
        </p:txBody>
      </p:sp>
      <p:sp>
        <p:nvSpPr>
          <p:cNvPr id="1137" name="Google Shape;1137;p137"/>
          <p:cNvSpPr txBox="1"/>
          <p:nvPr/>
        </p:nvSpPr>
        <p:spPr>
          <a:xfrm>
            <a:off x="5829624" y="3072475"/>
            <a:ext cx="1728900" cy="775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800">
                <a:solidFill>
                  <a:srgbClr val="105780"/>
                </a:solidFill>
              </a:rPr>
              <a:t>Build Listings/Apps/ Agents in Snowflake with mix of SAP &amp; non-SAP (IOT, Social, Documents) sources. Publish  objects into BDC Catalog. Use ORD-CSN to expose historical objects to match BDC objects.</a:t>
            </a:r>
            <a:endParaRPr sz="800">
              <a:solidFill>
                <a:srgbClr val="105780"/>
              </a:solidFill>
            </a:endParaRPr>
          </a:p>
        </p:txBody>
      </p:sp>
      <p:grpSp>
        <p:nvGrpSpPr>
          <p:cNvPr id="1138" name="Google Shape;1138;p137"/>
          <p:cNvGrpSpPr/>
          <p:nvPr/>
        </p:nvGrpSpPr>
        <p:grpSpPr>
          <a:xfrm>
            <a:off x="4996079" y="2107013"/>
            <a:ext cx="2618289" cy="703823"/>
            <a:chOff x="4996183" y="1320791"/>
            <a:chExt cx="2618289" cy="786658"/>
          </a:xfrm>
        </p:grpSpPr>
        <p:sp>
          <p:nvSpPr>
            <p:cNvPr id="1139" name="Google Shape;1139;p137"/>
            <p:cNvSpPr/>
            <p:nvPr/>
          </p:nvSpPr>
          <p:spPr>
            <a:xfrm>
              <a:off x="5008825" y="1320791"/>
              <a:ext cx="2600100" cy="783000"/>
            </a:xfrm>
            <a:prstGeom prst="roundRect">
              <a:avLst>
                <a:gd fmla="val 8301" name="adj"/>
              </a:avLst>
            </a:prstGeom>
            <a:noFill/>
            <a:ln cap="flat" cmpd="sng" w="9525">
              <a:solidFill>
                <a:srgbClr val="919191"/>
              </a:solidFill>
              <a:prstDash val="solid"/>
              <a:round/>
              <a:headEnd len="sm" w="sm" type="none"/>
              <a:tailEnd len="sm" w="sm" type="none"/>
            </a:ln>
          </p:spPr>
          <p:txBody>
            <a:bodyPr anchorCtr="0" anchor="t" bIns="91425" lIns="0" spcFirstLastPara="1" rIns="0" wrap="square" tIns="91425">
              <a:noAutofit/>
            </a:bodyPr>
            <a:lstStyle/>
            <a:p>
              <a:pPr indent="0" lvl="0" marL="0" rtl="0" algn="l">
                <a:spcBef>
                  <a:spcPts val="0"/>
                </a:spcBef>
                <a:spcAft>
                  <a:spcPts val="0"/>
                </a:spcAft>
                <a:buNone/>
              </a:pPr>
              <a:r>
                <a:t/>
              </a:r>
              <a:endParaRPr sz="800">
                <a:solidFill>
                  <a:srgbClr val="434343"/>
                </a:solidFill>
              </a:endParaRPr>
            </a:p>
          </p:txBody>
        </p:sp>
        <p:sp>
          <p:nvSpPr>
            <p:cNvPr id="1140" name="Google Shape;1140;p137"/>
            <p:cNvSpPr/>
            <p:nvPr/>
          </p:nvSpPr>
          <p:spPr>
            <a:xfrm>
              <a:off x="5094490" y="1430964"/>
              <a:ext cx="365588" cy="323613"/>
            </a:xfrm>
            <a:custGeom>
              <a:rect b="b" l="l" r="r" t="t"/>
              <a:pathLst>
                <a:path extrusionOk="0" h="8857" w="9309">
                  <a:moveTo>
                    <a:pt x="3985" y="437"/>
                  </a:moveTo>
                  <a:cubicBezTo>
                    <a:pt x="4121" y="437"/>
                    <a:pt x="4233" y="548"/>
                    <a:pt x="4233" y="686"/>
                  </a:cubicBezTo>
                  <a:cubicBezTo>
                    <a:pt x="4233" y="823"/>
                    <a:pt x="4121" y="934"/>
                    <a:pt x="3985" y="934"/>
                  </a:cubicBezTo>
                  <a:cubicBezTo>
                    <a:pt x="3847" y="934"/>
                    <a:pt x="3735" y="823"/>
                    <a:pt x="3735" y="686"/>
                  </a:cubicBezTo>
                  <a:cubicBezTo>
                    <a:pt x="3735" y="548"/>
                    <a:pt x="3847" y="437"/>
                    <a:pt x="3985" y="437"/>
                  </a:cubicBezTo>
                  <a:close/>
                  <a:moveTo>
                    <a:pt x="3031" y="1023"/>
                  </a:moveTo>
                  <a:cubicBezTo>
                    <a:pt x="2995" y="1023"/>
                    <a:pt x="2958" y="1032"/>
                    <a:pt x="2924" y="1052"/>
                  </a:cubicBezTo>
                  <a:lnTo>
                    <a:pt x="1609" y="1810"/>
                  </a:lnTo>
                  <a:cubicBezTo>
                    <a:pt x="1506" y="1870"/>
                    <a:pt x="1471" y="2002"/>
                    <a:pt x="1530" y="2105"/>
                  </a:cubicBezTo>
                  <a:cubicBezTo>
                    <a:pt x="1572" y="2171"/>
                    <a:pt x="1641" y="2210"/>
                    <a:pt x="1716" y="2210"/>
                  </a:cubicBezTo>
                  <a:cubicBezTo>
                    <a:pt x="1753" y="2210"/>
                    <a:pt x="1788" y="2201"/>
                    <a:pt x="1824" y="2182"/>
                  </a:cubicBezTo>
                  <a:lnTo>
                    <a:pt x="3140" y="1423"/>
                  </a:lnTo>
                  <a:cubicBezTo>
                    <a:pt x="3242" y="1364"/>
                    <a:pt x="3276" y="1231"/>
                    <a:pt x="3217" y="1130"/>
                  </a:cubicBezTo>
                  <a:cubicBezTo>
                    <a:pt x="3177" y="1062"/>
                    <a:pt x="3105" y="1023"/>
                    <a:pt x="3031" y="1023"/>
                  </a:cubicBezTo>
                  <a:close/>
                  <a:moveTo>
                    <a:pt x="4936" y="1020"/>
                  </a:moveTo>
                  <a:cubicBezTo>
                    <a:pt x="4863" y="1020"/>
                    <a:pt x="4791" y="1058"/>
                    <a:pt x="4751" y="1126"/>
                  </a:cubicBezTo>
                  <a:cubicBezTo>
                    <a:pt x="4692" y="1230"/>
                    <a:pt x="4727" y="1362"/>
                    <a:pt x="4828" y="1421"/>
                  </a:cubicBezTo>
                  <a:lnTo>
                    <a:pt x="6148" y="2182"/>
                  </a:lnTo>
                  <a:cubicBezTo>
                    <a:pt x="6182" y="2203"/>
                    <a:pt x="6220" y="2210"/>
                    <a:pt x="6257" y="2210"/>
                  </a:cubicBezTo>
                  <a:cubicBezTo>
                    <a:pt x="6331" y="2210"/>
                    <a:pt x="6402" y="2171"/>
                    <a:pt x="6442" y="2103"/>
                  </a:cubicBezTo>
                  <a:cubicBezTo>
                    <a:pt x="6502" y="2001"/>
                    <a:pt x="6466" y="1868"/>
                    <a:pt x="6364" y="1809"/>
                  </a:cubicBezTo>
                  <a:lnTo>
                    <a:pt x="5043" y="1049"/>
                  </a:lnTo>
                  <a:cubicBezTo>
                    <a:pt x="5010" y="1029"/>
                    <a:pt x="4973" y="1020"/>
                    <a:pt x="4936" y="1020"/>
                  </a:cubicBezTo>
                  <a:close/>
                  <a:moveTo>
                    <a:pt x="777" y="2289"/>
                  </a:moveTo>
                  <a:cubicBezTo>
                    <a:pt x="819" y="2289"/>
                    <a:pt x="862" y="2299"/>
                    <a:pt x="900" y="2321"/>
                  </a:cubicBezTo>
                  <a:cubicBezTo>
                    <a:pt x="1019" y="2390"/>
                    <a:pt x="1061" y="2543"/>
                    <a:pt x="993" y="2661"/>
                  </a:cubicBezTo>
                  <a:cubicBezTo>
                    <a:pt x="946" y="2741"/>
                    <a:pt x="862" y="2785"/>
                    <a:pt x="777" y="2785"/>
                  </a:cubicBezTo>
                  <a:cubicBezTo>
                    <a:pt x="734" y="2785"/>
                    <a:pt x="692" y="2774"/>
                    <a:pt x="653" y="2752"/>
                  </a:cubicBezTo>
                  <a:cubicBezTo>
                    <a:pt x="534" y="2684"/>
                    <a:pt x="492" y="2531"/>
                    <a:pt x="562" y="2412"/>
                  </a:cubicBezTo>
                  <a:cubicBezTo>
                    <a:pt x="608" y="2333"/>
                    <a:pt x="691" y="2289"/>
                    <a:pt x="777" y="2289"/>
                  </a:cubicBezTo>
                  <a:close/>
                  <a:moveTo>
                    <a:pt x="7192" y="2288"/>
                  </a:moveTo>
                  <a:cubicBezTo>
                    <a:pt x="7277" y="2288"/>
                    <a:pt x="7361" y="2332"/>
                    <a:pt x="7407" y="2412"/>
                  </a:cubicBezTo>
                  <a:cubicBezTo>
                    <a:pt x="7476" y="2531"/>
                    <a:pt x="7434" y="2684"/>
                    <a:pt x="7315" y="2752"/>
                  </a:cubicBezTo>
                  <a:cubicBezTo>
                    <a:pt x="7276" y="2774"/>
                    <a:pt x="7233" y="2785"/>
                    <a:pt x="7191" y="2785"/>
                  </a:cubicBezTo>
                  <a:cubicBezTo>
                    <a:pt x="7106" y="2785"/>
                    <a:pt x="7023" y="2741"/>
                    <a:pt x="6977" y="2661"/>
                  </a:cubicBezTo>
                  <a:cubicBezTo>
                    <a:pt x="6907" y="2543"/>
                    <a:pt x="6949" y="2390"/>
                    <a:pt x="7067" y="2321"/>
                  </a:cubicBezTo>
                  <a:cubicBezTo>
                    <a:pt x="7107" y="2299"/>
                    <a:pt x="7149" y="2288"/>
                    <a:pt x="7192" y="2288"/>
                  </a:cubicBezTo>
                  <a:close/>
                  <a:moveTo>
                    <a:pt x="5318" y="3137"/>
                  </a:moveTo>
                  <a:lnTo>
                    <a:pt x="5318" y="3172"/>
                  </a:lnTo>
                  <a:lnTo>
                    <a:pt x="5395" y="3172"/>
                  </a:lnTo>
                  <a:lnTo>
                    <a:pt x="5395" y="3380"/>
                  </a:lnTo>
                  <a:lnTo>
                    <a:pt x="5435" y="3380"/>
                  </a:lnTo>
                  <a:lnTo>
                    <a:pt x="5435" y="3172"/>
                  </a:lnTo>
                  <a:lnTo>
                    <a:pt x="5511" y="3172"/>
                  </a:lnTo>
                  <a:lnTo>
                    <a:pt x="5511" y="3137"/>
                  </a:lnTo>
                  <a:close/>
                  <a:moveTo>
                    <a:pt x="5548" y="3137"/>
                  </a:moveTo>
                  <a:lnTo>
                    <a:pt x="5548" y="3380"/>
                  </a:lnTo>
                  <a:lnTo>
                    <a:pt x="5590" y="3380"/>
                  </a:lnTo>
                  <a:lnTo>
                    <a:pt x="5590" y="3211"/>
                  </a:lnTo>
                  <a:lnTo>
                    <a:pt x="5660" y="3301"/>
                  </a:lnTo>
                  <a:lnTo>
                    <a:pt x="5675" y="3301"/>
                  </a:lnTo>
                  <a:lnTo>
                    <a:pt x="5746" y="3211"/>
                  </a:lnTo>
                  <a:lnTo>
                    <a:pt x="5746" y="3380"/>
                  </a:lnTo>
                  <a:lnTo>
                    <a:pt x="5784" y="3380"/>
                  </a:lnTo>
                  <a:lnTo>
                    <a:pt x="5784" y="3137"/>
                  </a:lnTo>
                  <a:lnTo>
                    <a:pt x="5755" y="3137"/>
                  </a:lnTo>
                  <a:lnTo>
                    <a:pt x="5667" y="3249"/>
                  </a:lnTo>
                  <a:lnTo>
                    <a:pt x="5581" y="3137"/>
                  </a:lnTo>
                  <a:close/>
                  <a:moveTo>
                    <a:pt x="3645" y="2869"/>
                  </a:moveTo>
                  <a:cubicBezTo>
                    <a:pt x="3539" y="2869"/>
                    <a:pt x="3455" y="2954"/>
                    <a:pt x="3455" y="3058"/>
                  </a:cubicBezTo>
                  <a:lnTo>
                    <a:pt x="3455" y="3474"/>
                  </a:lnTo>
                  <a:lnTo>
                    <a:pt x="3094" y="3266"/>
                  </a:lnTo>
                  <a:cubicBezTo>
                    <a:pt x="3063" y="3249"/>
                    <a:pt x="3031" y="3241"/>
                    <a:pt x="2999" y="3241"/>
                  </a:cubicBezTo>
                  <a:cubicBezTo>
                    <a:pt x="2933" y="3241"/>
                    <a:pt x="2870" y="3274"/>
                    <a:pt x="2834" y="3334"/>
                  </a:cubicBezTo>
                  <a:cubicBezTo>
                    <a:pt x="2782" y="3428"/>
                    <a:pt x="2812" y="3543"/>
                    <a:pt x="2902" y="3595"/>
                  </a:cubicBezTo>
                  <a:lnTo>
                    <a:pt x="3548" y="3967"/>
                  </a:lnTo>
                  <a:cubicBezTo>
                    <a:pt x="3579" y="3983"/>
                    <a:pt x="3610" y="3991"/>
                    <a:pt x="3642" y="3991"/>
                  </a:cubicBezTo>
                  <a:cubicBezTo>
                    <a:pt x="3648" y="3991"/>
                    <a:pt x="3653" y="3991"/>
                    <a:pt x="3658" y="3990"/>
                  </a:cubicBezTo>
                  <a:cubicBezTo>
                    <a:pt x="3756" y="3983"/>
                    <a:pt x="3833" y="3901"/>
                    <a:pt x="3833" y="3800"/>
                  </a:cubicBezTo>
                  <a:lnTo>
                    <a:pt x="3833" y="3058"/>
                  </a:lnTo>
                  <a:cubicBezTo>
                    <a:pt x="3833" y="2954"/>
                    <a:pt x="3749" y="2869"/>
                    <a:pt x="3645" y="2869"/>
                  </a:cubicBezTo>
                  <a:close/>
                  <a:moveTo>
                    <a:pt x="4334" y="2871"/>
                  </a:moveTo>
                  <a:cubicBezTo>
                    <a:pt x="4230" y="2871"/>
                    <a:pt x="4144" y="2957"/>
                    <a:pt x="4144" y="3061"/>
                  </a:cubicBezTo>
                  <a:lnTo>
                    <a:pt x="4144" y="3803"/>
                  </a:lnTo>
                  <a:cubicBezTo>
                    <a:pt x="4144" y="3901"/>
                    <a:pt x="4222" y="3983"/>
                    <a:pt x="4320" y="3990"/>
                  </a:cubicBezTo>
                  <a:cubicBezTo>
                    <a:pt x="4326" y="3991"/>
                    <a:pt x="4331" y="3991"/>
                    <a:pt x="4336" y="3991"/>
                  </a:cubicBezTo>
                  <a:cubicBezTo>
                    <a:pt x="4368" y="3991"/>
                    <a:pt x="4400" y="3983"/>
                    <a:pt x="4430" y="3967"/>
                  </a:cubicBezTo>
                  <a:lnTo>
                    <a:pt x="5076" y="3595"/>
                  </a:lnTo>
                  <a:cubicBezTo>
                    <a:pt x="5167" y="3543"/>
                    <a:pt x="5196" y="3428"/>
                    <a:pt x="5144" y="3337"/>
                  </a:cubicBezTo>
                  <a:cubicBezTo>
                    <a:pt x="5108" y="3277"/>
                    <a:pt x="5044" y="3244"/>
                    <a:pt x="4979" y="3244"/>
                  </a:cubicBezTo>
                  <a:cubicBezTo>
                    <a:pt x="4947" y="3244"/>
                    <a:pt x="4914" y="3252"/>
                    <a:pt x="4885" y="3269"/>
                  </a:cubicBezTo>
                  <a:lnTo>
                    <a:pt x="4522" y="3477"/>
                  </a:lnTo>
                  <a:lnTo>
                    <a:pt x="4522" y="3061"/>
                  </a:lnTo>
                  <a:cubicBezTo>
                    <a:pt x="4522" y="2957"/>
                    <a:pt x="4439" y="2871"/>
                    <a:pt x="4334" y="2871"/>
                  </a:cubicBezTo>
                  <a:close/>
                  <a:moveTo>
                    <a:pt x="3989" y="4268"/>
                  </a:moveTo>
                  <a:cubicBezTo>
                    <a:pt x="4001" y="4268"/>
                    <a:pt x="4016" y="4274"/>
                    <a:pt x="4023" y="4281"/>
                  </a:cubicBezTo>
                  <a:lnTo>
                    <a:pt x="4101" y="4357"/>
                  </a:lnTo>
                  <a:cubicBezTo>
                    <a:pt x="4108" y="4365"/>
                    <a:pt x="4115" y="4379"/>
                    <a:pt x="4115" y="4391"/>
                  </a:cubicBezTo>
                  <a:lnTo>
                    <a:pt x="4115" y="4394"/>
                  </a:lnTo>
                  <a:cubicBezTo>
                    <a:pt x="4115" y="4406"/>
                    <a:pt x="4108" y="4421"/>
                    <a:pt x="4101" y="4428"/>
                  </a:cubicBezTo>
                  <a:lnTo>
                    <a:pt x="4023" y="4506"/>
                  </a:lnTo>
                  <a:cubicBezTo>
                    <a:pt x="4016" y="4513"/>
                    <a:pt x="4001" y="4519"/>
                    <a:pt x="3989" y="4519"/>
                  </a:cubicBezTo>
                  <a:lnTo>
                    <a:pt x="3986" y="4519"/>
                  </a:lnTo>
                  <a:cubicBezTo>
                    <a:pt x="3974" y="4519"/>
                    <a:pt x="3959" y="4513"/>
                    <a:pt x="3952" y="4506"/>
                  </a:cubicBezTo>
                  <a:lnTo>
                    <a:pt x="3875" y="4428"/>
                  </a:lnTo>
                  <a:cubicBezTo>
                    <a:pt x="3867" y="4421"/>
                    <a:pt x="3861" y="4406"/>
                    <a:pt x="3861" y="4394"/>
                  </a:cubicBezTo>
                  <a:lnTo>
                    <a:pt x="3861" y="4391"/>
                  </a:lnTo>
                  <a:cubicBezTo>
                    <a:pt x="3861" y="4379"/>
                    <a:pt x="3867" y="4365"/>
                    <a:pt x="3875" y="4357"/>
                  </a:cubicBezTo>
                  <a:lnTo>
                    <a:pt x="3952" y="4281"/>
                  </a:lnTo>
                  <a:cubicBezTo>
                    <a:pt x="3959" y="4274"/>
                    <a:pt x="3974" y="4268"/>
                    <a:pt x="3986" y="4268"/>
                  </a:cubicBezTo>
                  <a:close/>
                  <a:moveTo>
                    <a:pt x="3949" y="4038"/>
                  </a:moveTo>
                  <a:cubicBezTo>
                    <a:pt x="3937" y="4038"/>
                    <a:pt x="3922" y="4045"/>
                    <a:pt x="3915" y="4053"/>
                  </a:cubicBezTo>
                  <a:lnTo>
                    <a:pt x="3648" y="4320"/>
                  </a:lnTo>
                  <a:cubicBezTo>
                    <a:pt x="3639" y="4327"/>
                    <a:pt x="3633" y="4342"/>
                    <a:pt x="3636" y="4354"/>
                  </a:cubicBezTo>
                  <a:lnTo>
                    <a:pt x="3636" y="4372"/>
                  </a:lnTo>
                  <a:lnTo>
                    <a:pt x="3636" y="4412"/>
                  </a:lnTo>
                  <a:lnTo>
                    <a:pt x="3636" y="4431"/>
                  </a:lnTo>
                  <a:cubicBezTo>
                    <a:pt x="3636" y="4443"/>
                    <a:pt x="3640" y="4458"/>
                    <a:pt x="3648" y="4466"/>
                  </a:cubicBezTo>
                  <a:lnTo>
                    <a:pt x="3915" y="4733"/>
                  </a:lnTo>
                  <a:cubicBezTo>
                    <a:pt x="3922" y="4742"/>
                    <a:pt x="3937" y="4748"/>
                    <a:pt x="3949" y="4748"/>
                  </a:cubicBezTo>
                  <a:lnTo>
                    <a:pt x="4026" y="4748"/>
                  </a:lnTo>
                  <a:cubicBezTo>
                    <a:pt x="4038" y="4748"/>
                    <a:pt x="4053" y="4740"/>
                    <a:pt x="4060" y="4733"/>
                  </a:cubicBezTo>
                  <a:lnTo>
                    <a:pt x="4329" y="4466"/>
                  </a:lnTo>
                  <a:cubicBezTo>
                    <a:pt x="4337" y="4458"/>
                    <a:pt x="4343" y="4443"/>
                    <a:pt x="4343" y="4431"/>
                  </a:cubicBezTo>
                  <a:lnTo>
                    <a:pt x="4343" y="4412"/>
                  </a:lnTo>
                  <a:lnTo>
                    <a:pt x="4343" y="4372"/>
                  </a:lnTo>
                  <a:lnTo>
                    <a:pt x="4343" y="4354"/>
                  </a:lnTo>
                  <a:cubicBezTo>
                    <a:pt x="4343" y="4342"/>
                    <a:pt x="4337" y="4327"/>
                    <a:pt x="4329" y="4320"/>
                  </a:cubicBezTo>
                  <a:lnTo>
                    <a:pt x="4060" y="4053"/>
                  </a:lnTo>
                  <a:cubicBezTo>
                    <a:pt x="4053" y="4044"/>
                    <a:pt x="4038" y="4038"/>
                    <a:pt x="4026" y="4038"/>
                  </a:cubicBezTo>
                  <a:close/>
                  <a:moveTo>
                    <a:pt x="2654" y="3833"/>
                  </a:moveTo>
                  <a:cubicBezTo>
                    <a:pt x="2589" y="3833"/>
                    <a:pt x="2524" y="3867"/>
                    <a:pt x="2489" y="3927"/>
                  </a:cubicBezTo>
                  <a:cubicBezTo>
                    <a:pt x="2437" y="4019"/>
                    <a:pt x="2467" y="4133"/>
                    <a:pt x="2558" y="4185"/>
                  </a:cubicBezTo>
                  <a:lnTo>
                    <a:pt x="2919" y="4393"/>
                  </a:lnTo>
                  <a:lnTo>
                    <a:pt x="2558" y="4599"/>
                  </a:lnTo>
                  <a:cubicBezTo>
                    <a:pt x="2467" y="4651"/>
                    <a:pt x="2436" y="4766"/>
                    <a:pt x="2489" y="4858"/>
                  </a:cubicBezTo>
                  <a:cubicBezTo>
                    <a:pt x="2524" y="4918"/>
                    <a:pt x="2588" y="4951"/>
                    <a:pt x="2653" y="4951"/>
                  </a:cubicBezTo>
                  <a:cubicBezTo>
                    <a:pt x="2686" y="4951"/>
                    <a:pt x="2719" y="4943"/>
                    <a:pt x="2749" y="4926"/>
                  </a:cubicBezTo>
                  <a:lnTo>
                    <a:pt x="3395" y="4555"/>
                  </a:lnTo>
                  <a:cubicBezTo>
                    <a:pt x="3440" y="4532"/>
                    <a:pt x="3469" y="4494"/>
                    <a:pt x="3483" y="4449"/>
                  </a:cubicBezTo>
                  <a:cubicBezTo>
                    <a:pt x="3489" y="4428"/>
                    <a:pt x="3492" y="4408"/>
                    <a:pt x="3492" y="4387"/>
                  </a:cubicBezTo>
                  <a:cubicBezTo>
                    <a:pt x="3492" y="4372"/>
                    <a:pt x="3490" y="4357"/>
                    <a:pt x="3484" y="4342"/>
                  </a:cubicBezTo>
                  <a:cubicBezTo>
                    <a:pt x="3472" y="4296"/>
                    <a:pt x="3443" y="4256"/>
                    <a:pt x="3395" y="4229"/>
                  </a:cubicBezTo>
                  <a:lnTo>
                    <a:pt x="2749" y="3858"/>
                  </a:lnTo>
                  <a:cubicBezTo>
                    <a:pt x="2719" y="3841"/>
                    <a:pt x="2687" y="3833"/>
                    <a:pt x="2654" y="3833"/>
                  </a:cubicBezTo>
                  <a:close/>
                  <a:moveTo>
                    <a:pt x="5322" y="3834"/>
                  </a:moveTo>
                  <a:cubicBezTo>
                    <a:pt x="5289" y="3834"/>
                    <a:pt x="5256" y="3842"/>
                    <a:pt x="5226" y="3860"/>
                  </a:cubicBezTo>
                  <a:lnTo>
                    <a:pt x="4580" y="4231"/>
                  </a:lnTo>
                  <a:cubicBezTo>
                    <a:pt x="4536" y="4256"/>
                    <a:pt x="4506" y="4296"/>
                    <a:pt x="4493" y="4342"/>
                  </a:cubicBezTo>
                  <a:cubicBezTo>
                    <a:pt x="4490" y="4357"/>
                    <a:pt x="4487" y="4372"/>
                    <a:pt x="4485" y="4387"/>
                  </a:cubicBezTo>
                  <a:cubicBezTo>
                    <a:pt x="4485" y="4408"/>
                    <a:pt x="4487" y="4428"/>
                    <a:pt x="4494" y="4448"/>
                  </a:cubicBezTo>
                  <a:cubicBezTo>
                    <a:pt x="4507" y="4492"/>
                    <a:pt x="4537" y="4532"/>
                    <a:pt x="4580" y="4556"/>
                  </a:cubicBezTo>
                  <a:lnTo>
                    <a:pt x="5226" y="4927"/>
                  </a:lnTo>
                  <a:cubicBezTo>
                    <a:pt x="5256" y="4944"/>
                    <a:pt x="5288" y="4953"/>
                    <a:pt x="5321" y="4953"/>
                  </a:cubicBezTo>
                  <a:cubicBezTo>
                    <a:pt x="5386" y="4953"/>
                    <a:pt x="5450" y="4919"/>
                    <a:pt x="5486" y="4859"/>
                  </a:cubicBezTo>
                  <a:cubicBezTo>
                    <a:pt x="5538" y="4767"/>
                    <a:pt x="5508" y="4653"/>
                    <a:pt x="5418" y="4601"/>
                  </a:cubicBezTo>
                  <a:lnTo>
                    <a:pt x="5057" y="4394"/>
                  </a:lnTo>
                  <a:lnTo>
                    <a:pt x="5418" y="4186"/>
                  </a:lnTo>
                  <a:cubicBezTo>
                    <a:pt x="5508" y="4134"/>
                    <a:pt x="5539" y="4020"/>
                    <a:pt x="5486" y="3928"/>
                  </a:cubicBezTo>
                  <a:cubicBezTo>
                    <a:pt x="5451" y="3868"/>
                    <a:pt x="5387" y="3834"/>
                    <a:pt x="5322" y="3834"/>
                  </a:cubicBezTo>
                  <a:close/>
                  <a:moveTo>
                    <a:pt x="7192" y="3417"/>
                  </a:moveTo>
                  <a:cubicBezTo>
                    <a:pt x="7073" y="3417"/>
                    <a:pt x="6977" y="3514"/>
                    <a:pt x="6977" y="3633"/>
                  </a:cubicBezTo>
                  <a:lnTo>
                    <a:pt x="6977" y="4795"/>
                  </a:lnTo>
                  <a:cubicBezTo>
                    <a:pt x="6977" y="4914"/>
                    <a:pt x="7073" y="5011"/>
                    <a:pt x="7192" y="5011"/>
                  </a:cubicBezTo>
                  <a:cubicBezTo>
                    <a:pt x="7311" y="5011"/>
                    <a:pt x="7407" y="4914"/>
                    <a:pt x="7407" y="4795"/>
                  </a:cubicBezTo>
                  <a:lnTo>
                    <a:pt x="7407" y="3633"/>
                  </a:lnTo>
                  <a:cubicBezTo>
                    <a:pt x="7407" y="3514"/>
                    <a:pt x="7311" y="3417"/>
                    <a:pt x="7192" y="3417"/>
                  </a:cubicBezTo>
                  <a:close/>
                  <a:moveTo>
                    <a:pt x="777" y="3404"/>
                  </a:moveTo>
                  <a:cubicBezTo>
                    <a:pt x="658" y="3404"/>
                    <a:pt x="562" y="3500"/>
                    <a:pt x="562" y="3619"/>
                  </a:cubicBezTo>
                  <a:lnTo>
                    <a:pt x="562" y="5158"/>
                  </a:lnTo>
                  <a:cubicBezTo>
                    <a:pt x="562" y="5276"/>
                    <a:pt x="658" y="5373"/>
                    <a:pt x="777" y="5373"/>
                  </a:cubicBezTo>
                  <a:cubicBezTo>
                    <a:pt x="896" y="5371"/>
                    <a:pt x="993" y="5276"/>
                    <a:pt x="993" y="5158"/>
                  </a:cubicBezTo>
                  <a:lnTo>
                    <a:pt x="993" y="3619"/>
                  </a:lnTo>
                  <a:cubicBezTo>
                    <a:pt x="993" y="3500"/>
                    <a:pt x="896" y="3404"/>
                    <a:pt x="777" y="3404"/>
                  </a:cubicBezTo>
                  <a:close/>
                  <a:moveTo>
                    <a:pt x="4336" y="4795"/>
                  </a:moveTo>
                  <a:cubicBezTo>
                    <a:pt x="4331" y="4795"/>
                    <a:pt x="4325" y="4795"/>
                    <a:pt x="4320" y="4795"/>
                  </a:cubicBezTo>
                  <a:cubicBezTo>
                    <a:pt x="4221" y="4803"/>
                    <a:pt x="4144" y="4884"/>
                    <a:pt x="4144" y="4984"/>
                  </a:cubicBezTo>
                  <a:lnTo>
                    <a:pt x="4144" y="5726"/>
                  </a:lnTo>
                  <a:cubicBezTo>
                    <a:pt x="4144" y="5830"/>
                    <a:pt x="4228" y="5915"/>
                    <a:pt x="4332" y="5915"/>
                  </a:cubicBezTo>
                  <a:cubicBezTo>
                    <a:pt x="4439" y="5915"/>
                    <a:pt x="4522" y="5830"/>
                    <a:pt x="4522" y="5726"/>
                  </a:cubicBezTo>
                  <a:lnTo>
                    <a:pt x="4522" y="5311"/>
                  </a:lnTo>
                  <a:lnTo>
                    <a:pt x="4885" y="5518"/>
                  </a:lnTo>
                  <a:cubicBezTo>
                    <a:pt x="4915" y="5536"/>
                    <a:pt x="4947" y="5544"/>
                    <a:pt x="4979" y="5544"/>
                  </a:cubicBezTo>
                  <a:cubicBezTo>
                    <a:pt x="5044" y="5544"/>
                    <a:pt x="5108" y="5510"/>
                    <a:pt x="5144" y="5449"/>
                  </a:cubicBezTo>
                  <a:cubicBezTo>
                    <a:pt x="5196" y="5360"/>
                    <a:pt x="5167" y="5245"/>
                    <a:pt x="5076" y="5192"/>
                  </a:cubicBezTo>
                  <a:lnTo>
                    <a:pt x="4430" y="4820"/>
                  </a:lnTo>
                  <a:cubicBezTo>
                    <a:pt x="4400" y="4803"/>
                    <a:pt x="4368" y="4795"/>
                    <a:pt x="4336" y="4795"/>
                  </a:cubicBezTo>
                  <a:close/>
                  <a:moveTo>
                    <a:pt x="3637" y="4797"/>
                  </a:moveTo>
                  <a:cubicBezTo>
                    <a:pt x="3606" y="4797"/>
                    <a:pt x="3575" y="4805"/>
                    <a:pt x="3548" y="4822"/>
                  </a:cubicBezTo>
                  <a:lnTo>
                    <a:pt x="2902" y="5193"/>
                  </a:lnTo>
                  <a:cubicBezTo>
                    <a:pt x="2810" y="5245"/>
                    <a:pt x="2779" y="5362"/>
                    <a:pt x="2834" y="5450"/>
                  </a:cubicBezTo>
                  <a:cubicBezTo>
                    <a:pt x="2869" y="5512"/>
                    <a:pt x="2932" y="5545"/>
                    <a:pt x="2998" y="5545"/>
                  </a:cubicBezTo>
                  <a:cubicBezTo>
                    <a:pt x="3030" y="5545"/>
                    <a:pt x="3063" y="5537"/>
                    <a:pt x="3094" y="5520"/>
                  </a:cubicBezTo>
                  <a:lnTo>
                    <a:pt x="3455" y="5312"/>
                  </a:lnTo>
                  <a:lnTo>
                    <a:pt x="3455" y="5728"/>
                  </a:lnTo>
                  <a:cubicBezTo>
                    <a:pt x="3455" y="5832"/>
                    <a:pt x="3541" y="5916"/>
                    <a:pt x="3645" y="5916"/>
                  </a:cubicBezTo>
                  <a:cubicBezTo>
                    <a:pt x="3749" y="5916"/>
                    <a:pt x="3833" y="5832"/>
                    <a:pt x="3833" y="5728"/>
                  </a:cubicBezTo>
                  <a:lnTo>
                    <a:pt x="3833" y="4985"/>
                  </a:lnTo>
                  <a:cubicBezTo>
                    <a:pt x="3833" y="4884"/>
                    <a:pt x="3756" y="4803"/>
                    <a:pt x="3658" y="4798"/>
                  </a:cubicBezTo>
                  <a:cubicBezTo>
                    <a:pt x="3651" y="4797"/>
                    <a:pt x="3644" y="4797"/>
                    <a:pt x="3637" y="4797"/>
                  </a:cubicBezTo>
                  <a:close/>
                  <a:moveTo>
                    <a:pt x="777" y="5991"/>
                  </a:moveTo>
                  <a:cubicBezTo>
                    <a:pt x="862" y="5991"/>
                    <a:pt x="946" y="6036"/>
                    <a:pt x="993" y="6115"/>
                  </a:cubicBezTo>
                  <a:cubicBezTo>
                    <a:pt x="1061" y="6234"/>
                    <a:pt x="1019" y="6387"/>
                    <a:pt x="900" y="6455"/>
                  </a:cubicBezTo>
                  <a:cubicBezTo>
                    <a:pt x="862" y="6476"/>
                    <a:pt x="819" y="6487"/>
                    <a:pt x="776" y="6487"/>
                  </a:cubicBezTo>
                  <a:cubicBezTo>
                    <a:pt x="754" y="6487"/>
                    <a:pt x="733" y="6485"/>
                    <a:pt x="712" y="6479"/>
                  </a:cubicBezTo>
                  <a:cubicBezTo>
                    <a:pt x="648" y="6463"/>
                    <a:pt x="595" y="6421"/>
                    <a:pt x="560" y="6365"/>
                  </a:cubicBezTo>
                  <a:cubicBezTo>
                    <a:pt x="492" y="6246"/>
                    <a:pt x="534" y="6093"/>
                    <a:pt x="653" y="6025"/>
                  </a:cubicBezTo>
                  <a:cubicBezTo>
                    <a:pt x="692" y="6002"/>
                    <a:pt x="734" y="5991"/>
                    <a:pt x="777" y="5991"/>
                  </a:cubicBezTo>
                  <a:close/>
                  <a:moveTo>
                    <a:pt x="4038" y="2136"/>
                  </a:moveTo>
                  <a:cubicBezTo>
                    <a:pt x="4831" y="2155"/>
                    <a:pt x="5522" y="2583"/>
                    <a:pt x="5909" y="3218"/>
                  </a:cubicBezTo>
                  <a:cubicBezTo>
                    <a:pt x="5912" y="3235"/>
                    <a:pt x="5918" y="3249"/>
                    <a:pt x="5927" y="3264"/>
                  </a:cubicBezTo>
                  <a:cubicBezTo>
                    <a:pt x="5937" y="3281"/>
                    <a:pt x="5948" y="3295"/>
                    <a:pt x="5961" y="3309"/>
                  </a:cubicBezTo>
                  <a:cubicBezTo>
                    <a:pt x="6138" y="3630"/>
                    <a:pt x="6237" y="3998"/>
                    <a:pt x="6237" y="4390"/>
                  </a:cubicBezTo>
                  <a:cubicBezTo>
                    <a:pt x="6237" y="5615"/>
                    <a:pt x="5256" y="6613"/>
                    <a:pt x="4038" y="6643"/>
                  </a:cubicBezTo>
                  <a:cubicBezTo>
                    <a:pt x="4022" y="6637"/>
                    <a:pt x="4003" y="6635"/>
                    <a:pt x="3985" y="6635"/>
                  </a:cubicBezTo>
                  <a:cubicBezTo>
                    <a:pt x="3965" y="6635"/>
                    <a:pt x="3948" y="6640"/>
                    <a:pt x="3930" y="6643"/>
                  </a:cubicBezTo>
                  <a:cubicBezTo>
                    <a:pt x="3138" y="6625"/>
                    <a:pt x="2448" y="6196"/>
                    <a:pt x="2060" y="5560"/>
                  </a:cubicBezTo>
                  <a:cubicBezTo>
                    <a:pt x="2057" y="5544"/>
                    <a:pt x="2051" y="5529"/>
                    <a:pt x="2042" y="5514"/>
                  </a:cubicBezTo>
                  <a:cubicBezTo>
                    <a:pt x="2042" y="5512"/>
                    <a:pt x="2041" y="5512"/>
                    <a:pt x="2041" y="5511"/>
                  </a:cubicBezTo>
                  <a:cubicBezTo>
                    <a:pt x="2031" y="5496"/>
                    <a:pt x="2020" y="5483"/>
                    <a:pt x="2008" y="5469"/>
                  </a:cubicBezTo>
                  <a:cubicBezTo>
                    <a:pt x="1833" y="5149"/>
                    <a:pt x="1732" y="4780"/>
                    <a:pt x="1732" y="4390"/>
                  </a:cubicBezTo>
                  <a:cubicBezTo>
                    <a:pt x="1732" y="3998"/>
                    <a:pt x="1833" y="3628"/>
                    <a:pt x="2008" y="3307"/>
                  </a:cubicBezTo>
                  <a:cubicBezTo>
                    <a:pt x="2020" y="3295"/>
                    <a:pt x="2029" y="3284"/>
                    <a:pt x="2038" y="3269"/>
                  </a:cubicBezTo>
                  <a:cubicBezTo>
                    <a:pt x="2038" y="3269"/>
                    <a:pt x="2041" y="3266"/>
                    <a:pt x="2041" y="3264"/>
                  </a:cubicBezTo>
                  <a:cubicBezTo>
                    <a:pt x="2048" y="3249"/>
                    <a:pt x="2056" y="3235"/>
                    <a:pt x="2059" y="3218"/>
                  </a:cubicBezTo>
                  <a:cubicBezTo>
                    <a:pt x="2446" y="2583"/>
                    <a:pt x="3140" y="2155"/>
                    <a:pt x="3930" y="2136"/>
                  </a:cubicBezTo>
                  <a:cubicBezTo>
                    <a:pt x="3948" y="2142"/>
                    <a:pt x="3965" y="2143"/>
                    <a:pt x="3985" y="2143"/>
                  </a:cubicBezTo>
                  <a:cubicBezTo>
                    <a:pt x="4003" y="2143"/>
                    <a:pt x="4022" y="2140"/>
                    <a:pt x="4038" y="2136"/>
                  </a:cubicBezTo>
                  <a:close/>
                  <a:moveTo>
                    <a:pt x="7997" y="5750"/>
                  </a:moveTo>
                  <a:cubicBezTo>
                    <a:pt x="8388" y="5750"/>
                    <a:pt x="8658" y="6001"/>
                    <a:pt x="8658" y="6359"/>
                  </a:cubicBezTo>
                  <a:lnTo>
                    <a:pt x="8658" y="6741"/>
                  </a:lnTo>
                  <a:lnTo>
                    <a:pt x="7162" y="6741"/>
                  </a:lnTo>
                  <a:lnTo>
                    <a:pt x="7162" y="6359"/>
                  </a:lnTo>
                  <a:cubicBezTo>
                    <a:pt x="7162" y="5979"/>
                    <a:pt x="7522" y="5750"/>
                    <a:pt x="7871" y="5750"/>
                  </a:cubicBezTo>
                  <a:close/>
                  <a:moveTo>
                    <a:pt x="1717" y="6568"/>
                  </a:moveTo>
                  <a:cubicBezTo>
                    <a:pt x="1642" y="6568"/>
                    <a:pt x="1570" y="6606"/>
                    <a:pt x="1530" y="6674"/>
                  </a:cubicBezTo>
                  <a:cubicBezTo>
                    <a:pt x="1471" y="6776"/>
                    <a:pt x="1506" y="6908"/>
                    <a:pt x="1609" y="6968"/>
                  </a:cubicBezTo>
                  <a:lnTo>
                    <a:pt x="2929" y="7731"/>
                  </a:lnTo>
                  <a:cubicBezTo>
                    <a:pt x="2963" y="7750"/>
                    <a:pt x="3000" y="7758"/>
                    <a:pt x="3037" y="7758"/>
                  </a:cubicBezTo>
                  <a:cubicBezTo>
                    <a:pt x="3112" y="7758"/>
                    <a:pt x="3184" y="7719"/>
                    <a:pt x="3223" y="7651"/>
                  </a:cubicBezTo>
                  <a:cubicBezTo>
                    <a:pt x="3284" y="7550"/>
                    <a:pt x="3250" y="7419"/>
                    <a:pt x="3146" y="7360"/>
                  </a:cubicBezTo>
                  <a:lnTo>
                    <a:pt x="1824" y="6596"/>
                  </a:lnTo>
                  <a:cubicBezTo>
                    <a:pt x="1790" y="6577"/>
                    <a:pt x="1753" y="6568"/>
                    <a:pt x="1717" y="6568"/>
                  </a:cubicBezTo>
                  <a:close/>
                  <a:moveTo>
                    <a:pt x="6091" y="6662"/>
                  </a:moveTo>
                  <a:cubicBezTo>
                    <a:pt x="6055" y="6662"/>
                    <a:pt x="6017" y="6672"/>
                    <a:pt x="5983" y="6692"/>
                  </a:cubicBezTo>
                  <a:lnTo>
                    <a:pt x="4824" y="7361"/>
                  </a:lnTo>
                  <a:cubicBezTo>
                    <a:pt x="4721" y="7421"/>
                    <a:pt x="4686" y="7553"/>
                    <a:pt x="4745" y="7654"/>
                  </a:cubicBezTo>
                  <a:cubicBezTo>
                    <a:pt x="4784" y="7724"/>
                    <a:pt x="4856" y="7762"/>
                    <a:pt x="4931" y="7762"/>
                  </a:cubicBezTo>
                  <a:cubicBezTo>
                    <a:pt x="4968" y="7762"/>
                    <a:pt x="5003" y="7752"/>
                    <a:pt x="5039" y="7732"/>
                  </a:cubicBezTo>
                  <a:lnTo>
                    <a:pt x="6199" y="7061"/>
                  </a:lnTo>
                  <a:cubicBezTo>
                    <a:pt x="6301" y="7002"/>
                    <a:pt x="6335" y="6871"/>
                    <a:pt x="6276" y="6769"/>
                  </a:cubicBezTo>
                  <a:cubicBezTo>
                    <a:pt x="6236" y="6700"/>
                    <a:pt x="6165" y="6662"/>
                    <a:pt x="6091" y="6662"/>
                  </a:cubicBezTo>
                  <a:close/>
                  <a:moveTo>
                    <a:pt x="7911" y="7456"/>
                  </a:moveTo>
                  <a:cubicBezTo>
                    <a:pt x="7991" y="7456"/>
                    <a:pt x="8058" y="7520"/>
                    <a:pt x="8058" y="7602"/>
                  </a:cubicBezTo>
                  <a:cubicBezTo>
                    <a:pt x="8058" y="7649"/>
                    <a:pt x="8036" y="7691"/>
                    <a:pt x="7998" y="7719"/>
                  </a:cubicBezTo>
                  <a:cubicBezTo>
                    <a:pt x="7966" y="7744"/>
                    <a:pt x="7945" y="7784"/>
                    <a:pt x="7945" y="7826"/>
                  </a:cubicBezTo>
                  <a:lnTo>
                    <a:pt x="7945" y="8089"/>
                  </a:lnTo>
                  <a:lnTo>
                    <a:pt x="7877" y="8089"/>
                  </a:lnTo>
                  <a:lnTo>
                    <a:pt x="7877" y="7826"/>
                  </a:lnTo>
                  <a:cubicBezTo>
                    <a:pt x="7877" y="7784"/>
                    <a:pt x="7856" y="7744"/>
                    <a:pt x="7823" y="7719"/>
                  </a:cubicBezTo>
                  <a:cubicBezTo>
                    <a:pt x="7786" y="7691"/>
                    <a:pt x="7764" y="7649"/>
                    <a:pt x="7764" y="7602"/>
                  </a:cubicBezTo>
                  <a:cubicBezTo>
                    <a:pt x="7764" y="7520"/>
                    <a:pt x="7832" y="7456"/>
                    <a:pt x="7911" y="7456"/>
                  </a:cubicBezTo>
                  <a:close/>
                  <a:moveTo>
                    <a:pt x="3985" y="7844"/>
                  </a:moveTo>
                  <a:cubicBezTo>
                    <a:pt x="4121" y="7844"/>
                    <a:pt x="4233" y="7955"/>
                    <a:pt x="4233" y="8092"/>
                  </a:cubicBezTo>
                  <a:cubicBezTo>
                    <a:pt x="4233" y="8230"/>
                    <a:pt x="4121" y="8341"/>
                    <a:pt x="3985" y="8341"/>
                  </a:cubicBezTo>
                  <a:cubicBezTo>
                    <a:pt x="3847" y="8341"/>
                    <a:pt x="3735" y="8230"/>
                    <a:pt x="3735" y="8092"/>
                  </a:cubicBezTo>
                  <a:cubicBezTo>
                    <a:pt x="3735" y="7955"/>
                    <a:pt x="3847" y="7844"/>
                    <a:pt x="3985" y="7844"/>
                  </a:cubicBezTo>
                  <a:close/>
                  <a:moveTo>
                    <a:pt x="7909" y="7186"/>
                  </a:moveTo>
                  <a:cubicBezTo>
                    <a:pt x="7679" y="7186"/>
                    <a:pt x="7494" y="7375"/>
                    <a:pt x="7494" y="7602"/>
                  </a:cubicBezTo>
                  <a:cubicBezTo>
                    <a:pt x="7494" y="7710"/>
                    <a:pt x="7535" y="7810"/>
                    <a:pt x="7608" y="7887"/>
                  </a:cubicBezTo>
                  <a:lnTo>
                    <a:pt x="7605" y="7887"/>
                  </a:lnTo>
                  <a:lnTo>
                    <a:pt x="7605" y="8110"/>
                  </a:lnTo>
                  <a:cubicBezTo>
                    <a:pt x="7605" y="8245"/>
                    <a:pt x="7716" y="8356"/>
                    <a:pt x="7853" y="8356"/>
                  </a:cubicBezTo>
                  <a:lnTo>
                    <a:pt x="7966" y="8356"/>
                  </a:lnTo>
                  <a:cubicBezTo>
                    <a:pt x="8101" y="8356"/>
                    <a:pt x="8212" y="8245"/>
                    <a:pt x="8212" y="8110"/>
                  </a:cubicBezTo>
                  <a:lnTo>
                    <a:pt x="8212" y="7887"/>
                  </a:lnTo>
                  <a:cubicBezTo>
                    <a:pt x="8285" y="7808"/>
                    <a:pt x="8325" y="7709"/>
                    <a:pt x="8325" y="7602"/>
                  </a:cubicBezTo>
                  <a:cubicBezTo>
                    <a:pt x="8325" y="7372"/>
                    <a:pt x="8140" y="7186"/>
                    <a:pt x="7909" y="7186"/>
                  </a:cubicBezTo>
                  <a:close/>
                  <a:moveTo>
                    <a:pt x="8875" y="7170"/>
                  </a:moveTo>
                  <a:lnTo>
                    <a:pt x="8875" y="7983"/>
                  </a:lnTo>
                  <a:cubicBezTo>
                    <a:pt x="8875" y="8203"/>
                    <a:pt x="8734" y="8430"/>
                    <a:pt x="8499" y="8430"/>
                  </a:cubicBezTo>
                  <a:lnTo>
                    <a:pt x="7373" y="8430"/>
                  </a:lnTo>
                  <a:cubicBezTo>
                    <a:pt x="7149" y="8430"/>
                    <a:pt x="6943" y="8217"/>
                    <a:pt x="6943" y="7983"/>
                  </a:cubicBezTo>
                  <a:lnTo>
                    <a:pt x="6943" y="7170"/>
                  </a:lnTo>
                  <a:close/>
                  <a:moveTo>
                    <a:pt x="3985" y="0"/>
                  </a:moveTo>
                  <a:cubicBezTo>
                    <a:pt x="3610" y="0"/>
                    <a:pt x="3306" y="305"/>
                    <a:pt x="3306" y="679"/>
                  </a:cubicBezTo>
                  <a:cubicBezTo>
                    <a:pt x="3306" y="976"/>
                    <a:pt x="3496" y="1225"/>
                    <a:pt x="3762" y="1319"/>
                  </a:cubicBezTo>
                  <a:lnTo>
                    <a:pt x="3762" y="1708"/>
                  </a:lnTo>
                  <a:cubicBezTo>
                    <a:pt x="2941" y="1778"/>
                    <a:pt x="2225" y="2213"/>
                    <a:pt x="1780" y="2854"/>
                  </a:cubicBezTo>
                  <a:lnTo>
                    <a:pt x="1441" y="2658"/>
                  </a:lnTo>
                  <a:cubicBezTo>
                    <a:pt x="1493" y="2382"/>
                    <a:pt x="1371" y="2093"/>
                    <a:pt x="1114" y="1944"/>
                  </a:cubicBezTo>
                  <a:cubicBezTo>
                    <a:pt x="1008" y="1883"/>
                    <a:pt x="892" y="1854"/>
                    <a:pt x="777" y="1854"/>
                  </a:cubicBezTo>
                  <a:cubicBezTo>
                    <a:pt x="543" y="1854"/>
                    <a:pt x="314" y="1976"/>
                    <a:pt x="188" y="2194"/>
                  </a:cubicBezTo>
                  <a:cubicBezTo>
                    <a:pt x="2" y="2517"/>
                    <a:pt x="113" y="2932"/>
                    <a:pt x="437" y="3119"/>
                  </a:cubicBezTo>
                  <a:cubicBezTo>
                    <a:pt x="543" y="3181"/>
                    <a:pt x="660" y="3211"/>
                    <a:pt x="774" y="3211"/>
                  </a:cubicBezTo>
                  <a:cubicBezTo>
                    <a:pt x="936" y="3211"/>
                    <a:pt x="1094" y="3153"/>
                    <a:pt x="1218" y="3044"/>
                  </a:cubicBezTo>
                  <a:lnTo>
                    <a:pt x="1557" y="3240"/>
                  </a:lnTo>
                  <a:cubicBezTo>
                    <a:pt x="1393" y="3589"/>
                    <a:pt x="1300" y="3976"/>
                    <a:pt x="1300" y="4385"/>
                  </a:cubicBezTo>
                  <a:cubicBezTo>
                    <a:pt x="1300" y="4795"/>
                    <a:pt x="1391" y="5183"/>
                    <a:pt x="1557" y="5530"/>
                  </a:cubicBezTo>
                  <a:lnTo>
                    <a:pt x="1218" y="5726"/>
                  </a:lnTo>
                  <a:cubicBezTo>
                    <a:pt x="1095" y="5619"/>
                    <a:pt x="937" y="5561"/>
                    <a:pt x="775" y="5561"/>
                  </a:cubicBezTo>
                  <a:cubicBezTo>
                    <a:pt x="660" y="5561"/>
                    <a:pt x="543" y="5590"/>
                    <a:pt x="437" y="5652"/>
                  </a:cubicBezTo>
                  <a:cubicBezTo>
                    <a:pt x="112" y="5839"/>
                    <a:pt x="1" y="6255"/>
                    <a:pt x="188" y="6577"/>
                  </a:cubicBezTo>
                  <a:cubicBezTo>
                    <a:pt x="280" y="6733"/>
                    <a:pt x="425" y="6847"/>
                    <a:pt x="601" y="6893"/>
                  </a:cubicBezTo>
                  <a:cubicBezTo>
                    <a:pt x="658" y="6910"/>
                    <a:pt x="718" y="6917"/>
                    <a:pt x="777" y="6917"/>
                  </a:cubicBezTo>
                  <a:cubicBezTo>
                    <a:pt x="893" y="6917"/>
                    <a:pt x="1010" y="6886"/>
                    <a:pt x="1114" y="6827"/>
                  </a:cubicBezTo>
                  <a:cubicBezTo>
                    <a:pt x="1371" y="6678"/>
                    <a:pt x="1493" y="6386"/>
                    <a:pt x="1441" y="6111"/>
                  </a:cubicBezTo>
                  <a:lnTo>
                    <a:pt x="1780" y="5916"/>
                  </a:lnTo>
                  <a:cubicBezTo>
                    <a:pt x="2225" y="6556"/>
                    <a:pt x="2941" y="6996"/>
                    <a:pt x="3762" y="7063"/>
                  </a:cubicBezTo>
                  <a:lnTo>
                    <a:pt x="3762" y="7452"/>
                  </a:lnTo>
                  <a:cubicBezTo>
                    <a:pt x="3498" y="7545"/>
                    <a:pt x="3306" y="7798"/>
                    <a:pt x="3306" y="8092"/>
                  </a:cubicBezTo>
                  <a:cubicBezTo>
                    <a:pt x="3306" y="8466"/>
                    <a:pt x="3610" y="8770"/>
                    <a:pt x="3985" y="8770"/>
                  </a:cubicBezTo>
                  <a:cubicBezTo>
                    <a:pt x="4357" y="8770"/>
                    <a:pt x="4662" y="8466"/>
                    <a:pt x="4662" y="8092"/>
                  </a:cubicBezTo>
                  <a:cubicBezTo>
                    <a:pt x="4662" y="7795"/>
                    <a:pt x="4470" y="7545"/>
                    <a:pt x="4207" y="7450"/>
                  </a:cubicBezTo>
                  <a:lnTo>
                    <a:pt x="4207" y="7060"/>
                  </a:lnTo>
                  <a:cubicBezTo>
                    <a:pt x="5582" y="6947"/>
                    <a:pt x="6668" y="5790"/>
                    <a:pt x="6668" y="4385"/>
                  </a:cubicBezTo>
                  <a:cubicBezTo>
                    <a:pt x="6668" y="3976"/>
                    <a:pt x="6577" y="3586"/>
                    <a:pt x="6413" y="3240"/>
                  </a:cubicBezTo>
                  <a:lnTo>
                    <a:pt x="6750" y="3044"/>
                  </a:lnTo>
                  <a:cubicBezTo>
                    <a:pt x="6873" y="3153"/>
                    <a:pt x="7032" y="3211"/>
                    <a:pt x="7194" y="3211"/>
                  </a:cubicBezTo>
                  <a:cubicBezTo>
                    <a:pt x="7308" y="3211"/>
                    <a:pt x="7425" y="3181"/>
                    <a:pt x="7531" y="3119"/>
                  </a:cubicBezTo>
                  <a:cubicBezTo>
                    <a:pt x="7856" y="2932"/>
                    <a:pt x="7967" y="2516"/>
                    <a:pt x="7780" y="2194"/>
                  </a:cubicBezTo>
                  <a:cubicBezTo>
                    <a:pt x="7655" y="1975"/>
                    <a:pt x="7426" y="1853"/>
                    <a:pt x="7191" y="1853"/>
                  </a:cubicBezTo>
                  <a:cubicBezTo>
                    <a:pt x="7076" y="1853"/>
                    <a:pt x="6960" y="1883"/>
                    <a:pt x="6854" y="1944"/>
                  </a:cubicBezTo>
                  <a:cubicBezTo>
                    <a:pt x="6598" y="2093"/>
                    <a:pt x="6475" y="2385"/>
                    <a:pt x="6527" y="2658"/>
                  </a:cubicBezTo>
                  <a:lnTo>
                    <a:pt x="6190" y="2854"/>
                  </a:lnTo>
                  <a:cubicBezTo>
                    <a:pt x="5744" y="2213"/>
                    <a:pt x="5027" y="1775"/>
                    <a:pt x="4207" y="1708"/>
                  </a:cubicBezTo>
                  <a:lnTo>
                    <a:pt x="4207" y="1319"/>
                  </a:lnTo>
                  <a:cubicBezTo>
                    <a:pt x="4470" y="1225"/>
                    <a:pt x="4662" y="973"/>
                    <a:pt x="4662" y="679"/>
                  </a:cubicBezTo>
                  <a:cubicBezTo>
                    <a:pt x="4662" y="305"/>
                    <a:pt x="4357" y="0"/>
                    <a:pt x="3985" y="0"/>
                  </a:cubicBezTo>
                  <a:close/>
                  <a:moveTo>
                    <a:pt x="7872" y="5319"/>
                  </a:moveTo>
                  <a:cubicBezTo>
                    <a:pt x="7234" y="5319"/>
                    <a:pt x="6735" y="5775"/>
                    <a:pt x="6735" y="6357"/>
                  </a:cubicBezTo>
                  <a:lnTo>
                    <a:pt x="6735" y="6739"/>
                  </a:lnTo>
                  <a:lnTo>
                    <a:pt x="6729" y="6739"/>
                  </a:lnTo>
                  <a:cubicBezTo>
                    <a:pt x="6610" y="6739"/>
                    <a:pt x="6514" y="6836"/>
                    <a:pt x="6514" y="6954"/>
                  </a:cubicBezTo>
                  <a:lnTo>
                    <a:pt x="6514" y="7980"/>
                  </a:lnTo>
                  <a:cubicBezTo>
                    <a:pt x="6514" y="8456"/>
                    <a:pt x="6910" y="8857"/>
                    <a:pt x="7375" y="8857"/>
                  </a:cubicBezTo>
                  <a:lnTo>
                    <a:pt x="8500" y="8857"/>
                  </a:lnTo>
                  <a:cubicBezTo>
                    <a:pt x="8953" y="8857"/>
                    <a:pt x="9308" y="8473"/>
                    <a:pt x="9308" y="7980"/>
                  </a:cubicBezTo>
                  <a:lnTo>
                    <a:pt x="9308" y="6954"/>
                  </a:lnTo>
                  <a:cubicBezTo>
                    <a:pt x="9308" y="6837"/>
                    <a:pt x="9212" y="6741"/>
                    <a:pt x="9094" y="6739"/>
                  </a:cubicBezTo>
                  <a:lnTo>
                    <a:pt x="9088" y="6739"/>
                  </a:lnTo>
                  <a:lnTo>
                    <a:pt x="9088" y="6357"/>
                  </a:lnTo>
                  <a:cubicBezTo>
                    <a:pt x="9088" y="5765"/>
                    <a:pt x="8621" y="5319"/>
                    <a:pt x="7998" y="5319"/>
                  </a:cubicBez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141" name="Google Shape;1141;p137"/>
            <p:cNvSpPr txBox="1"/>
            <p:nvPr/>
          </p:nvSpPr>
          <p:spPr>
            <a:xfrm>
              <a:off x="4996183" y="1830249"/>
              <a:ext cx="564300" cy="277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700">
                  <a:solidFill>
                    <a:srgbClr val="11567F"/>
                  </a:solidFill>
                </a:rPr>
                <a:t>Private Data Exchange</a:t>
              </a:r>
              <a:endParaRPr sz="1900">
                <a:solidFill>
                  <a:srgbClr val="252525"/>
                </a:solidFill>
              </a:endParaRPr>
            </a:p>
          </p:txBody>
        </p:sp>
        <p:sp>
          <p:nvSpPr>
            <p:cNvPr id="1142" name="Google Shape;1142;p137"/>
            <p:cNvSpPr txBox="1"/>
            <p:nvPr/>
          </p:nvSpPr>
          <p:spPr>
            <a:xfrm>
              <a:off x="5690572" y="1484351"/>
              <a:ext cx="1923900" cy="371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800">
                  <a:solidFill>
                    <a:srgbClr val="105780"/>
                  </a:solidFill>
                </a:rPr>
                <a:t>Build Data Supply Chain with your Business Partners Cross-Region, Cross-Cloud</a:t>
              </a:r>
              <a:endParaRPr sz="800">
                <a:solidFill>
                  <a:srgbClr val="105780"/>
                </a:solidFill>
              </a:endParaRPr>
            </a:p>
          </p:txBody>
        </p:sp>
      </p:grpSp>
      <p:sp>
        <p:nvSpPr>
          <p:cNvPr id="1143" name="Google Shape;1143;p137"/>
          <p:cNvSpPr txBox="1"/>
          <p:nvPr/>
        </p:nvSpPr>
        <p:spPr>
          <a:xfrm>
            <a:off x="4934989" y="3435015"/>
            <a:ext cx="8271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800">
                <a:solidFill>
                  <a:srgbClr val="105780"/>
                </a:solidFill>
              </a:rPr>
              <a:t>Snowflake Data Products</a:t>
            </a:r>
            <a:endParaRPr sz="800"/>
          </a:p>
        </p:txBody>
      </p:sp>
      <p:grpSp>
        <p:nvGrpSpPr>
          <p:cNvPr id="1144" name="Google Shape;1144;p137"/>
          <p:cNvGrpSpPr/>
          <p:nvPr/>
        </p:nvGrpSpPr>
        <p:grpSpPr>
          <a:xfrm>
            <a:off x="194598" y="3814851"/>
            <a:ext cx="909900" cy="664063"/>
            <a:chOff x="194598" y="3927512"/>
            <a:chExt cx="909900" cy="664063"/>
          </a:xfrm>
        </p:grpSpPr>
        <p:pic>
          <p:nvPicPr>
            <p:cNvPr id="1145" name="Google Shape;1145;p137"/>
            <p:cNvPicPr preferRelativeResize="0"/>
            <p:nvPr/>
          </p:nvPicPr>
          <p:blipFill>
            <a:blip r:embed="rId3">
              <a:alphaModFix/>
            </a:blip>
            <a:stretch>
              <a:fillRect/>
            </a:stretch>
          </p:blipFill>
          <p:spPr>
            <a:xfrm>
              <a:off x="194598" y="3927512"/>
              <a:ext cx="909900" cy="229235"/>
            </a:xfrm>
            <a:prstGeom prst="rect">
              <a:avLst/>
            </a:prstGeom>
            <a:noFill/>
            <a:ln>
              <a:noFill/>
            </a:ln>
          </p:spPr>
        </p:pic>
        <p:sp>
          <p:nvSpPr>
            <p:cNvPr id="1146" name="Google Shape;1146;p137"/>
            <p:cNvSpPr/>
            <p:nvPr/>
          </p:nvSpPr>
          <p:spPr>
            <a:xfrm>
              <a:off x="194600" y="4167375"/>
              <a:ext cx="870600" cy="424200"/>
            </a:xfrm>
            <a:prstGeom prst="roundRect">
              <a:avLst>
                <a:gd fmla="val 8301" name="adj"/>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700">
                  <a:solidFill>
                    <a:srgbClr val="434343"/>
                  </a:solidFill>
                </a:rPr>
                <a:t>Core Data Services Views (Ops reporting)</a:t>
              </a:r>
              <a:endParaRPr sz="700">
                <a:solidFill>
                  <a:srgbClr val="434343"/>
                </a:solidFill>
              </a:endParaRPr>
            </a:p>
            <a:p>
              <a:pPr indent="0" lvl="0" marL="0" rtl="0" algn="ctr">
                <a:spcBef>
                  <a:spcPts val="0"/>
                </a:spcBef>
                <a:spcAft>
                  <a:spcPts val="0"/>
                </a:spcAft>
                <a:buNone/>
              </a:pPr>
              <a:r>
                <a:rPr lang="en" sz="700">
                  <a:solidFill>
                    <a:srgbClr val="434343"/>
                  </a:solidFill>
                </a:rPr>
                <a:t>Private Cloud Edition</a:t>
              </a:r>
              <a:endParaRPr sz="700">
                <a:solidFill>
                  <a:srgbClr val="434343"/>
                </a:solidFill>
              </a:endParaRPr>
            </a:p>
          </p:txBody>
        </p:sp>
      </p:grpSp>
      <p:sp>
        <p:nvSpPr>
          <p:cNvPr id="1147" name="Google Shape;1147;p137"/>
          <p:cNvSpPr txBox="1"/>
          <p:nvPr/>
        </p:nvSpPr>
        <p:spPr>
          <a:xfrm>
            <a:off x="400075" y="684175"/>
            <a:ext cx="38913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000">
                <a:solidFill>
                  <a:srgbClr val="5B5B5B"/>
                </a:solidFill>
              </a:rPr>
              <a:t>SAP manages the source extractions and transformation layers</a:t>
            </a:r>
            <a:endParaRPr i="1" sz="1000">
              <a:solidFill>
                <a:srgbClr val="5B5B5B"/>
              </a:solidFill>
            </a:endParaRPr>
          </a:p>
        </p:txBody>
      </p:sp>
      <p:sp>
        <p:nvSpPr>
          <p:cNvPr id="1148" name="Google Shape;1148;p137"/>
          <p:cNvSpPr/>
          <p:nvPr/>
        </p:nvSpPr>
        <p:spPr>
          <a:xfrm>
            <a:off x="133160" y="4519442"/>
            <a:ext cx="909900" cy="178200"/>
          </a:xfrm>
          <a:prstGeom prst="roundRect">
            <a:avLst>
              <a:gd fmla="val 8301" name="adj"/>
            </a:avLst>
          </a:prstGeom>
          <a:no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800">
                <a:solidFill>
                  <a:srgbClr val="434343"/>
                </a:solidFill>
              </a:rPr>
              <a:t> SuccessFactors</a:t>
            </a:r>
            <a:endParaRPr sz="800">
              <a:solidFill>
                <a:srgbClr val="434343"/>
              </a:solidFill>
            </a:endParaRPr>
          </a:p>
        </p:txBody>
      </p:sp>
      <p:sp>
        <p:nvSpPr>
          <p:cNvPr id="1149" name="Google Shape;1149;p137"/>
          <p:cNvSpPr txBox="1"/>
          <p:nvPr/>
        </p:nvSpPr>
        <p:spPr>
          <a:xfrm>
            <a:off x="1438973" y="2260203"/>
            <a:ext cx="72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2"/>
                </a:solidFill>
              </a:rPr>
              <a:t>Analytics Cloud</a:t>
            </a:r>
            <a:endParaRPr b="1" sz="700">
              <a:solidFill>
                <a:schemeClr val="dk2"/>
              </a:solidFill>
            </a:endParaRPr>
          </a:p>
        </p:txBody>
      </p:sp>
      <p:sp>
        <p:nvSpPr>
          <p:cNvPr id="1150" name="Google Shape;1150;p137"/>
          <p:cNvSpPr txBox="1"/>
          <p:nvPr/>
        </p:nvSpPr>
        <p:spPr>
          <a:xfrm>
            <a:off x="1436225" y="3023050"/>
            <a:ext cx="7224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2"/>
                </a:solidFill>
              </a:rPr>
              <a:t>Datasphere /Data product Builder (Q2-AQ3 ‘26)</a:t>
            </a:r>
            <a:endParaRPr b="1" sz="700">
              <a:solidFill>
                <a:schemeClr val="dk2"/>
              </a:solidFill>
            </a:endParaRPr>
          </a:p>
        </p:txBody>
      </p:sp>
      <p:sp>
        <p:nvSpPr>
          <p:cNvPr id="1151" name="Google Shape;1151;p137"/>
          <p:cNvSpPr txBox="1"/>
          <p:nvPr/>
        </p:nvSpPr>
        <p:spPr>
          <a:xfrm>
            <a:off x="3716131" y="3073655"/>
            <a:ext cx="722400" cy="415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2"/>
                </a:solidFill>
              </a:rPr>
              <a:t>Zero-copy  Data in Snowflake</a:t>
            </a:r>
            <a:endParaRPr sz="900">
              <a:solidFill>
                <a:schemeClr val="dk2"/>
              </a:solidFill>
            </a:endParaRPr>
          </a:p>
        </p:txBody>
      </p:sp>
      <p:sp>
        <p:nvSpPr>
          <p:cNvPr id="1152" name="Google Shape;1152;p137"/>
          <p:cNvSpPr txBox="1"/>
          <p:nvPr/>
        </p:nvSpPr>
        <p:spPr>
          <a:xfrm>
            <a:off x="1438977" y="1556800"/>
            <a:ext cx="631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2"/>
                </a:solidFill>
              </a:rPr>
              <a:t>Joule</a:t>
            </a:r>
            <a:endParaRPr b="1" sz="700">
              <a:solidFill>
                <a:schemeClr val="dk2"/>
              </a:solidFill>
            </a:endParaRPr>
          </a:p>
        </p:txBody>
      </p:sp>
      <p:sp>
        <p:nvSpPr>
          <p:cNvPr id="1153" name="Google Shape;1153;p137"/>
          <p:cNvSpPr txBox="1"/>
          <p:nvPr/>
        </p:nvSpPr>
        <p:spPr>
          <a:xfrm>
            <a:off x="3686622" y="1584453"/>
            <a:ext cx="909900" cy="138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2"/>
                </a:solidFill>
              </a:rPr>
              <a:t>Agent to Agent J</a:t>
            </a:r>
            <a:endParaRPr sz="900">
              <a:solidFill>
                <a:schemeClr val="dk2"/>
              </a:solidFill>
            </a:endParaRPr>
          </a:p>
        </p:txBody>
      </p:sp>
      <p:sp>
        <p:nvSpPr>
          <p:cNvPr id="1154" name="Google Shape;1154;p137"/>
          <p:cNvSpPr/>
          <p:nvPr/>
        </p:nvSpPr>
        <p:spPr>
          <a:xfrm rot="3837">
            <a:off x="4003415" y="4474494"/>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5" name="Google Shape;1155;p137"/>
          <p:cNvSpPr/>
          <p:nvPr/>
        </p:nvSpPr>
        <p:spPr>
          <a:xfrm rot="10800000">
            <a:off x="3934750" y="3479475"/>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6" name="Google Shape;1156;p137"/>
          <p:cNvSpPr/>
          <p:nvPr/>
        </p:nvSpPr>
        <p:spPr>
          <a:xfrm>
            <a:off x="4203550" y="1773875"/>
            <a:ext cx="2046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7" name="Google Shape;1157;p137"/>
          <p:cNvSpPr/>
          <p:nvPr/>
        </p:nvSpPr>
        <p:spPr>
          <a:xfrm>
            <a:off x="1997323" y="1454064"/>
            <a:ext cx="1145700" cy="498000"/>
          </a:xfrm>
          <a:prstGeom prst="roundRect">
            <a:avLst>
              <a:gd fmla="val 8301" name="adj"/>
            </a:avLst>
          </a:prstGeom>
          <a:solidFill>
            <a:schemeClr val="lt1"/>
          </a:solidFill>
          <a:ln cap="flat" cmpd="sng" w="9525">
            <a:solidFill>
              <a:schemeClr val="l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solidFill>
                  <a:srgbClr val="434343"/>
                </a:solidFill>
              </a:rPr>
              <a:t>Business Process AI</a:t>
            </a:r>
            <a:endParaRPr sz="800">
              <a:solidFill>
                <a:srgbClr val="434343"/>
              </a:solidFill>
            </a:endParaRPr>
          </a:p>
        </p:txBody>
      </p:sp>
      <p:sp>
        <p:nvSpPr>
          <p:cNvPr id="1158" name="Google Shape;1158;p137"/>
          <p:cNvSpPr/>
          <p:nvPr/>
        </p:nvSpPr>
        <p:spPr>
          <a:xfrm>
            <a:off x="2073961" y="3081851"/>
            <a:ext cx="1145700" cy="498000"/>
          </a:xfrm>
          <a:prstGeom prst="roundRect">
            <a:avLst>
              <a:gd fmla="val 8301" name="adj"/>
            </a:avLst>
          </a:prstGeom>
          <a:solidFill>
            <a:schemeClr val="lt1"/>
          </a:solidFill>
          <a:ln cap="flat" cmpd="sng" w="9525">
            <a:solidFill>
              <a:schemeClr val="l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solidFill>
                  <a:srgbClr val="434343"/>
                </a:solidFill>
              </a:rPr>
              <a:t>Analytic models built on data products–not exposed to 3rd parties</a:t>
            </a:r>
            <a:endParaRPr sz="800">
              <a:solidFill>
                <a:srgbClr val="434343"/>
              </a:solidFill>
            </a:endParaRPr>
          </a:p>
          <a:p>
            <a:pPr indent="0" lvl="0" marL="0" rtl="0" algn="ctr">
              <a:spcBef>
                <a:spcPts val="0"/>
              </a:spcBef>
              <a:spcAft>
                <a:spcPts val="0"/>
              </a:spcAft>
              <a:buNone/>
            </a:pPr>
            <a:r>
              <a:t/>
            </a:r>
            <a:endParaRPr sz="800">
              <a:solidFill>
                <a:srgbClr val="434343"/>
              </a:solidFill>
            </a:endParaRPr>
          </a:p>
        </p:txBody>
      </p:sp>
      <p:sp>
        <p:nvSpPr>
          <p:cNvPr id="1159" name="Google Shape;1159;p137"/>
          <p:cNvSpPr/>
          <p:nvPr/>
        </p:nvSpPr>
        <p:spPr>
          <a:xfrm>
            <a:off x="2048525" y="3975500"/>
            <a:ext cx="1145700" cy="649200"/>
          </a:xfrm>
          <a:prstGeom prst="roundRect">
            <a:avLst>
              <a:gd fmla="val 8301" name="adj"/>
            </a:avLst>
          </a:prstGeom>
          <a:solidFill>
            <a:schemeClr val="lt1"/>
          </a:solidFill>
          <a:ln cap="flat" cmpd="sng" w="9525">
            <a:solidFill>
              <a:schemeClr val="l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800">
                <a:solidFill>
                  <a:srgbClr val="434343"/>
                </a:solidFill>
              </a:rPr>
              <a:t>Managed &amp; Custom BDC Data Products (semantic layer built on S/4HANA CDS Views)</a:t>
            </a:r>
            <a:endParaRPr sz="800">
              <a:solidFill>
                <a:srgbClr val="434343"/>
              </a:solidFill>
            </a:endParaRPr>
          </a:p>
          <a:p>
            <a:pPr indent="0" lvl="0" marL="0" rtl="0" algn="ctr">
              <a:spcBef>
                <a:spcPts val="0"/>
              </a:spcBef>
              <a:spcAft>
                <a:spcPts val="0"/>
              </a:spcAft>
              <a:buNone/>
            </a:pPr>
            <a:r>
              <a:t/>
            </a:r>
            <a:endParaRPr sz="800">
              <a:solidFill>
                <a:srgbClr val="434343"/>
              </a:solidFill>
            </a:endParaRPr>
          </a:p>
        </p:txBody>
      </p:sp>
      <p:sp>
        <p:nvSpPr>
          <p:cNvPr id="1160" name="Google Shape;1160;p137"/>
          <p:cNvSpPr/>
          <p:nvPr/>
        </p:nvSpPr>
        <p:spPr>
          <a:xfrm>
            <a:off x="263275" y="1050950"/>
            <a:ext cx="1078500" cy="229200"/>
          </a:xfrm>
          <a:prstGeom prst="roundRect">
            <a:avLst>
              <a:gd fmla="val 8301" name="adj"/>
            </a:avLst>
          </a:prstGeom>
          <a:solidFill>
            <a:schemeClr val="dk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800">
                <a:solidFill>
                  <a:schemeClr val="lt1"/>
                </a:solidFill>
              </a:rPr>
              <a:t>SAP Ops Systems</a:t>
            </a:r>
            <a:endParaRPr b="1" sz="800">
              <a:solidFill>
                <a:schemeClr val="lt1"/>
              </a:solidFill>
            </a:endParaRPr>
          </a:p>
        </p:txBody>
      </p:sp>
      <p:sp>
        <p:nvSpPr>
          <p:cNvPr id="1161" name="Google Shape;1161;p137"/>
          <p:cNvSpPr/>
          <p:nvPr/>
        </p:nvSpPr>
        <p:spPr>
          <a:xfrm>
            <a:off x="1122925" y="4220750"/>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2" name="Google Shape;1162;p137"/>
          <p:cNvSpPr/>
          <p:nvPr/>
        </p:nvSpPr>
        <p:spPr>
          <a:xfrm>
            <a:off x="194600" y="3182510"/>
            <a:ext cx="870600" cy="424200"/>
          </a:xfrm>
          <a:prstGeom prst="roundRect">
            <a:avLst>
              <a:gd fmla="val 8301" name="adj"/>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700">
                <a:solidFill>
                  <a:srgbClr val="434343"/>
                </a:solidFill>
              </a:rPr>
              <a:t>ECC - Extractors / Table Replication</a:t>
            </a:r>
            <a:endParaRPr sz="700">
              <a:solidFill>
                <a:srgbClr val="434343"/>
              </a:solidFill>
            </a:endParaRPr>
          </a:p>
        </p:txBody>
      </p:sp>
      <p:pic>
        <p:nvPicPr>
          <p:cNvPr id="1163" name="Google Shape;1163;p137"/>
          <p:cNvPicPr preferRelativeResize="0"/>
          <p:nvPr/>
        </p:nvPicPr>
        <p:blipFill rotWithShape="1">
          <a:blip r:embed="rId4">
            <a:alphaModFix/>
          </a:blip>
          <a:srcRect b="29301" l="21196" r="21316" t="27571"/>
          <a:stretch/>
        </p:blipFill>
        <p:spPr>
          <a:xfrm>
            <a:off x="194600" y="2996630"/>
            <a:ext cx="631801" cy="248218"/>
          </a:xfrm>
          <a:prstGeom prst="rect">
            <a:avLst/>
          </a:prstGeom>
          <a:noFill/>
          <a:ln>
            <a:noFill/>
          </a:ln>
        </p:spPr>
      </p:pic>
      <p:sp>
        <p:nvSpPr>
          <p:cNvPr id="1164" name="Google Shape;1164;p137"/>
          <p:cNvSpPr/>
          <p:nvPr/>
        </p:nvSpPr>
        <p:spPr>
          <a:xfrm>
            <a:off x="1122925" y="3230150"/>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65" name="Google Shape;1165;p137"/>
          <p:cNvGrpSpPr/>
          <p:nvPr/>
        </p:nvGrpSpPr>
        <p:grpSpPr>
          <a:xfrm>
            <a:off x="8195600" y="2943478"/>
            <a:ext cx="870600" cy="610081"/>
            <a:chOff x="194600" y="2924936"/>
            <a:chExt cx="870600" cy="610081"/>
          </a:xfrm>
        </p:grpSpPr>
        <p:sp>
          <p:nvSpPr>
            <p:cNvPr id="1166" name="Google Shape;1166;p137"/>
            <p:cNvSpPr/>
            <p:nvPr/>
          </p:nvSpPr>
          <p:spPr>
            <a:xfrm>
              <a:off x="194600" y="3110817"/>
              <a:ext cx="870600" cy="424200"/>
            </a:xfrm>
            <a:prstGeom prst="roundRect">
              <a:avLst>
                <a:gd fmla="val 8301" name="adj"/>
              </a:avLst>
            </a:prstGeom>
            <a:solidFill>
              <a:srgbClr val="F3F3F3"/>
            </a:solid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700">
                  <a:solidFill>
                    <a:srgbClr val="434343"/>
                  </a:solidFill>
                </a:rPr>
                <a:t>ECC - Extractors / Table Replication</a:t>
              </a:r>
              <a:endParaRPr sz="700">
                <a:solidFill>
                  <a:srgbClr val="434343"/>
                </a:solidFill>
              </a:endParaRPr>
            </a:p>
          </p:txBody>
        </p:sp>
        <p:pic>
          <p:nvPicPr>
            <p:cNvPr id="1167" name="Google Shape;1167;p137"/>
            <p:cNvPicPr preferRelativeResize="0"/>
            <p:nvPr/>
          </p:nvPicPr>
          <p:blipFill rotWithShape="1">
            <a:blip r:embed="rId4">
              <a:alphaModFix/>
            </a:blip>
            <a:srcRect b="29301" l="21196" r="21316" t="27571"/>
            <a:stretch/>
          </p:blipFill>
          <p:spPr>
            <a:xfrm>
              <a:off x="194600" y="2924936"/>
              <a:ext cx="631801" cy="248218"/>
            </a:xfrm>
            <a:prstGeom prst="rect">
              <a:avLst/>
            </a:prstGeom>
            <a:noFill/>
            <a:ln>
              <a:noFill/>
            </a:ln>
          </p:spPr>
        </p:pic>
      </p:grpSp>
      <p:sp>
        <p:nvSpPr>
          <p:cNvPr id="1168" name="Google Shape;1168;p137"/>
          <p:cNvSpPr/>
          <p:nvPr/>
        </p:nvSpPr>
        <p:spPr>
          <a:xfrm rot="-10796163">
            <a:off x="7778315" y="3131205"/>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9" name="Google Shape;1169;p137"/>
          <p:cNvSpPr txBox="1"/>
          <p:nvPr/>
        </p:nvSpPr>
        <p:spPr>
          <a:xfrm>
            <a:off x="7576111" y="3330993"/>
            <a:ext cx="722400" cy="277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2"/>
                </a:solidFill>
              </a:rPr>
              <a:t>ETL or Datasphere</a:t>
            </a:r>
            <a:endParaRPr sz="900">
              <a:solidFill>
                <a:schemeClr val="dk2"/>
              </a:solidFill>
            </a:endParaRPr>
          </a:p>
        </p:txBody>
      </p:sp>
      <p:sp>
        <p:nvSpPr>
          <p:cNvPr id="1170" name="Google Shape;1170;p137"/>
          <p:cNvSpPr txBox="1"/>
          <p:nvPr/>
        </p:nvSpPr>
        <p:spPr>
          <a:xfrm>
            <a:off x="7916659" y="3742097"/>
            <a:ext cx="722400" cy="138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2"/>
                </a:solidFill>
              </a:rPr>
              <a:t>Historical</a:t>
            </a:r>
            <a:endParaRPr sz="900">
              <a:solidFill>
                <a:schemeClr val="dk2"/>
              </a:solidFill>
            </a:endParaRPr>
          </a:p>
        </p:txBody>
      </p:sp>
      <p:sp>
        <p:nvSpPr>
          <p:cNvPr id="1171" name="Google Shape;1171;p137"/>
          <p:cNvSpPr/>
          <p:nvPr/>
        </p:nvSpPr>
        <p:spPr>
          <a:xfrm rot="10800000">
            <a:off x="3832582" y="1773881"/>
            <a:ext cx="2046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5" name="Shape 1175"/>
        <p:cNvGrpSpPr/>
        <p:nvPr/>
      </p:nvGrpSpPr>
      <p:grpSpPr>
        <a:xfrm>
          <a:off x="0" y="0"/>
          <a:ext cx="0" cy="0"/>
          <a:chOff x="0" y="0"/>
          <a:chExt cx="0" cy="0"/>
        </a:xfrm>
      </p:grpSpPr>
      <p:sp>
        <p:nvSpPr>
          <p:cNvPr id="1176" name="Google Shape;1176;p138"/>
          <p:cNvSpPr/>
          <p:nvPr/>
        </p:nvSpPr>
        <p:spPr>
          <a:xfrm>
            <a:off x="381000" y="952500"/>
            <a:ext cx="4095900" cy="3619500"/>
          </a:xfrm>
          <a:prstGeom prst="roundRect">
            <a:avLst>
              <a:gd fmla="val 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7" name="Google Shape;1177;p138"/>
          <p:cNvSpPr/>
          <p:nvPr/>
        </p:nvSpPr>
        <p:spPr>
          <a:xfrm>
            <a:off x="4667250" y="952500"/>
            <a:ext cx="4095900" cy="3619500"/>
          </a:xfrm>
          <a:prstGeom prst="roundRect">
            <a:avLst>
              <a:gd fmla="val 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8" name="Google Shape;1178;p138"/>
          <p:cNvSpPr txBox="1"/>
          <p:nvPr>
            <p:ph type="title"/>
          </p:nvPr>
        </p:nvSpPr>
        <p:spPr>
          <a:xfrm>
            <a:off x="314325" y="238125"/>
            <a:ext cx="8515500" cy="497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lang="en" sz="2400">
                <a:solidFill>
                  <a:srgbClr val="1E293B"/>
                </a:solidFill>
                <a:latin typeface="Arial"/>
                <a:ea typeface="Arial"/>
                <a:cs typeface="Arial"/>
                <a:sym typeface="Arial"/>
              </a:rPr>
              <a:t>SAP </a:t>
            </a:r>
            <a:r>
              <a:rPr b="1" lang="en" sz="2400">
                <a:solidFill>
                  <a:srgbClr val="1E293B"/>
                </a:solidFill>
                <a:latin typeface="Arial"/>
                <a:ea typeface="Arial"/>
                <a:cs typeface="Arial"/>
                <a:sym typeface="Arial"/>
              </a:rPr>
              <a:t>BDC Connect for Snowflake</a:t>
            </a:r>
            <a:endParaRPr b="1" sz="2400">
              <a:solidFill>
                <a:srgbClr val="1E293B"/>
              </a:solidFill>
              <a:latin typeface="Arial"/>
              <a:ea typeface="Arial"/>
              <a:cs typeface="Arial"/>
              <a:sym typeface="Arial"/>
            </a:endParaRPr>
          </a:p>
          <a:p>
            <a:pPr indent="0" lvl="0" marL="0" rtl="0" algn="l">
              <a:spcBef>
                <a:spcPts val="0"/>
              </a:spcBef>
              <a:spcAft>
                <a:spcPts val="0"/>
              </a:spcAft>
              <a:buNone/>
            </a:pPr>
            <a:r>
              <a:rPr b="0" lang="en" sz="1400">
                <a:solidFill>
                  <a:srgbClr val="64748B"/>
                </a:solidFill>
                <a:latin typeface="Arial"/>
                <a:ea typeface="Arial"/>
                <a:cs typeface="Arial"/>
                <a:sym typeface="Arial"/>
              </a:rPr>
              <a:t>Process flow for existing Snowflake accounts</a:t>
            </a:r>
            <a:endParaRPr b="0" sz="1400">
              <a:solidFill>
                <a:srgbClr val="64748B"/>
              </a:solidFill>
              <a:latin typeface="Arial"/>
              <a:ea typeface="Arial"/>
              <a:cs typeface="Arial"/>
              <a:sym typeface="Arial"/>
            </a:endParaRPr>
          </a:p>
        </p:txBody>
      </p:sp>
      <p:grpSp>
        <p:nvGrpSpPr>
          <p:cNvPr id="1179" name="Google Shape;1179;p138"/>
          <p:cNvGrpSpPr/>
          <p:nvPr/>
        </p:nvGrpSpPr>
        <p:grpSpPr>
          <a:xfrm>
            <a:off x="381000" y="952500"/>
            <a:ext cx="4095900" cy="476400"/>
            <a:chOff x="381000" y="952500"/>
            <a:chExt cx="4095900" cy="476400"/>
          </a:xfrm>
        </p:grpSpPr>
        <p:sp>
          <p:nvSpPr>
            <p:cNvPr id="1180" name="Google Shape;1180;p138"/>
            <p:cNvSpPr/>
            <p:nvPr/>
          </p:nvSpPr>
          <p:spPr>
            <a:xfrm>
              <a:off x="381000" y="952500"/>
              <a:ext cx="4095900" cy="476400"/>
            </a:xfrm>
            <a:prstGeom prst="roundRect">
              <a:avLst>
                <a:gd fmla="val 24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1" name="Google Shape;1181;p138"/>
            <p:cNvSpPr txBox="1"/>
            <p:nvPr/>
          </p:nvSpPr>
          <p:spPr>
            <a:xfrm>
              <a:off x="523875" y="952500"/>
              <a:ext cx="381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F172A"/>
                  </a:solidFill>
                  <a:latin typeface="Arial"/>
                  <a:ea typeface="Arial"/>
                  <a:cs typeface="Arial"/>
                  <a:sym typeface="Arial"/>
                </a:rPr>
                <a:t>1. Account Declaration in SAP BDC</a:t>
              </a:r>
              <a:endParaRPr b="1" sz="1300">
                <a:solidFill>
                  <a:srgbClr val="0F172A"/>
                </a:solidFill>
                <a:latin typeface="Arial"/>
                <a:ea typeface="Arial"/>
                <a:cs typeface="Arial"/>
                <a:sym typeface="Arial"/>
              </a:endParaRPr>
            </a:p>
          </p:txBody>
        </p:sp>
      </p:grpSp>
      <p:grpSp>
        <p:nvGrpSpPr>
          <p:cNvPr id="1182" name="Google Shape;1182;p138"/>
          <p:cNvGrpSpPr/>
          <p:nvPr/>
        </p:nvGrpSpPr>
        <p:grpSpPr>
          <a:xfrm>
            <a:off x="4667250" y="952500"/>
            <a:ext cx="4095900" cy="476400"/>
            <a:chOff x="4667250" y="952500"/>
            <a:chExt cx="4095900" cy="476400"/>
          </a:xfrm>
        </p:grpSpPr>
        <p:sp>
          <p:nvSpPr>
            <p:cNvPr id="1183" name="Google Shape;1183;p138"/>
            <p:cNvSpPr/>
            <p:nvPr/>
          </p:nvSpPr>
          <p:spPr>
            <a:xfrm>
              <a:off x="4667250" y="952500"/>
              <a:ext cx="4095900" cy="476400"/>
            </a:xfrm>
            <a:prstGeom prst="roundRect">
              <a:avLst>
                <a:gd fmla="val 24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4" name="Google Shape;1184;p138"/>
            <p:cNvSpPr txBox="1"/>
            <p:nvPr/>
          </p:nvSpPr>
          <p:spPr>
            <a:xfrm>
              <a:off x="4810125" y="952500"/>
              <a:ext cx="381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F172A"/>
                  </a:solidFill>
                  <a:latin typeface="Arial"/>
                  <a:ea typeface="Arial"/>
                  <a:cs typeface="Arial"/>
                  <a:sym typeface="Arial"/>
                </a:rPr>
                <a:t>2. Data Product Sharing</a:t>
              </a:r>
              <a:endParaRPr b="1" sz="1300">
                <a:solidFill>
                  <a:srgbClr val="0F172A"/>
                </a:solidFill>
                <a:latin typeface="Arial"/>
                <a:ea typeface="Arial"/>
                <a:cs typeface="Arial"/>
                <a:sym typeface="Arial"/>
              </a:endParaRPr>
            </a:p>
          </p:txBody>
        </p:sp>
      </p:grpSp>
      <p:sp>
        <p:nvSpPr>
          <p:cNvPr id="1185" name="Google Shape;1185;p138"/>
          <p:cNvSpPr txBox="1"/>
          <p:nvPr/>
        </p:nvSpPr>
        <p:spPr>
          <a:xfrm>
            <a:off x="523875" y="1524000"/>
            <a:ext cx="38100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29B5E8"/>
                </a:solidFill>
                <a:latin typeface="Arial"/>
                <a:ea typeface="Arial"/>
                <a:cs typeface="Arial"/>
                <a:sym typeface="Arial"/>
              </a:rPr>
              <a:t>Snowflake</a:t>
            </a:r>
            <a:endParaRPr b="1" sz="1050">
              <a:solidFill>
                <a:srgbClr val="29B5E8"/>
              </a:solidFill>
              <a:latin typeface="Arial"/>
              <a:ea typeface="Arial"/>
              <a:cs typeface="Arial"/>
              <a:sym typeface="Arial"/>
            </a:endParaRPr>
          </a:p>
          <a:p>
            <a:pPr indent="0" lvl="0" marL="0" rtl="0" algn="l">
              <a:spcBef>
                <a:spcPts val="300"/>
              </a:spcBef>
              <a:spcAft>
                <a:spcPts val="0"/>
              </a:spcAft>
              <a:buNone/>
            </a:pPr>
            <a:r>
              <a:rPr lang="en" sz="1050">
                <a:solidFill>
                  <a:srgbClr val="334155"/>
                </a:solidFill>
                <a:latin typeface="Arial"/>
                <a:ea typeface="Arial"/>
                <a:cs typeface="Arial"/>
                <a:sym typeface="Arial"/>
              </a:rPr>
              <a:t>ORG admin activates BDC connect T</a:t>
            </a:r>
            <a:r>
              <a:rPr lang="en" sz="1050">
                <a:solidFill>
                  <a:srgbClr val="334155"/>
                </a:solidFill>
              </a:rPr>
              <a:t>erms Of </a:t>
            </a:r>
            <a:r>
              <a:rPr lang="en" sz="1050">
                <a:solidFill>
                  <a:srgbClr val="334155"/>
                </a:solidFill>
                <a:latin typeface="Arial"/>
                <a:ea typeface="Arial"/>
                <a:cs typeface="Arial"/>
                <a:sym typeface="Arial"/>
              </a:rPr>
              <a:t>Service and sends the org-account URL to </a:t>
            </a:r>
            <a:r>
              <a:rPr lang="en" sz="1050">
                <a:solidFill>
                  <a:srgbClr val="334155"/>
                </a:solidFill>
              </a:rPr>
              <a:t>the SAP provisioning user.</a:t>
            </a:r>
            <a:endParaRPr sz="1050">
              <a:solidFill>
                <a:srgbClr val="334155"/>
              </a:solidFill>
              <a:latin typeface="Arial"/>
              <a:ea typeface="Arial"/>
              <a:cs typeface="Arial"/>
              <a:sym typeface="Arial"/>
            </a:endParaRPr>
          </a:p>
          <a:p>
            <a:pPr indent="0" lvl="0" marL="0" rtl="0" algn="l">
              <a:spcBef>
                <a:spcPts val="1350"/>
              </a:spcBef>
              <a:spcAft>
                <a:spcPts val="0"/>
              </a:spcAft>
              <a:buNone/>
            </a:pPr>
            <a:r>
              <a:rPr b="1" lang="en" sz="1050">
                <a:solidFill>
                  <a:srgbClr val="11567F"/>
                </a:solidFill>
                <a:latin typeface="Arial"/>
                <a:ea typeface="Arial"/>
                <a:cs typeface="Arial"/>
                <a:sym typeface="Arial"/>
              </a:rPr>
              <a:t>SAP User</a:t>
            </a:r>
            <a:endParaRPr b="1" sz="1050">
              <a:solidFill>
                <a:srgbClr val="11567F"/>
              </a:solidFill>
              <a:latin typeface="Arial"/>
              <a:ea typeface="Arial"/>
              <a:cs typeface="Arial"/>
              <a:sym typeface="Arial"/>
            </a:endParaRPr>
          </a:p>
          <a:p>
            <a:pPr indent="0" lvl="0" marL="0" rtl="0" algn="l">
              <a:spcBef>
                <a:spcPts val="300"/>
              </a:spcBef>
              <a:spcAft>
                <a:spcPts val="0"/>
              </a:spcAft>
              <a:buNone/>
            </a:pPr>
            <a:r>
              <a:rPr lang="en" sz="1050">
                <a:solidFill>
                  <a:srgbClr val="334155"/>
                </a:solidFill>
                <a:latin typeface="Arial"/>
                <a:ea typeface="Arial"/>
                <a:cs typeface="Arial"/>
                <a:sym typeface="Arial"/>
              </a:rPr>
              <a:t>Accesses me.sap.com, generates invitation link, and adds system to BDC Formation.</a:t>
            </a:r>
            <a:endParaRPr sz="1050">
              <a:solidFill>
                <a:srgbClr val="334155"/>
              </a:solidFill>
              <a:latin typeface="Arial"/>
              <a:ea typeface="Arial"/>
              <a:cs typeface="Arial"/>
              <a:sym typeface="Arial"/>
            </a:endParaRPr>
          </a:p>
          <a:p>
            <a:pPr indent="0" lvl="0" marL="0" rtl="0" algn="l">
              <a:spcBef>
                <a:spcPts val="1350"/>
              </a:spcBef>
              <a:spcAft>
                <a:spcPts val="0"/>
              </a:spcAft>
              <a:buNone/>
            </a:pPr>
            <a:r>
              <a:rPr b="1" lang="en" sz="1050">
                <a:solidFill>
                  <a:srgbClr val="29B5E8"/>
                </a:solidFill>
                <a:latin typeface="Arial"/>
                <a:ea typeface="Arial"/>
                <a:cs typeface="Arial"/>
                <a:sym typeface="Arial"/>
              </a:rPr>
              <a:t>Snowflake</a:t>
            </a:r>
            <a:endParaRPr b="1" sz="1050">
              <a:solidFill>
                <a:srgbClr val="29B5E8"/>
              </a:solidFill>
              <a:latin typeface="Arial"/>
              <a:ea typeface="Arial"/>
              <a:cs typeface="Arial"/>
              <a:sym typeface="Arial"/>
            </a:endParaRPr>
          </a:p>
          <a:p>
            <a:pPr indent="0" lvl="0" marL="0" rtl="0" algn="l">
              <a:spcBef>
                <a:spcPts val="300"/>
              </a:spcBef>
              <a:spcAft>
                <a:spcPts val="1350"/>
              </a:spcAft>
              <a:buNone/>
            </a:pPr>
            <a:r>
              <a:rPr lang="en" sz="1050">
                <a:solidFill>
                  <a:srgbClr val="334155"/>
                </a:solidFill>
                <a:latin typeface="Arial"/>
                <a:ea typeface="Arial"/>
                <a:cs typeface="Arial"/>
                <a:sym typeface="Arial"/>
              </a:rPr>
              <a:t>Creates catalog integration using invitation link to show catalog integrations.</a:t>
            </a:r>
            <a:endParaRPr sz="1050">
              <a:solidFill>
                <a:srgbClr val="334155"/>
              </a:solidFill>
              <a:latin typeface="Arial"/>
              <a:ea typeface="Arial"/>
              <a:cs typeface="Arial"/>
              <a:sym typeface="Arial"/>
            </a:endParaRPr>
          </a:p>
        </p:txBody>
      </p:sp>
      <p:sp>
        <p:nvSpPr>
          <p:cNvPr id="1186" name="Google Shape;1186;p138"/>
          <p:cNvSpPr txBox="1"/>
          <p:nvPr/>
        </p:nvSpPr>
        <p:spPr>
          <a:xfrm>
            <a:off x="4810125" y="1524000"/>
            <a:ext cx="38100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11567F"/>
                </a:solidFill>
                <a:latin typeface="Arial"/>
                <a:ea typeface="Arial"/>
                <a:cs typeface="Arial"/>
                <a:sym typeface="Arial"/>
              </a:rPr>
              <a:t>BDC Admin</a:t>
            </a:r>
            <a:endParaRPr b="1" sz="1050">
              <a:solidFill>
                <a:srgbClr val="11567F"/>
              </a:solidFill>
              <a:latin typeface="Arial"/>
              <a:ea typeface="Arial"/>
              <a:cs typeface="Arial"/>
              <a:sym typeface="Arial"/>
            </a:endParaRPr>
          </a:p>
          <a:p>
            <a:pPr indent="0" lvl="0" marL="0" rtl="0" algn="l">
              <a:spcBef>
                <a:spcPts val="300"/>
              </a:spcBef>
              <a:spcAft>
                <a:spcPts val="0"/>
              </a:spcAft>
              <a:buNone/>
            </a:pPr>
            <a:r>
              <a:rPr lang="en" sz="1050">
                <a:solidFill>
                  <a:srgbClr val="334155"/>
                </a:solidFill>
                <a:latin typeface="Arial"/>
                <a:ea typeface="Arial"/>
                <a:cs typeface="Arial"/>
                <a:sym typeface="Arial"/>
              </a:rPr>
              <a:t>Shares one or more data products to Snowflake integration.</a:t>
            </a:r>
            <a:endParaRPr sz="1050">
              <a:solidFill>
                <a:srgbClr val="334155"/>
              </a:solidFill>
              <a:latin typeface="Arial"/>
              <a:ea typeface="Arial"/>
              <a:cs typeface="Arial"/>
              <a:sym typeface="Arial"/>
            </a:endParaRPr>
          </a:p>
          <a:p>
            <a:pPr indent="0" lvl="0" marL="0" rtl="0" algn="l">
              <a:spcBef>
                <a:spcPts val="900"/>
              </a:spcBef>
              <a:spcAft>
                <a:spcPts val="0"/>
              </a:spcAft>
              <a:buNone/>
            </a:pPr>
            <a:r>
              <a:rPr b="1" lang="en" sz="1050">
                <a:solidFill>
                  <a:srgbClr val="29B5E8"/>
                </a:solidFill>
                <a:latin typeface="Arial"/>
                <a:ea typeface="Arial"/>
                <a:cs typeface="Arial"/>
                <a:sym typeface="Arial"/>
              </a:rPr>
              <a:t>Snowflake Workflow</a:t>
            </a:r>
            <a:endParaRPr b="1" sz="1050">
              <a:solidFill>
                <a:srgbClr val="29B5E8"/>
              </a:solidFill>
              <a:latin typeface="Arial"/>
              <a:ea typeface="Arial"/>
              <a:cs typeface="Arial"/>
              <a:sym typeface="Arial"/>
            </a:endParaRPr>
          </a:p>
          <a:p>
            <a:pPr indent="-295275" lvl="0" marL="457200" rtl="0" algn="l">
              <a:spcBef>
                <a:spcPts val="450"/>
              </a:spcBef>
              <a:spcAft>
                <a:spcPts val="0"/>
              </a:spcAft>
              <a:buClr>
                <a:srgbClr val="64748B"/>
              </a:buClr>
              <a:buSzPts val="1050"/>
              <a:buFont typeface="Arial"/>
              <a:buChar char="●"/>
            </a:pPr>
            <a:r>
              <a:rPr lang="en" sz="1050">
                <a:solidFill>
                  <a:srgbClr val="334155"/>
                </a:solidFill>
                <a:latin typeface="Arial"/>
                <a:ea typeface="Arial"/>
                <a:cs typeface="Arial"/>
                <a:sym typeface="Arial"/>
              </a:rPr>
              <a:t>List available BDC shares</a:t>
            </a:r>
            <a:endParaRPr sz="1050">
              <a:solidFill>
                <a:srgbClr val="334155"/>
              </a:solidFill>
              <a:latin typeface="Arial"/>
              <a:ea typeface="Arial"/>
              <a:cs typeface="Arial"/>
              <a:sym typeface="Arial"/>
            </a:endParaRPr>
          </a:p>
          <a:p>
            <a:pPr indent="-295275" lvl="0" marL="457200" rtl="0" algn="l">
              <a:spcBef>
                <a:spcPts val="600"/>
              </a:spcBef>
              <a:spcAft>
                <a:spcPts val="0"/>
              </a:spcAft>
              <a:buClr>
                <a:srgbClr val="64748B"/>
              </a:buClr>
              <a:buSzPts val="1050"/>
              <a:buFont typeface="Arial"/>
              <a:buChar char="●"/>
            </a:pPr>
            <a:r>
              <a:rPr lang="en" sz="1050">
                <a:solidFill>
                  <a:srgbClr val="334155"/>
                </a:solidFill>
                <a:latin typeface="Arial"/>
                <a:ea typeface="Arial"/>
                <a:cs typeface="Arial"/>
                <a:sym typeface="Arial"/>
              </a:rPr>
              <a:t>Run "Create Catalog Linked Database" (CLD) command</a:t>
            </a:r>
            <a:endParaRPr sz="1050">
              <a:solidFill>
                <a:srgbClr val="334155"/>
              </a:solidFill>
              <a:latin typeface="Arial"/>
              <a:ea typeface="Arial"/>
              <a:cs typeface="Arial"/>
              <a:sym typeface="Arial"/>
            </a:endParaRPr>
          </a:p>
          <a:p>
            <a:pPr indent="-295275" lvl="0" marL="457200" rtl="0" algn="l">
              <a:spcBef>
                <a:spcPts val="600"/>
              </a:spcBef>
              <a:spcAft>
                <a:spcPts val="0"/>
              </a:spcAft>
              <a:buClr>
                <a:srgbClr val="64748B"/>
              </a:buClr>
              <a:buSzPts val="1050"/>
              <a:buFont typeface="Arial"/>
              <a:buChar char="●"/>
            </a:pPr>
            <a:r>
              <a:rPr lang="en" sz="1050">
                <a:solidFill>
                  <a:srgbClr val="334155"/>
                </a:solidFill>
                <a:latin typeface="Arial"/>
                <a:ea typeface="Arial"/>
                <a:cs typeface="Arial"/>
                <a:sym typeface="Arial"/>
              </a:rPr>
              <a:t>Read BDC Catalog managed data</a:t>
            </a:r>
            <a:endParaRPr sz="1050">
              <a:solidFill>
                <a:srgbClr val="334155"/>
              </a:solidFill>
              <a:latin typeface="Arial"/>
              <a:ea typeface="Arial"/>
              <a:cs typeface="Arial"/>
              <a:sym typeface="Arial"/>
            </a:endParaRPr>
          </a:p>
          <a:p>
            <a:pPr indent="-295275" lvl="0" marL="457200" rtl="0" algn="l">
              <a:spcBef>
                <a:spcPts val="600"/>
              </a:spcBef>
              <a:spcAft>
                <a:spcPts val="0"/>
              </a:spcAft>
              <a:buClr>
                <a:srgbClr val="64748B"/>
              </a:buClr>
              <a:buSzPts val="1050"/>
              <a:buFont typeface="Arial"/>
              <a:buChar char="●"/>
            </a:pPr>
            <a:r>
              <a:rPr lang="en" sz="1050">
                <a:solidFill>
                  <a:srgbClr val="334155"/>
                </a:solidFill>
                <a:latin typeface="Arial"/>
                <a:ea typeface="Arial"/>
                <a:cs typeface="Arial"/>
                <a:sym typeface="Arial"/>
              </a:rPr>
              <a:t>Create database, schema, and tables</a:t>
            </a:r>
            <a:endParaRPr sz="1050">
              <a:solidFill>
                <a:srgbClr val="334155"/>
              </a:solidFill>
              <a:latin typeface="Arial"/>
              <a:ea typeface="Arial"/>
              <a:cs typeface="Arial"/>
              <a:sym typeface="Arial"/>
            </a:endParaRPr>
          </a:p>
          <a:p>
            <a:pPr indent="-295275" lvl="0" marL="457200" rtl="0" algn="l">
              <a:spcBef>
                <a:spcPts val="600"/>
              </a:spcBef>
              <a:spcAft>
                <a:spcPts val="600"/>
              </a:spcAft>
              <a:buClr>
                <a:srgbClr val="64748B"/>
              </a:buClr>
              <a:buSzPts val="1050"/>
              <a:buFont typeface="Arial"/>
              <a:buChar char="●"/>
            </a:pPr>
            <a:r>
              <a:rPr i="1" lang="en" sz="1050">
                <a:solidFill>
                  <a:srgbClr val="64748B"/>
                </a:solidFill>
                <a:latin typeface="Arial"/>
                <a:ea typeface="Arial"/>
                <a:cs typeface="Arial"/>
                <a:sym typeface="Arial"/>
              </a:rPr>
              <a:t>On Roadmap:</a:t>
            </a:r>
            <a:r>
              <a:rPr lang="en" sz="1050">
                <a:solidFill>
                  <a:srgbClr val="64748B"/>
                </a:solidFill>
                <a:latin typeface="Arial"/>
                <a:ea typeface="Arial"/>
                <a:cs typeface="Arial"/>
                <a:sym typeface="Arial"/>
              </a:rPr>
              <a:t> Automatic Semantic View from ORD-CSN</a:t>
            </a:r>
            <a:endParaRPr sz="1050">
              <a:solidFill>
                <a:srgbClr val="64748B"/>
              </a:solidFill>
              <a:latin typeface="Arial"/>
              <a:ea typeface="Arial"/>
              <a:cs typeface="Arial"/>
              <a:sym typeface="Arial"/>
            </a:endParaRPr>
          </a:p>
        </p:txBody>
      </p:sp>
      <p:grpSp>
        <p:nvGrpSpPr>
          <p:cNvPr id="1187" name="Google Shape;1187;p138"/>
          <p:cNvGrpSpPr/>
          <p:nvPr/>
        </p:nvGrpSpPr>
        <p:grpSpPr>
          <a:xfrm>
            <a:off x="381000" y="4714875"/>
            <a:ext cx="8382000" cy="285900"/>
            <a:chOff x="381000" y="4714875"/>
            <a:chExt cx="8382000" cy="285900"/>
          </a:xfrm>
        </p:grpSpPr>
        <p:sp>
          <p:nvSpPr>
            <p:cNvPr id="1188" name="Google Shape;1188;p138"/>
            <p:cNvSpPr/>
            <p:nvPr/>
          </p:nvSpPr>
          <p:spPr>
            <a:xfrm>
              <a:off x="381000" y="4714875"/>
              <a:ext cx="8382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89" name="Google Shape;1189;p138"/>
            <p:cNvPicPr preferRelativeResize="0"/>
            <p:nvPr/>
          </p:nvPicPr>
          <p:blipFill rotWithShape="1">
            <a:blip r:embed="rId4">
              <a:alphaModFix/>
            </a:blip>
            <a:srcRect b="0" l="932" r="923" t="0"/>
            <a:stretch/>
          </p:blipFill>
          <p:spPr>
            <a:xfrm>
              <a:off x="381000" y="4714875"/>
              <a:ext cx="285900" cy="266700"/>
            </a:xfrm>
            <a:prstGeom prst="rect">
              <a:avLst/>
            </a:prstGeom>
            <a:noFill/>
            <a:ln>
              <a:noFill/>
            </a:ln>
          </p:spPr>
        </p:pic>
        <p:sp>
          <p:nvSpPr>
            <p:cNvPr id="1190" name="Google Shape;1190;p138"/>
            <p:cNvSpPr txBox="1"/>
            <p:nvPr/>
          </p:nvSpPr>
          <p:spPr>
            <a:xfrm>
              <a:off x="714375" y="4714875"/>
              <a:ext cx="190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94A3B8"/>
                  </a:solidFill>
                  <a:latin typeface="Arial"/>
                  <a:ea typeface="Arial"/>
                  <a:cs typeface="Arial"/>
                  <a:sym typeface="Arial"/>
                </a:rPr>
                <a:t>SNOWFLAKE + SAP BDC</a:t>
              </a:r>
              <a:endParaRPr b="1" sz="900">
                <a:solidFill>
                  <a:srgbClr val="94A3B8"/>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139"/>
          <p:cNvSpPr/>
          <p:nvPr/>
        </p:nvSpPr>
        <p:spPr>
          <a:xfrm>
            <a:off x="3501200" y="2116125"/>
            <a:ext cx="1772100" cy="2882400"/>
          </a:xfrm>
          <a:prstGeom prst="rect">
            <a:avLst/>
          </a:prstGeom>
          <a:solidFill>
            <a:schemeClr val="lt2"/>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BDC - Zero Copy flows</a:t>
            </a:r>
            <a:endParaRPr b="1" sz="800">
              <a:solidFill>
                <a:schemeClr val="dk1"/>
              </a:solidFill>
            </a:endParaRPr>
          </a:p>
        </p:txBody>
      </p:sp>
      <p:sp>
        <p:nvSpPr>
          <p:cNvPr id="1196" name="Google Shape;1196;p139"/>
          <p:cNvSpPr/>
          <p:nvPr/>
        </p:nvSpPr>
        <p:spPr>
          <a:xfrm>
            <a:off x="6777625" y="742300"/>
            <a:ext cx="2060700" cy="4256100"/>
          </a:xfrm>
          <a:prstGeom prst="rect">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7" name="Google Shape;1197;p139"/>
          <p:cNvSpPr txBox="1"/>
          <p:nvPr>
            <p:ph type="title"/>
          </p:nvPr>
        </p:nvSpPr>
        <p:spPr>
          <a:xfrm>
            <a:off x="381309" y="124520"/>
            <a:ext cx="8381400" cy="429300"/>
          </a:xfrm>
          <a:prstGeom prst="rect">
            <a:avLst/>
          </a:prstGeom>
        </p:spPr>
        <p:txBody>
          <a:bodyPr anchorCtr="0" anchor="ctr" bIns="34275" lIns="68575" spcFirstLastPara="1" rIns="68575" wrap="square" tIns="34275">
            <a:spAutoFit/>
          </a:bodyPr>
          <a:lstStyle/>
          <a:p>
            <a:pPr indent="0" lvl="0" marL="0" rtl="0" algn="l">
              <a:spcBef>
                <a:spcPts val="0"/>
              </a:spcBef>
              <a:spcAft>
                <a:spcPts val="0"/>
              </a:spcAft>
              <a:buNone/>
            </a:pPr>
            <a:r>
              <a:rPr lang="en"/>
              <a:t>Where’s My Data</a:t>
            </a:r>
            <a:r>
              <a:rPr lang="en"/>
              <a:t>?   : </a:t>
            </a:r>
            <a:r>
              <a:rPr lang="en"/>
              <a:t>Data Gravity</a:t>
            </a:r>
            <a:endParaRPr/>
          </a:p>
        </p:txBody>
      </p:sp>
      <p:sp>
        <p:nvSpPr>
          <p:cNvPr id="1198" name="Google Shape;1198;p139"/>
          <p:cNvSpPr/>
          <p:nvPr/>
        </p:nvSpPr>
        <p:spPr>
          <a:xfrm>
            <a:off x="3316212" y="248875"/>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99" name="Google Shape;1199;p139"/>
          <p:cNvCxnSpPr/>
          <p:nvPr/>
        </p:nvCxnSpPr>
        <p:spPr>
          <a:xfrm>
            <a:off x="5266300" y="1035075"/>
            <a:ext cx="15192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00" name="Google Shape;1200;p139"/>
          <p:cNvSpPr/>
          <p:nvPr/>
        </p:nvSpPr>
        <p:spPr>
          <a:xfrm>
            <a:off x="3494100" y="728575"/>
            <a:ext cx="1772100" cy="132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BDC - Copy</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i="1" lang="en" sz="800">
                <a:solidFill>
                  <a:schemeClr val="dk1"/>
                </a:solidFill>
              </a:rPr>
              <a:t>Custom</a:t>
            </a:r>
            <a:endParaRPr i="1" sz="800">
              <a:solidFill>
                <a:schemeClr val="dk1"/>
              </a:solidFill>
            </a:endParaRPr>
          </a:p>
          <a:p>
            <a:pPr indent="0" lvl="0" marL="0" rtl="0" algn="l">
              <a:spcBef>
                <a:spcPts val="0"/>
              </a:spcBef>
              <a:spcAft>
                <a:spcPts val="0"/>
              </a:spcAft>
              <a:buNone/>
            </a:pPr>
            <a:r>
              <a:rPr lang="en" sz="800">
                <a:solidFill>
                  <a:schemeClr val="dk1"/>
                </a:solidFill>
              </a:rPr>
              <a:t>Datasphere Replication Flow</a:t>
            </a:r>
            <a:endParaRPr sz="800">
              <a:solidFill>
                <a:schemeClr val="dk1"/>
              </a:solidFill>
            </a:endParaRPr>
          </a:p>
        </p:txBody>
      </p:sp>
      <p:sp>
        <p:nvSpPr>
          <p:cNvPr id="1201" name="Google Shape;1201;p139"/>
          <p:cNvSpPr/>
          <p:nvPr/>
        </p:nvSpPr>
        <p:spPr>
          <a:xfrm>
            <a:off x="3555100" y="2403550"/>
            <a:ext cx="1341300" cy="4293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800">
                <a:solidFill>
                  <a:schemeClr val="dk1"/>
                </a:solidFill>
              </a:rPr>
              <a:t>Managed</a:t>
            </a:r>
            <a:endParaRPr i="1" sz="800">
              <a:solidFill>
                <a:schemeClr val="dk1"/>
              </a:solidFill>
            </a:endParaRPr>
          </a:p>
          <a:p>
            <a:pPr indent="0" lvl="0" marL="0" rtl="0" algn="l">
              <a:spcBef>
                <a:spcPts val="0"/>
              </a:spcBef>
              <a:spcAft>
                <a:spcPts val="0"/>
              </a:spcAft>
              <a:buNone/>
            </a:pPr>
            <a:r>
              <a:rPr lang="en" sz="800">
                <a:solidFill>
                  <a:schemeClr val="dk1"/>
                </a:solidFill>
              </a:rPr>
              <a:t>BDC </a:t>
            </a:r>
            <a:r>
              <a:rPr lang="en" sz="800">
                <a:solidFill>
                  <a:schemeClr val="dk1"/>
                </a:solidFill>
              </a:rPr>
              <a:t>APRS, Apache Spark, Object Store</a:t>
            </a:r>
            <a:endParaRPr sz="800">
              <a:solidFill>
                <a:schemeClr val="dk1"/>
              </a:solidFill>
            </a:endParaRPr>
          </a:p>
        </p:txBody>
      </p:sp>
      <p:cxnSp>
        <p:nvCxnSpPr>
          <p:cNvPr id="1202" name="Google Shape;1202;p139"/>
          <p:cNvCxnSpPr/>
          <p:nvPr/>
        </p:nvCxnSpPr>
        <p:spPr>
          <a:xfrm flipH="1">
            <a:off x="5289775" y="2622950"/>
            <a:ext cx="14958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03" name="Google Shape;1203;p139"/>
          <p:cNvSpPr/>
          <p:nvPr/>
        </p:nvSpPr>
        <p:spPr>
          <a:xfrm>
            <a:off x="3542650" y="2955175"/>
            <a:ext cx="1387500" cy="636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800">
                <a:solidFill>
                  <a:schemeClr val="dk1"/>
                </a:solidFill>
              </a:rPr>
              <a:t>Custom</a:t>
            </a:r>
            <a:endParaRPr i="1" sz="800">
              <a:solidFill>
                <a:schemeClr val="dk1"/>
              </a:solidFill>
            </a:endParaRPr>
          </a:p>
          <a:p>
            <a:pPr indent="0" lvl="0" marL="0" rtl="0" algn="l">
              <a:spcBef>
                <a:spcPts val="0"/>
              </a:spcBef>
              <a:spcAft>
                <a:spcPts val="0"/>
              </a:spcAft>
              <a:buNone/>
            </a:pPr>
            <a:r>
              <a:rPr lang="en" sz="800">
                <a:solidFill>
                  <a:schemeClr val="dk1"/>
                </a:solidFill>
              </a:rPr>
              <a:t>BDC </a:t>
            </a:r>
            <a:r>
              <a:rPr lang="en" sz="800">
                <a:solidFill>
                  <a:schemeClr val="dk1"/>
                </a:solidFill>
              </a:rPr>
              <a:t>Datasphere Business Content (S/4)</a:t>
            </a:r>
            <a:endParaRPr sz="800">
              <a:solidFill>
                <a:schemeClr val="dk1"/>
              </a:solidFill>
            </a:endParaRPr>
          </a:p>
          <a:p>
            <a:pPr indent="0" lvl="0" marL="0" rtl="0" algn="l">
              <a:spcBef>
                <a:spcPts val="0"/>
              </a:spcBef>
              <a:spcAft>
                <a:spcPts val="0"/>
              </a:spcAft>
              <a:buNone/>
            </a:pPr>
            <a:r>
              <a:rPr lang="en" sz="800">
                <a:solidFill>
                  <a:schemeClr val="dk1"/>
                </a:solidFill>
              </a:rPr>
              <a:t>Datasphere Object Store</a:t>
            </a:r>
            <a:endParaRPr sz="700">
              <a:solidFill>
                <a:schemeClr val="dk1"/>
              </a:solidFill>
            </a:endParaRPr>
          </a:p>
        </p:txBody>
      </p:sp>
      <p:cxnSp>
        <p:nvCxnSpPr>
          <p:cNvPr id="1204" name="Google Shape;1204;p139"/>
          <p:cNvCxnSpPr/>
          <p:nvPr/>
        </p:nvCxnSpPr>
        <p:spPr>
          <a:xfrm flipH="1">
            <a:off x="5274275" y="3265307"/>
            <a:ext cx="15033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05" name="Google Shape;1205;p139"/>
          <p:cNvSpPr/>
          <p:nvPr/>
        </p:nvSpPr>
        <p:spPr>
          <a:xfrm>
            <a:off x="3562795" y="4449050"/>
            <a:ext cx="1626300" cy="5103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BDC Catalog</a:t>
            </a:r>
            <a:r>
              <a:rPr lang="en" sz="800">
                <a:solidFill>
                  <a:schemeClr val="dk1"/>
                </a:solidFill>
              </a:rPr>
              <a:t>, Datasphere, SAC</a:t>
            </a:r>
            <a:endParaRPr sz="700">
              <a:solidFill>
                <a:schemeClr val="dk1"/>
              </a:solidFill>
            </a:endParaRPr>
          </a:p>
        </p:txBody>
      </p:sp>
      <p:cxnSp>
        <p:nvCxnSpPr>
          <p:cNvPr id="1206" name="Google Shape;1206;p139"/>
          <p:cNvCxnSpPr/>
          <p:nvPr/>
        </p:nvCxnSpPr>
        <p:spPr>
          <a:xfrm>
            <a:off x="5274175" y="4698275"/>
            <a:ext cx="15114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07" name="Google Shape;1207;p139"/>
          <p:cNvSpPr/>
          <p:nvPr/>
        </p:nvSpPr>
        <p:spPr>
          <a:xfrm>
            <a:off x="3533800" y="3699550"/>
            <a:ext cx="1268100" cy="5859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BW PCE </a:t>
            </a:r>
            <a:endParaRPr sz="800">
              <a:solidFill>
                <a:schemeClr val="dk1"/>
              </a:solidFill>
            </a:endParaRPr>
          </a:p>
          <a:p>
            <a:pPr indent="0" lvl="0" marL="0" rtl="0" algn="l">
              <a:spcBef>
                <a:spcPts val="0"/>
              </a:spcBef>
              <a:spcAft>
                <a:spcPts val="0"/>
              </a:spcAft>
              <a:buNone/>
            </a:pPr>
            <a:r>
              <a:rPr lang="en" sz="800">
                <a:solidFill>
                  <a:schemeClr val="dk1"/>
                </a:solidFill>
              </a:rPr>
              <a:t>BDC Object Store</a:t>
            </a:r>
            <a:endParaRPr sz="700">
              <a:solidFill>
                <a:schemeClr val="dk1"/>
              </a:solidFill>
            </a:endParaRPr>
          </a:p>
        </p:txBody>
      </p:sp>
      <p:cxnSp>
        <p:nvCxnSpPr>
          <p:cNvPr id="1208" name="Google Shape;1208;p139"/>
          <p:cNvCxnSpPr/>
          <p:nvPr/>
        </p:nvCxnSpPr>
        <p:spPr>
          <a:xfrm flipH="1">
            <a:off x="5274100" y="3991900"/>
            <a:ext cx="15036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09" name="Google Shape;1209;p139"/>
          <p:cNvSpPr/>
          <p:nvPr/>
        </p:nvSpPr>
        <p:spPr>
          <a:xfrm>
            <a:off x="4852361" y="3895857"/>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0" name="Google Shape;1210;p139"/>
          <p:cNvSpPr/>
          <p:nvPr/>
        </p:nvSpPr>
        <p:spPr>
          <a:xfrm>
            <a:off x="4858007" y="3175607"/>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1" name="Google Shape;1211;p139"/>
          <p:cNvSpPr/>
          <p:nvPr/>
        </p:nvSpPr>
        <p:spPr>
          <a:xfrm>
            <a:off x="4852758" y="2532648"/>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2" name="Google Shape;1212;p139"/>
          <p:cNvSpPr/>
          <p:nvPr/>
        </p:nvSpPr>
        <p:spPr>
          <a:xfrm>
            <a:off x="6838233" y="924093"/>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3" name="Google Shape;1213;p139"/>
          <p:cNvSpPr/>
          <p:nvPr/>
        </p:nvSpPr>
        <p:spPr>
          <a:xfrm>
            <a:off x="6926615" y="4614203"/>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14" name="Google Shape;1214;p139"/>
          <p:cNvCxnSpPr>
            <a:stCxn id="1215" idx="3"/>
          </p:cNvCxnSpPr>
          <p:nvPr/>
        </p:nvCxnSpPr>
        <p:spPr>
          <a:xfrm>
            <a:off x="5273198" y="1660275"/>
            <a:ext cx="14967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16" name="Google Shape;1216;p139"/>
          <p:cNvSpPr/>
          <p:nvPr/>
        </p:nvSpPr>
        <p:spPr>
          <a:xfrm>
            <a:off x="6838233" y="1570287"/>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7" name="Google Shape;1217;p139"/>
          <p:cNvSpPr/>
          <p:nvPr/>
        </p:nvSpPr>
        <p:spPr>
          <a:xfrm>
            <a:off x="5413380" y="742300"/>
            <a:ext cx="891900" cy="58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Bucket</a:t>
            </a:r>
            <a:endParaRPr sz="800">
              <a:solidFill>
                <a:schemeClr val="dk1"/>
              </a:solidFill>
            </a:endParaRPr>
          </a:p>
          <a:p>
            <a:pPr indent="0" lvl="0" marL="0" rtl="0" algn="l">
              <a:spcBef>
                <a:spcPts val="0"/>
              </a:spcBef>
              <a:spcAft>
                <a:spcPts val="0"/>
              </a:spcAft>
              <a:buNone/>
            </a:pPr>
            <a:r>
              <a:rPr lang="en" sz="800">
                <a:solidFill>
                  <a:schemeClr val="dk1"/>
                </a:solidFill>
              </a:rPr>
              <a:t>(S3, AZ, GCP)</a:t>
            </a:r>
            <a:endParaRPr sz="800">
              <a:solidFill>
                <a:schemeClr val="dk1"/>
              </a:solidFill>
            </a:endParaRPr>
          </a:p>
        </p:txBody>
      </p:sp>
      <p:sp>
        <p:nvSpPr>
          <p:cNvPr id="1218" name="Google Shape;1218;p139"/>
          <p:cNvSpPr/>
          <p:nvPr/>
        </p:nvSpPr>
        <p:spPr>
          <a:xfrm>
            <a:off x="5419895" y="1381800"/>
            <a:ext cx="891900" cy="585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Stream</a:t>
            </a:r>
            <a:endParaRPr sz="800">
              <a:solidFill>
                <a:schemeClr val="dk1"/>
              </a:solidFill>
            </a:endParaRPr>
          </a:p>
          <a:p>
            <a:pPr indent="0" lvl="0" marL="0" rtl="0" algn="l">
              <a:spcBef>
                <a:spcPts val="0"/>
              </a:spcBef>
              <a:spcAft>
                <a:spcPts val="0"/>
              </a:spcAft>
              <a:buNone/>
            </a:pPr>
            <a:r>
              <a:rPr lang="en" sz="800">
                <a:solidFill>
                  <a:schemeClr val="dk1"/>
                </a:solidFill>
              </a:rPr>
              <a:t>Kafka</a:t>
            </a:r>
            <a:endParaRPr sz="800">
              <a:solidFill>
                <a:schemeClr val="dk1"/>
              </a:solidFill>
            </a:endParaRPr>
          </a:p>
        </p:txBody>
      </p:sp>
      <p:sp>
        <p:nvSpPr>
          <p:cNvPr id="1219" name="Google Shape;1219;p139"/>
          <p:cNvSpPr txBox="1"/>
          <p:nvPr>
            <p:ph idx="4294967295"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220" name="Google Shape;1220;p139"/>
          <p:cNvSpPr/>
          <p:nvPr/>
        </p:nvSpPr>
        <p:spPr>
          <a:xfrm>
            <a:off x="7055421" y="630039"/>
            <a:ext cx="1448400" cy="215100"/>
          </a:xfrm>
          <a:prstGeom prst="roundRect">
            <a:avLst>
              <a:gd fmla="val 8301" name="adj"/>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800">
                <a:solidFill>
                  <a:schemeClr val="lt1"/>
                </a:solidFill>
              </a:rPr>
              <a:t>SNOWFLAKE</a:t>
            </a:r>
            <a:endParaRPr b="1" sz="800">
              <a:solidFill>
                <a:schemeClr val="lt1"/>
              </a:solidFill>
            </a:endParaRPr>
          </a:p>
        </p:txBody>
      </p:sp>
      <p:grpSp>
        <p:nvGrpSpPr>
          <p:cNvPr id="1221" name="Google Shape;1221;p139"/>
          <p:cNvGrpSpPr/>
          <p:nvPr/>
        </p:nvGrpSpPr>
        <p:grpSpPr>
          <a:xfrm>
            <a:off x="8639830" y="606665"/>
            <a:ext cx="313055" cy="319800"/>
            <a:chOff x="8639830" y="606665"/>
            <a:chExt cx="313055" cy="319800"/>
          </a:xfrm>
        </p:grpSpPr>
        <p:sp>
          <p:nvSpPr>
            <p:cNvPr id="1222" name="Google Shape;1222;p139"/>
            <p:cNvSpPr/>
            <p:nvPr/>
          </p:nvSpPr>
          <p:spPr>
            <a:xfrm>
              <a:off x="8639830" y="606665"/>
              <a:ext cx="308700" cy="3198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62626"/>
                </a:buClr>
                <a:buSzPts val="1800"/>
                <a:buFont typeface="Lato"/>
                <a:buNone/>
              </a:pPr>
              <a:r>
                <a:t/>
              </a:r>
              <a:endParaRPr sz="1800">
                <a:solidFill>
                  <a:srgbClr val="262626"/>
                </a:solidFill>
                <a:latin typeface="Lato"/>
                <a:ea typeface="Lato"/>
                <a:cs typeface="Lato"/>
                <a:sym typeface="Lato"/>
              </a:endParaRPr>
            </a:p>
          </p:txBody>
        </p:sp>
        <p:pic>
          <p:nvPicPr>
            <p:cNvPr id="1223" name="Google Shape;1223;p139"/>
            <p:cNvPicPr preferRelativeResize="0"/>
            <p:nvPr/>
          </p:nvPicPr>
          <p:blipFill rotWithShape="1">
            <a:blip r:embed="rId3">
              <a:alphaModFix/>
            </a:blip>
            <a:srcRect b="0" l="0" r="0" t="0"/>
            <a:stretch/>
          </p:blipFill>
          <p:spPr>
            <a:xfrm>
              <a:off x="8667525" y="629946"/>
              <a:ext cx="285361" cy="273198"/>
            </a:xfrm>
            <a:prstGeom prst="rect">
              <a:avLst/>
            </a:prstGeom>
            <a:noFill/>
            <a:ln>
              <a:noFill/>
            </a:ln>
          </p:spPr>
        </p:pic>
      </p:grpSp>
      <p:sp>
        <p:nvSpPr>
          <p:cNvPr id="1224" name="Google Shape;1224;p139"/>
          <p:cNvSpPr/>
          <p:nvPr/>
        </p:nvSpPr>
        <p:spPr>
          <a:xfrm>
            <a:off x="7204400" y="2198946"/>
            <a:ext cx="340076" cy="217213"/>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1225" name="Google Shape;1225;p139"/>
          <p:cNvSpPr txBox="1"/>
          <p:nvPr/>
        </p:nvSpPr>
        <p:spPr>
          <a:xfrm>
            <a:off x="7104523" y="2452346"/>
            <a:ext cx="5238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a:t>
            </a:r>
            <a:r>
              <a:rPr lang="en" sz="600">
                <a:solidFill>
                  <a:srgbClr val="105780"/>
                </a:solidFill>
              </a:rPr>
              <a:t>Intelligence</a:t>
            </a:r>
            <a:r>
              <a:rPr lang="en" sz="600">
                <a:solidFill>
                  <a:srgbClr val="105780"/>
                </a:solidFill>
                <a:latin typeface="Arial"/>
                <a:ea typeface="Arial"/>
                <a:cs typeface="Arial"/>
                <a:sym typeface="Arial"/>
              </a:rPr>
              <a:t> </a:t>
            </a:r>
            <a:endParaRPr sz="600">
              <a:solidFill>
                <a:srgbClr val="105780"/>
              </a:solidFill>
              <a:latin typeface="Arial"/>
              <a:ea typeface="Arial"/>
              <a:cs typeface="Arial"/>
              <a:sym typeface="Arial"/>
            </a:endParaRPr>
          </a:p>
        </p:txBody>
      </p:sp>
      <p:grpSp>
        <p:nvGrpSpPr>
          <p:cNvPr id="1226" name="Google Shape;1226;p139"/>
          <p:cNvGrpSpPr/>
          <p:nvPr/>
        </p:nvGrpSpPr>
        <p:grpSpPr>
          <a:xfrm>
            <a:off x="6808959" y="4169403"/>
            <a:ext cx="377290" cy="424186"/>
            <a:chOff x="6808959" y="4169403"/>
            <a:chExt cx="377290" cy="424186"/>
          </a:xfrm>
        </p:grpSpPr>
        <p:sp>
          <p:nvSpPr>
            <p:cNvPr id="1227" name="Google Shape;1227;p139"/>
            <p:cNvSpPr/>
            <p:nvPr/>
          </p:nvSpPr>
          <p:spPr>
            <a:xfrm>
              <a:off x="6849814" y="4169403"/>
              <a:ext cx="44055" cy="24161"/>
            </a:xfrm>
            <a:custGeom>
              <a:rect b="b" l="l" r="r" t="t"/>
              <a:pathLst>
                <a:path extrusionOk="0" h="11410" w="20805">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28" name="Google Shape;1228;p139"/>
            <p:cNvSpPr/>
            <p:nvPr/>
          </p:nvSpPr>
          <p:spPr>
            <a:xfrm>
              <a:off x="6935433" y="4169403"/>
              <a:ext cx="41567" cy="22384"/>
            </a:xfrm>
            <a:custGeom>
              <a:rect b="b" l="l" r="r" t="t"/>
              <a:pathLst>
                <a:path extrusionOk="0" h="10571" w="1963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29" name="Google Shape;1229;p139"/>
            <p:cNvSpPr/>
            <p:nvPr/>
          </p:nvSpPr>
          <p:spPr>
            <a:xfrm>
              <a:off x="7018208" y="4169403"/>
              <a:ext cx="41569" cy="22384"/>
            </a:xfrm>
            <a:custGeom>
              <a:rect b="b" l="l" r="r" t="t"/>
              <a:pathLst>
                <a:path extrusionOk="0" h="10571" w="19631">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0" name="Google Shape;1230;p139"/>
            <p:cNvSpPr/>
            <p:nvPr/>
          </p:nvSpPr>
          <p:spPr>
            <a:xfrm>
              <a:off x="7101339" y="4169403"/>
              <a:ext cx="44055" cy="24161"/>
            </a:xfrm>
            <a:custGeom>
              <a:rect b="b" l="l" r="r" t="t"/>
              <a:pathLst>
                <a:path extrusionOk="0" h="11410" w="20805">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1" name="Google Shape;1231;p139"/>
            <p:cNvSpPr/>
            <p:nvPr/>
          </p:nvSpPr>
          <p:spPr>
            <a:xfrm>
              <a:off x="6808959" y="4210614"/>
              <a:ext cx="24161" cy="43699"/>
            </a:xfrm>
            <a:custGeom>
              <a:rect b="b" l="l" r="r" t="t"/>
              <a:pathLst>
                <a:path extrusionOk="0" h="20637" w="1141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2" name="Google Shape;1232;p139"/>
            <p:cNvSpPr/>
            <p:nvPr/>
          </p:nvSpPr>
          <p:spPr>
            <a:xfrm>
              <a:off x="7162090" y="4210614"/>
              <a:ext cx="24159" cy="43699"/>
            </a:xfrm>
            <a:custGeom>
              <a:rect b="b" l="l" r="r" t="t"/>
              <a:pathLst>
                <a:path extrusionOk="0" h="20637" w="11409">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3" name="Google Shape;1233;p139"/>
            <p:cNvSpPr/>
            <p:nvPr/>
          </p:nvSpPr>
          <p:spPr>
            <a:xfrm>
              <a:off x="6808959" y="4294810"/>
              <a:ext cx="22028" cy="40857"/>
            </a:xfrm>
            <a:custGeom>
              <a:rect b="b" l="l" r="r" t="t"/>
              <a:pathLst>
                <a:path extrusionOk="0" h="19295" w="10403">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4" name="Google Shape;1234;p139"/>
            <p:cNvSpPr/>
            <p:nvPr/>
          </p:nvSpPr>
          <p:spPr>
            <a:xfrm>
              <a:off x="7164223" y="4294810"/>
              <a:ext cx="22026" cy="40857"/>
            </a:xfrm>
            <a:custGeom>
              <a:rect b="b" l="l" r="r" t="t"/>
              <a:pathLst>
                <a:path extrusionOk="0" h="19295" w="10402">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5" name="Google Shape;1235;p139"/>
            <p:cNvSpPr/>
            <p:nvPr/>
          </p:nvSpPr>
          <p:spPr>
            <a:xfrm>
              <a:off x="6808959" y="4376522"/>
              <a:ext cx="22028" cy="40501"/>
            </a:xfrm>
            <a:custGeom>
              <a:rect b="b" l="l" r="r" t="t"/>
              <a:pathLst>
                <a:path extrusionOk="0" h="19127" w="10403">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6" name="Google Shape;1236;p139"/>
            <p:cNvSpPr/>
            <p:nvPr/>
          </p:nvSpPr>
          <p:spPr>
            <a:xfrm>
              <a:off x="7164223" y="4376522"/>
              <a:ext cx="22026" cy="40501"/>
            </a:xfrm>
            <a:custGeom>
              <a:rect b="b" l="l" r="r" t="t"/>
              <a:pathLst>
                <a:path extrusionOk="0" h="19127" w="10402">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7" name="Google Shape;1237;p139"/>
            <p:cNvSpPr/>
            <p:nvPr/>
          </p:nvSpPr>
          <p:spPr>
            <a:xfrm>
              <a:off x="6808959" y="4457877"/>
              <a:ext cx="24161" cy="43699"/>
            </a:xfrm>
            <a:custGeom>
              <a:rect b="b" l="l" r="r" t="t"/>
              <a:pathLst>
                <a:path extrusionOk="0" h="20637" w="1141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8" name="Google Shape;1238;p139"/>
            <p:cNvSpPr/>
            <p:nvPr/>
          </p:nvSpPr>
          <p:spPr>
            <a:xfrm>
              <a:off x="7162090" y="4457877"/>
              <a:ext cx="24159" cy="43699"/>
            </a:xfrm>
            <a:custGeom>
              <a:rect b="b" l="l" r="r" t="t"/>
              <a:pathLst>
                <a:path extrusionOk="0" h="20637" w="11409">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39" name="Google Shape;1239;p139"/>
            <p:cNvSpPr/>
            <p:nvPr/>
          </p:nvSpPr>
          <p:spPr>
            <a:xfrm>
              <a:off x="6831518" y="4451482"/>
              <a:ext cx="332279" cy="142108"/>
            </a:xfrm>
            <a:custGeom>
              <a:rect b="b" l="l" r="r" t="t"/>
              <a:pathLst>
                <a:path extrusionOk="0" h="67111" w="142609">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FINANCE</a:t>
              </a:r>
              <a:endParaRPr b="1" sz="500">
                <a:solidFill>
                  <a:srgbClr val="FFFFFF"/>
                </a:solidFill>
                <a:latin typeface="Arial"/>
                <a:ea typeface="Arial"/>
                <a:cs typeface="Arial"/>
                <a:sym typeface="Arial"/>
              </a:endParaRPr>
            </a:p>
          </p:txBody>
        </p:sp>
        <p:sp>
          <p:nvSpPr>
            <p:cNvPr id="1240" name="Google Shape;1240;p139"/>
            <p:cNvSpPr/>
            <p:nvPr/>
          </p:nvSpPr>
          <p:spPr>
            <a:xfrm>
              <a:off x="6953197" y="4264968"/>
              <a:ext cx="93435" cy="40148"/>
            </a:xfrm>
            <a:custGeom>
              <a:rect b="b" l="l" r="r" t="t"/>
              <a:pathLst>
                <a:path extrusionOk="0" h="18960" w="44125">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41" name="Google Shape;1241;p139"/>
            <p:cNvSpPr/>
            <p:nvPr/>
          </p:nvSpPr>
          <p:spPr>
            <a:xfrm>
              <a:off x="6953197" y="4300851"/>
              <a:ext cx="93435" cy="84198"/>
            </a:xfrm>
            <a:custGeom>
              <a:rect b="b" l="l" r="r" t="t"/>
              <a:pathLst>
                <a:path extrusionOk="0" h="39763" w="44125">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sp>
        <p:nvSpPr>
          <p:cNvPr id="1242" name="Google Shape;1242;p139"/>
          <p:cNvSpPr/>
          <p:nvPr/>
        </p:nvSpPr>
        <p:spPr>
          <a:xfrm>
            <a:off x="7271108" y="2786941"/>
            <a:ext cx="291441" cy="277302"/>
          </a:xfrm>
          <a:custGeom>
            <a:rect b="b" l="l" r="r" t="t"/>
            <a:pathLst>
              <a:path extrusionOk="0" h="171970" w="200994">
                <a:moveTo>
                  <a:pt x="0" y="31374"/>
                </a:moveTo>
                <a:lnTo>
                  <a:pt x="168" y="28187"/>
                </a:lnTo>
                <a:lnTo>
                  <a:pt x="1343" y="21979"/>
                </a:lnTo>
                <a:lnTo>
                  <a:pt x="3691" y="16275"/>
                </a:lnTo>
                <a:lnTo>
                  <a:pt x="7215" y="11409"/>
                </a:lnTo>
                <a:lnTo>
                  <a:pt x="11409" y="7047"/>
                </a:lnTo>
                <a:lnTo>
                  <a:pt x="16442" y="3692"/>
                </a:lnTo>
                <a:lnTo>
                  <a:pt x="22147" y="1343"/>
                </a:lnTo>
                <a:lnTo>
                  <a:pt x="28186" y="0"/>
                </a:lnTo>
                <a:lnTo>
                  <a:pt x="31542" y="0"/>
                </a:lnTo>
                <a:lnTo>
                  <a:pt x="125999" y="0"/>
                </a:lnTo>
                <a:lnTo>
                  <a:pt x="129187" y="0"/>
                </a:lnTo>
                <a:lnTo>
                  <a:pt x="135394" y="1343"/>
                </a:lnTo>
                <a:lnTo>
                  <a:pt x="141098" y="3692"/>
                </a:lnTo>
                <a:lnTo>
                  <a:pt x="146132" y="7047"/>
                </a:lnTo>
                <a:lnTo>
                  <a:pt x="150326" y="11409"/>
                </a:lnTo>
                <a:lnTo>
                  <a:pt x="153682" y="16275"/>
                </a:lnTo>
                <a:lnTo>
                  <a:pt x="156030" y="21979"/>
                </a:lnTo>
                <a:lnTo>
                  <a:pt x="157373" y="28187"/>
                </a:lnTo>
                <a:lnTo>
                  <a:pt x="157540" y="31374"/>
                </a:lnTo>
                <a:lnTo>
                  <a:pt x="157540" y="43454"/>
                </a:lnTo>
                <a:lnTo>
                  <a:pt x="169452" y="43454"/>
                </a:lnTo>
                <a:lnTo>
                  <a:pt x="172640" y="43454"/>
                </a:lnTo>
                <a:lnTo>
                  <a:pt x="178848" y="44796"/>
                </a:lnTo>
                <a:lnTo>
                  <a:pt x="184552" y="47145"/>
                </a:lnTo>
                <a:lnTo>
                  <a:pt x="189585" y="50501"/>
                </a:lnTo>
                <a:lnTo>
                  <a:pt x="193780" y="54863"/>
                </a:lnTo>
                <a:lnTo>
                  <a:pt x="197135" y="59896"/>
                </a:lnTo>
                <a:lnTo>
                  <a:pt x="199652" y="65432"/>
                </a:lnTo>
                <a:lnTo>
                  <a:pt x="200826" y="71640"/>
                </a:lnTo>
                <a:lnTo>
                  <a:pt x="200994" y="74828"/>
                </a:lnTo>
                <a:lnTo>
                  <a:pt x="200994" y="140428"/>
                </a:lnTo>
                <a:lnTo>
                  <a:pt x="200826" y="143615"/>
                </a:lnTo>
                <a:lnTo>
                  <a:pt x="199652" y="149823"/>
                </a:lnTo>
                <a:lnTo>
                  <a:pt x="197135" y="155527"/>
                </a:lnTo>
                <a:lnTo>
                  <a:pt x="193780" y="160393"/>
                </a:lnTo>
                <a:lnTo>
                  <a:pt x="189585" y="164755"/>
                </a:lnTo>
                <a:lnTo>
                  <a:pt x="184552" y="168110"/>
                </a:lnTo>
                <a:lnTo>
                  <a:pt x="178848" y="170459"/>
                </a:lnTo>
                <a:lnTo>
                  <a:pt x="172640" y="171801"/>
                </a:lnTo>
                <a:lnTo>
                  <a:pt x="169452" y="171969"/>
                </a:lnTo>
                <a:lnTo>
                  <a:pt x="74995" y="171969"/>
                </a:lnTo>
                <a:lnTo>
                  <a:pt x="71640" y="171801"/>
                </a:lnTo>
                <a:lnTo>
                  <a:pt x="65600" y="170459"/>
                </a:lnTo>
                <a:lnTo>
                  <a:pt x="59896" y="168110"/>
                </a:lnTo>
                <a:lnTo>
                  <a:pt x="54863" y="164755"/>
                </a:lnTo>
                <a:lnTo>
                  <a:pt x="50668" y="160393"/>
                </a:lnTo>
                <a:lnTo>
                  <a:pt x="47145" y="155527"/>
                </a:lnTo>
                <a:lnTo>
                  <a:pt x="44796" y="149823"/>
                </a:lnTo>
                <a:lnTo>
                  <a:pt x="43622" y="143615"/>
                </a:lnTo>
                <a:lnTo>
                  <a:pt x="43454" y="140428"/>
                </a:lnTo>
                <a:lnTo>
                  <a:pt x="43454" y="128348"/>
                </a:lnTo>
                <a:lnTo>
                  <a:pt x="31542" y="128348"/>
                </a:lnTo>
                <a:lnTo>
                  <a:pt x="28186" y="128348"/>
                </a:lnTo>
                <a:lnTo>
                  <a:pt x="22147" y="127006"/>
                </a:lnTo>
                <a:lnTo>
                  <a:pt x="16442" y="124657"/>
                </a:lnTo>
                <a:lnTo>
                  <a:pt x="11409" y="121301"/>
                </a:lnTo>
                <a:lnTo>
                  <a:pt x="7215" y="116939"/>
                </a:lnTo>
                <a:lnTo>
                  <a:pt x="3691" y="111906"/>
                </a:lnTo>
                <a:lnTo>
                  <a:pt x="1343" y="106369"/>
                </a:lnTo>
                <a:lnTo>
                  <a:pt x="168" y="100162"/>
                </a:lnTo>
                <a:lnTo>
                  <a:pt x="0" y="96974"/>
                </a:lnTo>
                <a:close/>
                <a:moveTo>
                  <a:pt x="144957" y="31374"/>
                </a:moveTo>
                <a:lnTo>
                  <a:pt x="144957" y="43454"/>
                </a:lnTo>
                <a:lnTo>
                  <a:pt x="74995" y="43454"/>
                </a:lnTo>
                <a:lnTo>
                  <a:pt x="71640" y="43454"/>
                </a:lnTo>
                <a:lnTo>
                  <a:pt x="65600" y="44796"/>
                </a:lnTo>
                <a:lnTo>
                  <a:pt x="59896" y="47145"/>
                </a:lnTo>
                <a:lnTo>
                  <a:pt x="54863" y="50501"/>
                </a:lnTo>
                <a:lnTo>
                  <a:pt x="50668" y="54863"/>
                </a:lnTo>
                <a:lnTo>
                  <a:pt x="47145" y="59896"/>
                </a:lnTo>
                <a:lnTo>
                  <a:pt x="44796" y="65432"/>
                </a:lnTo>
                <a:lnTo>
                  <a:pt x="43622" y="71640"/>
                </a:lnTo>
                <a:lnTo>
                  <a:pt x="43454" y="74828"/>
                </a:lnTo>
                <a:lnTo>
                  <a:pt x="43454" y="115765"/>
                </a:lnTo>
                <a:lnTo>
                  <a:pt x="31542" y="115765"/>
                </a:lnTo>
                <a:lnTo>
                  <a:pt x="27683" y="115597"/>
                </a:lnTo>
                <a:lnTo>
                  <a:pt x="20804" y="112745"/>
                </a:lnTo>
                <a:lnTo>
                  <a:pt x="15771" y="107544"/>
                </a:lnTo>
                <a:lnTo>
                  <a:pt x="12919" y="100833"/>
                </a:lnTo>
                <a:lnTo>
                  <a:pt x="12583" y="96974"/>
                </a:lnTo>
                <a:lnTo>
                  <a:pt x="12583" y="31374"/>
                </a:lnTo>
                <a:lnTo>
                  <a:pt x="12919" y="27515"/>
                </a:lnTo>
                <a:lnTo>
                  <a:pt x="15771" y="20804"/>
                </a:lnTo>
                <a:lnTo>
                  <a:pt x="20804" y="15603"/>
                </a:lnTo>
                <a:lnTo>
                  <a:pt x="27683" y="12751"/>
                </a:lnTo>
                <a:lnTo>
                  <a:pt x="31542" y="12584"/>
                </a:lnTo>
                <a:lnTo>
                  <a:pt x="125999" y="12584"/>
                </a:lnTo>
                <a:lnTo>
                  <a:pt x="129858" y="12751"/>
                </a:lnTo>
                <a:lnTo>
                  <a:pt x="136569" y="15603"/>
                </a:lnTo>
                <a:lnTo>
                  <a:pt x="141770" y="20804"/>
                </a:lnTo>
                <a:lnTo>
                  <a:pt x="144622" y="27515"/>
                </a:lnTo>
                <a:close/>
                <a:moveTo>
                  <a:pt x="74995" y="56037"/>
                </a:moveTo>
                <a:lnTo>
                  <a:pt x="71137" y="56205"/>
                </a:lnTo>
                <a:lnTo>
                  <a:pt x="64258" y="59057"/>
                </a:lnTo>
                <a:lnTo>
                  <a:pt x="59225" y="64258"/>
                </a:lnTo>
                <a:lnTo>
                  <a:pt x="56372" y="70969"/>
                </a:lnTo>
                <a:lnTo>
                  <a:pt x="56037" y="74828"/>
                </a:lnTo>
                <a:lnTo>
                  <a:pt x="56037" y="82713"/>
                </a:lnTo>
                <a:lnTo>
                  <a:pt x="188411" y="82713"/>
                </a:lnTo>
                <a:lnTo>
                  <a:pt x="188411" y="74828"/>
                </a:lnTo>
                <a:lnTo>
                  <a:pt x="188075" y="70969"/>
                </a:lnTo>
                <a:lnTo>
                  <a:pt x="185223" y="64258"/>
                </a:lnTo>
                <a:lnTo>
                  <a:pt x="180190" y="59057"/>
                </a:lnTo>
                <a:lnTo>
                  <a:pt x="173311" y="56205"/>
                </a:lnTo>
                <a:lnTo>
                  <a:pt x="169452" y="56037"/>
                </a:lnTo>
                <a:close/>
                <a:moveTo>
                  <a:pt x="188411" y="95296"/>
                </a:moveTo>
                <a:lnTo>
                  <a:pt x="56037" y="95296"/>
                </a:lnTo>
                <a:lnTo>
                  <a:pt x="56037" y="140428"/>
                </a:lnTo>
                <a:lnTo>
                  <a:pt x="56372" y="144286"/>
                </a:lnTo>
                <a:lnTo>
                  <a:pt x="59225" y="150997"/>
                </a:lnTo>
                <a:lnTo>
                  <a:pt x="64258" y="156198"/>
                </a:lnTo>
                <a:lnTo>
                  <a:pt x="71137" y="159050"/>
                </a:lnTo>
                <a:lnTo>
                  <a:pt x="74995" y="159386"/>
                </a:lnTo>
                <a:lnTo>
                  <a:pt x="169452" y="159386"/>
                </a:lnTo>
                <a:lnTo>
                  <a:pt x="173311" y="159050"/>
                </a:lnTo>
                <a:lnTo>
                  <a:pt x="180190" y="156198"/>
                </a:lnTo>
                <a:lnTo>
                  <a:pt x="185223" y="150997"/>
                </a:lnTo>
                <a:lnTo>
                  <a:pt x="188075" y="144286"/>
                </a:lnTo>
                <a:lnTo>
                  <a:pt x="188411" y="140428"/>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43" name="Google Shape;1243;p139"/>
          <p:cNvSpPr txBox="1"/>
          <p:nvPr/>
        </p:nvSpPr>
        <p:spPr>
          <a:xfrm>
            <a:off x="7174423" y="3084526"/>
            <a:ext cx="484800" cy="215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Semantic Views &amp; Models</a:t>
            </a:r>
            <a:endParaRPr sz="600">
              <a:solidFill>
                <a:srgbClr val="11567F"/>
              </a:solidFill>
              <a:latin typeface="Arial"/>
              <a:ea typeface="Arial"/>
              <a:cs typeface="Arial"/>
              <a:sym typeface="Arial"/>
            </a:endParaRPr>
          </a:p>
        </p:txBody>
      </p:sp>
      <p:sp>
        <p:nvSpPr>
          <p:cNvPr id="1244" name="Google Shape;1244;p139"/>
          <p:cNvSpPr txBox="1"/>
          <p:nvPr/>
        </p:nvSpPr>
        <p:spPr>
          <a:xfrm>
            <a:off x="7229022" y="1210799"/>
            <a:ext cx="313200" cy="166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Scale</a:t>
            </a:r>
            <a:endParaRPr sz="1800">
              <a:solidFill>
                <a:srgbClr val="252525"/>
              </a:solidFill>
              <a:latin typeface="Arial"/>
              <a:ea typeface="Arial"/>
              <a:cs typeface="Arial"/>
              <a:sym typeface="Arial"/>
            </a:endParaRPr>
          </a:p>
        </p:txBody>
      </p:sp>
      <p:sp>
        <p:nvSpPr>
          <p:cNvPr id="1245" name="Google Shape;1245;p139"/>
          <p:cNvSpPr txBox="1"/>
          <p:nvPr/>
        </p:nvSpPr>
        <p:spPr>
          <a:xfrm>
            <a:off x="7716384" y="1241091"/>
            <a:ext cx="443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Concurrency</a:t>
            </a:r>
            <a:endParaRPr sz="1800">
              <a:solidFill>
                <a:srgbClr val="252525"/>
              </a:solidFill>
              <a:latin typeface="Arial"/>
              <a:ea typeface="Arial"/>
              <a:cs typeface="Arial"/>
              <a:sym typeface="Arial"/>
            </a:endParaRPr>
          </a:p>
        </p:txBody>
      </p:sp>
      <p:sp>
        <p:nvSpPr>
          <p:cNvPr id="1246" name="Google Shape;1246;p139"/>
          <p:cNvSpPr txBox="1"/>
          <p:nvPr/>
        </p:nvSpPr>
        <p:spPr>
          <a:xfrm>
            <a:off x="8244897" y="122406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Speed</a:t>
            </a:r>
            <a:endParaRPr sz="1800">
              <a:solidFill>
                <a:srgbClr val="252525"/>
              </a:solidFill>
              <a:latin typeface="Arial"/>
              <a:ea typeface="Arial"/>
              <a:cs typeface="Arial"/>
              <a:sym typeface="Arial"/>
            </a:endParaRPr>
          </a:p>
        </p:txBody>
      </p:sp>
      <p:sp>
        <p:nvSpPr>
          <p:cNvPr id="1247" name="Google Shape;1247;p139"/>
          <p:cNvSpPr/>
          <p:nvPr/>
        </p:nvSpPr>
        <p:spPr>
          <a:xfrm>
            <a:off x="7744788" y="923007"/>
            <a:ext cx="336985" cy="271729"/>
          </a:xfrm>
          <a:custGeom>
            <a:rect b="b" l="l" r="r" t="t"/>
            <a:pathLst>
              <a:path extrusionOk="0" h="7437" w="9223">
                <a:moveTo>
                  <a:pt x="3376" y="4106"/>
                </a:moveTo>
                <a:cubicBezTo>
                  <a:pt x="3375" y="4106"/>
                  <a:pt x="3374" y="4106"/>
                  <a:pt x="3372" y="4106"/>
                </a:cubicBezTo>
                <a:cubicBezTo>
                  <a:pt x="3334" y="4109"/>
                  <a:pt x="3298" y="4136"/>
                  <a:pt x="3285" y="4173"/>
                </a:cubicBezTo>
                <a:cubicBezTo>
                  <a:pt x="3282" y="4183"/>
                  <a:pt x="3202" y="4406"/>
                  <a:pt x="2891" y="4543"/>
                </a:cubicBezTo>
                <a:cubicBezTo>
                  <a:pt x="2841" y="4565"/>
                  <a:pt x="2818" y="4623"/>
                  <a:pt x="2841" y="4673"/>
                </a:cubicBezTo>
                <a:cubicBezTo>
                  <a:pt x="2857" y="4712"/>
                  <a:pt x="2893" y="4734"/>
                  <a:pt x="2931" y="4734"/>
                </a:cubicBezTo>
                <a:cubicBezTo>
                  <a:pt x="2944" y="4734"/>
                  <a:pt x="2958" y="4731"/>
                  <a:pt x="2971" y="4725"/>
                </a:cubicBezTo>
                <a:cubicBezTo>
                  <a:pt x="3184" y="4630"/>
                  <a:pt x="3313" y="4500"/>
                  <a:pt x="3386" y="4396"/>
                </a:cubicBezTo>
                <a:cubicBezTo>
                  <a:pt x="3521" y="4574"/>
                  <a:pt x="3809" y="4863"/>
                  <a:pt x="4309" y="4967"/>
                </a:cubicBezTo>
                <a:cubicBezTo>
                  <a:pt x="4317" y="4970"/>
                  <a:pt x="4323" y="4970"/>
                  <a:pt x="4330" y="4970"/>
                </a:cubicBezTo>
                <a:cubicBezTo>
                  <a:pt x="4376" y="4970"/>
                  <a:pt x="4418" y="4938"/>
                  <a:pt x="4427" y="4892"/>
                </a:cubicBezTo>
                <a:cubicBezTo>
                  <a:pt x="4437" y="4838"/>
                  <a:pt x="4404" y="4786"/>
                  <a:pt x="4351" y="4774"/>
                </a:cubicBezTo>
                <a:cubicBezTo>
                  <a:pt x="3720" y="4644"/>
                  <a:pt x="3478" y="4180"/>
                  <a:pt x="3467" y="4161"/>
                </a:cubicBezTo>
                <a:cubicBezTo>
                  <a:pt x="3449" y="4127"/>
                  <a:pt x="3412" y="4106"/>
                  <a:pt x="3376" y="4106"/>
                </a:cubicBezTo>
                <a:close/>
                <a:moveTo>
                  <a:pt x="2747" y="4819"/>
                </a:moveTo>
                <a:cubicBezTo>
                  <a:pt x="2746" y="4819"/>
                  <a:pt x="2745" y="4819"/>
                  <a:pt x="2744" y="4819"/>
                </a:cubicBezTo>
                <a:cubicBezTo>
                  <a:pt x="2691" y="4823"/>
                  <a:pt x="2648" y="4871"/>
                  <a:pt x="2654" y="4926"/>
                </a:cubicBezTo>
                <a:cubicBezTo>
                  <a:pt x="2714" y="5775"/>
                  <a:pt x="3207" y="6072"/>
                  <a:pt x="3417" y="6161"/>
                </a:cubicBezTo>
                <a:cubicBezTo>
                  <a:pt x="3473" y="6185"/>
                  <a:pt x="3536" y="6198"/>
                  <a:pt x="3598" y="6198"/>
                </a:cubicBezTo>
                <a:cubicBezTo>
                  <a:pt x="3647" y="6198"/>
                  <a:pt x="3696" y="6191"/>
                  <a:pt x="3744" y="6175"/>
                </a:cubicBezTo>
                <a:cubicBezTo>
                  <a:pt x="3944" y="6108"/>
                  <a:pt x="4427" y="5872"/>
                  <a:pt x="4590" y="5108"/>
                </a:cubicBezTo>
                <a:cubicBezTo>
                  <a:pt x="4600" y="5055"/>
                  <a:pt x="4568" y="5003"/>
                  <a:pt x="4513" y="4993"/>
                </a:cubicBezTo>
                <a:cubicBezTo>
                  <a:pt x="4505" y="4991"/>
                  <a:pt x="4497" y="4990"/>
                  <a:pt x="4490" y="4990"/>
                </a:cubicBezTo>
                <a:cubicBezTo>
                  <a:pt x="4445" y="4990"/>
                  <a:pt x="4406" y="5022"/>
                  <a:pt x="4397" y="5068"/>
                </a:cubicBezTo>
                <a:cubicBezTo>
                  <a:pt x="4253" y="5731"/>
                  <a:pt x="3849" y="5931"/>
                  <a:pt x="3681" y="5987"/>
                </a:cubicBezTo>
                <a:cubicBezTo>
                  <a:pt x="3654" y="5996"/>
                  <a:pt x="3626" y="6000"/>
                  <a:pt x="3599" y="6000"/>
                </a:cubicBezTo>
                <a:cubicBezTo>
                  <a:pt x="3563" y="6000"/>
                  <a:pt x="3527" y="5993"/>
                  <a:pt x="3494" y="5980"/>
                </a:cubicBezTo>
                <a:cubicBezTo>
                  <a:pt x="3320" y="5906"/>
                  <a:pt x="2906" y="5650"/>
                  <a:pt x="2850" y="4911"/>
                </a:cubicBezTo>
                <a:cubicBezTo>
                  <a:pt x="2847" y="4857"/>
                  <a:pt x="2798" y="4819"/>
                  <a:pt x="2747" y="4819"/>
                </a:cubicBezTo>
                <a:close/>
                <a:moveTo>
                  <a:pt x="6046" y="3089"/>
                </a:moveTo>
                <a:cubicBezTo>
                  <a:pt x="6033" y="3089"/>
                  <a:pt x="6020" y="3089"/>
                  <a:pt x="6008" y="3089"/>
                </a:cubicBezTo>
                <a:cubicBezTo>
                  <a:pt x="5825" y="3093"/>
                  <a:pt x="5282" y="3087"/>
                  <a:pt x="5029" y="3702"/>
                </a:cubicBezTo>
                <a:cubicBezTo>
                  <a:pt x="4983" y="3817"/>
                  <a:pt x="5037" y="3950"/>
                  <a:pt x="5154" y="3998"/>
                </a:cubicBezTo>
                <a:cubicBezTo>
                  <a:pt x="5182" y="4009"/>
                  <a:pt x="5211" y="4014"/>
                  <a:pt x="5239" y="4014"/>
                </a:cubicBezTo>
                <a:cubicBezTo>
                  <a:pt x="5328" y="4014"/>
                  <a:pt x="5414" y="3962"/>
                  <a:pt x="5450" y="3873"/>
                </a:cubicBezTo>
                <a:cubicBezTo>
                  <a:pt x="5573" y="3574"/>
                  <a:pt x="5784" y="3542"/>
                  <a:pt x="5991" y="3542"/>
                </a:cubicBezTo>
                <a:cubicBezTo>
                  <a:pt x="5996" y="3542"/>
                  <a:pt x="6002" y="3542"/>
                  <a:pt x="6007" y="3542"/>
                </a:cubicBezTo>
                <a:lnTo>
                  <a:pt x="6033" y="3542"/>
                </a:lnTo>
                <a:cubicBezTo>
                  <a:pt x="6145" y="3542"/>
                  <a:pt x="6330" y="3542"/>
                  <a:pt x="6467" y="3678"/>
                </a:cubicBezTo>
                <a:cubicBezTo>
                  <a:pt x="6574" y="3785"/>
                  <a:pt x="6641" y="3968"/>
                  <a:pt x="6669" y="4210"/>
                </a:cubicBezTo>
                <a:cubicBezTo>
                  <a:pt x="6650" y="4192"/>
                  <a:pt x="6626" y="4180"/>
                  <a:pt x="6598" y="4180"/>
                </a:cubicBezTo>
                <a:cubicBezTo>
                  <a:pt x="6133" y="4180"/>
                  <a:pt x="5770" y="3775"/>
                  <a:pt x="5766" y="3770"/>
                </a:cubicBezTo>
                <a:cubicBezTo>
                  <a:pt x="5746" y="3749"/>
                  <a:pt x="5719" y="3736"/>
                  <a:pt x="5691" y="3736"/>
                </a:cubicBezTo>
                <a:cubicBezTo>
                  <a:pt x="5676" y="3736"/>
                  <a:pt x="5661" y="3740"/>
                  <a:pt x="5647" y="3747"/>
                </a:cubicBezTo>
                <a:cubicBezTo>
                  <a:pt x="5607" y="3767"/>
                  <a:pt x="5585" y="3809"/>
                  <a:pt x="5594" y="3854"/>
                </a:cubicBezTo>
                <a:cubicBezTo>
                  <a:pt x="5595" y="3866"/>
                  <a:pt x="5644" y="4131"/>
                  <a:pt x="5395" y="4238"/>
                </a:cubicBezTo>
                <a:cubicBezTo>
                  <a:pt x="5346" y="4261"/>
                  <a:pt x="5324" y="4318"/>
                  <a:pt x="5343" y="4369"/>
                </a:cubicBezTo>
                <a:cubicBezTo>
                  <a:pt x="5361" y="4406"/>
                  <a:pt x="5395" y="4428"/>
                  <a:pt x="5435" y="4428"/>
                </a:cubicBezTo>
                <a:cubicBezTo>
                  <a:pt x="5447" y="4428"/>
                  <a:pt x="5460" y="4425"/>
                  <a:pt x="5473" y="4421"/>
                </a:cubicBezTo>
                <a:cubicBezTo>
                  <a:pt x="5661" y="4339"/>
                  <a:pt x="5747" y="4192"/>
                  <a:pt x="5779" y="4054"/>
                </a:cubicBezTo>
                <a:cubicBezTo>
                  <a:pt x="5950" y="4194"/>
                  <a:pt x="6244" y="4379"/>
                  <a:pt x="6596" y="4379"/>
                </a:cubicBezTo>
                <a:cubicBezTo>
                  <a:pt x="6627" y="4379"/>
                  <a:pt x="6656" y="4363"/>
                  <a:pt x="6675" y="4339"/>
                </a:cubicBezTo>
                <a:cubicBezTo>
                  <a:pt x="6676" y="4379"/>
                  <a:pt x="6679" y="4416"/>
                  <a:pt x="6679" y="4459"/>
                </a:cubicBezTo>
                <a:cubicBezTo>
                  <a:pt x="6679" y="4519"/>
                  <a:pt x="6705" y="4577"/>
                  <a:pt x="6746" y="4618"/>
                </a:cubicBezTo>
                <a:cubicBezTo>
                  <a:pt x="6776" y="4648"/>
                  <a:pt x="6794" y="4690"/>
                  <a:pt x="6794" y="4733"/>
                </a:cubicBezTo>
                <a:lnTo>
                  <a:pt x="6794" y="4816"/>
                </a:lnTo>
                <a:cubicBezTo>
                  <a:pt x="6795" y="4854"/>
                  <a:pt x="6779" y="4893"/>
                  <a:pt x="6748" y="4923"/>
                </a:cubicBezTo>
                <a:lnTo>
                  <a:pt x="6709" y="4963"/>
                </a:lnTo>
                <a:cubicBezTo>
                  <a:pt x="6667" y="5004"/>
                  <a:pt x="6642" y="5062"/>
                  <a:pt x="6642" y="5122"/>
                </a:cubicBezTo>
                <a:cubicBezTo>
                  <a:pt x="6642" y="5270"/>
                  <a:pt x="6575" y="5411"/>
                  <a:pt x="6464" y="5499"/>
                </a:cubicBezTo>
                <a:cubicBezTo>
                  <a:pt x="6412" y="5539"/>
                  <a:pt x="6356" y="5595"/>
                  <a:pt x="6293" y="5656"/>
                </a:cubicBezTo>
                <a:cubicBezTo>
                  <a:pt x="6223" y="5728"/>
                  <a:pt x="6076" y="5872"/>
                  <a:pt x="6018" y="5873"/>
                </a:cubicBezTo>
                <a:cubicBezTo>
                  <a:pt x="5962" y="5872"/>
                  <a:pt x="5815" y="5728"/>
                  <a:pt x="5744" y="5656"/>
                </a:cubicBezTo>
                <a:cubicBezTo>
                  <a:pt x="5683" y="5597"/>
                  <a:pt x="5628" y="5542"/>
                  <a:pt x="5573" y="5500"/>
                </a:cubicBezTo>
                <a:cubicBezTo>
                  <a:pt x="5532" y="5468"/>
                  <a:pt x="5483" y="5452"/>
                  <a:pt x="5434" y="5452"/>
                </a:cubicBezTo>
                <a:cubicBezTo>
                  <a:pt x="5367" y="5452"/>
                  <a:pt x="5301" y="5482"/>
                  <a:pt x="5257" y="5539"/>
                </a:cubicBezTo>
                <a:cubicBezTo>
                  <a:pt x="5178" y="5639"/>
                  <a:pt x="5197" y="5781"/>
                  <a:pt x="5295" y="5857"/>
                </a:cubicBezTo>
                <a:cubicBezTo>
                  <a:pt x="5335" y="5888"/>
                  <a:pt x="5378" y="5933"/>
                  <a:pt x="5424" y="5980"/>
                </a:cubicBezTo>
                <a:cubicBezTo>
                  <a:pt x="5580" y="6136"/>
                  <a:pt x="5776" y="6329"/>
                  <a:pt x="6018" y="6329"/>
                </a:cubicBezTo>
                <a:cubicBezTo>
                  <a:pt x="6262" y="6329"/>
                  <a:pt x="6457" y="6136"/>
                  <a:pt x="6612" y="5980"/>
                </a:cubicBezTo>
                <a:cubicBezTo>
                  <a:pt x="6660" y="5933"/>
                  <a:pt x="6705" y="5888"/>
                  <a:pt x="6743" y="5857"/>
                </a:cubicBezTo>
                <a:cubicBezTo>
                  <a:pt x="6938" y="5702"/>
                  <a:pt x="7064" y="5471"/>
                  <a:pt x="7091" y="5223"/>
                </a:cubicBezTo>
                <a:cubicBezTo>
                  <a:pt x="7192" y="5108"/>
                  <a:pt x="7248" y="4966"/>
                  <a:pt x="7248" y="4814"/>
                </a:cubicBezTo>
                <a:lnTo>
                  <a:pt x="7248" y="4730"/>
                </a:lnTo>
                <a:cubicBezTo>
                  <a:pt x="7248" y="4601"/>
                  <a:pt x="7206" y="4477"/>
                  <a:pt x="7135" y="4373"/>
                </a:cubicBezTo>
                <a:cubicBezTo>
                  <a:pt x="7122" y="3916"/>
                  <a:pt x="7004" y="3574"/>
                  <a:pt x="6788" y="3356"/>
                </a:cubicBezTo>
                <a:cubicBezTo>
                  <a:pt x="6537" y="3106"/>
                  <a:pt x="6226" y="3089"/>
                  <a:pt x="6046" y="3089"/>
                </a:cubicBezTo>
                <a:close/>
                <a:moveTo>
                  <a:pt x="5169" y="0"/>
                </a:moveTo>
                <a:cubicBezTo>
                  <a:pt x="3747" y="0"/>
                  <a:pt x="2498" y="896"/>
                  <a:pt x="2039" y="2210"/>
                </a:cubicBezTo>
                <a:cubicBezTo>
                  <a:pt x="900" y="2297"/>
                  <a:pt x="0" y="3258"/>
                  <a:pt x="0" y="4430"/>
                </a:cubicBezTo>
                <a:cubicBezTo>
                  <a:pt x="0" y="5224"/>
                  <a:pt x="428" y="5965"/>
                  <a:pt x="1118" y="6363"/>
                </a:cubicBezTo>
                <a:cubicBezTo>
                  <a:pt x="1175" y="6397"/>
                  <a:pt x="1235" y="6412"/>
                  <a:pt x="1295" y="6412"/>
                </a:cubicBezTo>
                <a:cubicBezTo>
                  <a:pt x="1418" y="6412"/>
                  <a:pt x="1537" y="6348"/>
                  <a:pt x="1601" y="6235"/>
                </a:cubicBezTo>
                <a:cubicBezTo>
                  <a:pt x="1697" y="6066"/>
                  <a:pt x="1641" y="5851"/>
                  <a:pt x="1472" y="5753"/>
                </a:cubicBezTo>
                <a:cubicBezTo>
                  <a:pt x="998" y="5480"/>
                  <a:pt x="705" y="4973"/>
                  <a:pt x="705" y="4431"/>
                </a:cubicBezTo>
                <a:cubicBezTo>
                  <a:pt x="705" y="3607"/>
                  <a:pt x="1390" y="2914"/>
                  <a:pt x="2198" y="2914"/>
                </a:cubicBezTo>
                <a:lnTo>
                  <a:pt x="2199" y="2914"/>
                </a:lnTo>
                <a:cubicBezTo>
                  <a:pt x="2227" y="2917"/>
                  <a:pt x="2254" y="2921"/>
                  <a:pt x="2282" y="2923"/>
                </a:cubicBezTo>
                <a:cubicBezTo>
                  <a:pt x="2287" y="2923"/>
                  <a:pt x="2291" y="2923"/>
                  <a:pt x="2295" y="2923"/>
                </a:cubicBezTo>
                <a:cubicBezTo>
                  <a:pt x="2459" y="2923"/>
                  <a:pt x="2601" y="2814"/>
                  <a:pt x="2640" y="2657"/>
                </a:cubicBezTo>
                <a:cubicBezTo>
                  <a:pt x="2934" y="1510"/>
                  <a:pt x="3974" y="710"/>
                  <a:pt x="5168" y="710"/>
                </a:cubicBezTo>
                <a:cubicBezTo>
                  <a:pt x="6605" y="710"/>
                  <a:pt x="7775" y="1871"/>
                  <a:pt x="7775" y="3301"/>
                </a:cubicBezTo>
                <a:cubicBezTo>
                  <a:pt x="7775" y="3356"/>
                  <a:pt x="7769" y="3419"/>
                  <a:pt x="7766" y="3482"/>
                </a:cubicBezTo>
                <a:cubicBezTo>
                  <a:pt x="7756" y="3619"/>
                  <a:pt x="7824" y="3748"/>
                  <a:pt x="7944" y="3815"/>
                </a:cubicBezTo>
                <a:cubicBezTo>
                  <a:pt x="8296" y="4015"/>
                  <a:pt x="8516" y="4393"/>
                  <a:pt x="8516" y="4797"/>
                </a:cubicBezTo>
                <a:cubicBezTo>
                  <a:pt x="8516" y="5174"/>
                  <a:pt x="8328" y="5530"/>
                  <a:pt x="8014" y="5750"/>
                </a:cubicBezTo>
                <a:cubicBezTo>
                  <a:pt x="7852" y="5861"/>
                  <a:pt x="7814" y="6081"/>
                  <a:pt x="7925" y="6241"/>
                </a:cubicBezTo>
                <a:cubicBezTo>
                  <a:pt x="7994" y="6341"/>
                  <a:pt x="8103" y="6394"/>
                  <a:pt x="8215" y="6394"/>
                </a:cubicBezTo>
                <a:cubicBezTo>
                  <a:pt x="8285" y="6394"/>
                  <a:pt x="8355" y="6373"/>
                  <a:pt x="8417" y="6331"/>
                </a:cubicBezTo>
                <a:cubicBezTo>
                  <a:pt x="8922" y="5980"/>
                  <a:pt x="9223" y="5405"/>
                  <a:pt x="9223" y="4797"/>
                </a:cubicBezTo>
                <a:cubicBezTo>
                  <a:pt x="9223" y="4213"/>
                  <a:pt x="8944" y="3667"/>
                  <a:pt x="8486" y="3322"/>
                </a:cubicBezTo>
                <a:lnTo>
                  <a:pt x="8486" y="3300"/>
                </a:lnTo>
                <a:cubicBezTo>
                  <a:pt x="8486" y="1481"/>
                  <a:pt x="6997" y="0"/>
                  <a:pt x="5169" y="0"/>
                </a:cubicBezTo>
                <a:close/>
                <a:moveTo>
                  <a:pt x="3359" y="3419"/>
                </a:moveTo>
                <a:cubicBezTo>
                  <a:pt x="3459" y="3419"/>
                  <a:pt x="3517" y="3463"/>
                  <a:pt x="3531" y="3475"/>
                </a:cubicBezTo>
                <a:cubicBezTo>
                  <a:pt x="3575" y="3518"/>
                  <a:pt x="3633" y="3541"/>
                  <a:pt x="3692" y="3541"/>
                </a:cubicBezTo>
                <a:cubicBezTo>
                  <a:pt x="3720" y="3541"/>
                  <a:pt x="3748" y="3536"/>
                  <a:pt x="3775" y="3525"/>
                </a:cubicBezTo>
                <a:cubicBezTo>
                  <a:pt x="3805" y="3514"/>
                  <a:pt x="3882" y="3489"/>
                  <a:pt x="3978" y="3489"/>
                </a:cubicBezTo>
                <a:cubicBezTo>
                  <a:pt x="4131" y="3489"/>
                  <a:pt x="4330" y="3554"/>
                  <a:pt x="4458" y="3846"/>
                </a:cubicBezTo>
                <a:cubicBezTo>
                  <a:pt x="4537" y="4023"/>
                  <a:pt x="4608" y="4724"/>
                  <a:pt x="4636" y="5177"/>
                </a:cubicBezTo>
                <a:cubicBezTo>
                  <a:pt x="4658" y="5392"/>
                  <a:pt x="4649" y="5644"/>
                  <a:pt x="4633" y="5688"/>
                </a:cubicBezTo>
                <a:cubicBezTo>
                  <a:pt x="4568" y="5748"/>
                  <a:pt x="4407" y="5812"/>
                  <a:pt x="4317" y="5838"/>
                </a:cubicBezTo>
                <a:cubicBezTo>
                  <a:pt x="4196" y="5872"/>
                  <a:pt x="4125" y="5996"/>
                  <a:pt x="4159" y="6117"/>
                </a:cubicBezTo>
                <a:cubicBezTo>
                  <a:pt x="4173" y="6160"/>
                  <a:pt x="4196" y="6195"/>
                  <a:pt x="4228" y="6222"/>
                </a:cubicBezTo>
                <a:lnTo>
                  <a:pt x="3626" y="6752"/>
                </a:lnTo>
                <a:lnTo>
                  <a:pt x="2952" y="6160"/>
                </a:lnTo>
                <a:cubicBezTo>
                  <a:pt x="2980" y="6127"/>
                  <a:pt x="3003" y="6090"/>
                  <a:pt x="3010" y="6047"/>
                </a:cubicBezTo>
                <a:cubicBezTo>
                  <a:pt x="3029" y="5922"/>
                  <a:pt x="2943" y="5806"/>
                  <a:pt x="2818" y="5789"/>
                </a:cubicBezTo>
                <a:cubicBezTo>
                  <a:pt x="2780" y="5781"/>
                  <a:pt x="2654" y="5747"/>
                  <a:pt x="2614" y="5707"/>
                </a:cubicBezTo>
                <a:cubicBezTo>
                  <a:pt x="2585" y="5643"/>
                  <a:pt x="2596" y="5391"/>
                  <a:pt x="2637" y="5178"/>
                </a:cubicBezTo>
                <a:cubicBezTo>
                  <a:pt x="2643" y="5150"/>
                  <a:pt x="2643" y="5120"/>
                  <a:pt x="2637" y="5092"/>
                </a:cubicBezTo>
                <a:cubicBezTo>
                  <a:pt x="2633" y="5082"/>
                  <a:pt x="2431" y="3961"/>
                  <a:pt x="3031" y="3543"/>
                </a:cubicBezTo>
                <a:cubicBezTo>
                  <a:pt x="3168" y="3447"/>
                  <a:pt x="3277" y="3419"/>
                  <a:pt x="3359" y="3419"/>
                </a:cubicBezTo>
                <a:close/>
                <a:moveTo>
                  <a:pt x="3358" y="2970"/>
                </a:moveTo>
                <a:cubicBezTo>
                  <a:pt x="3188" y="2970"/>
                  <a:pt x="2988" y="3023"/>
                  <a:pt x="2772" y="3174"/>
                </a:cubicBezTo>
                <a:cubicBezTo>
                  <a:pt x="2000" y="3710"/>
                  <a:pt x="2146" y="4886"/>
                  <a:pt x="2186" y="5135"/>
                </a:cubicBezTo>
                <a:cubicBezTo>
                  <a:pt x="2132" y="5440"/>
                  <a:pt x="2106" y="5820"/>
                  <a:pt x="2268" y="5995"/>
                </a:cubicBezTo>
                <a:cubicBezTo>
                  <a:pt x="2342" y="6074"/>
                  <a:pt x="2435" y="6129"/>
                  <a:pt x="2518" y="6166"/>
                </a:cubicBezTo>
                <a:cubicBezTo>
                  <a:pt x="1752" y="6403"/>
                  <a:pt x="1694" y="6538"/>
                  <a:pt x="1663" y="6613"/>
                </a:cubicBezTo>
                <a:cubicBezTo>
                  <a:pt x="1608" y="6748"/>
                  <a:pt x="1590" y="6926"/>
                  <a:pt x="1574" y="7083"/>
                </a:cubicBezTo>
                <a:lnTo>
                  <a:pt x="1562" y="7183"/>
                </a:lnTo>
                <a:cubicBezTo>
                  <a:pt x="1546" y="7306"/>
                  <a:pt x="1635" y="7420"/>
                  <a:pt x="1760" y="7435"/>
                </a:cubicBezTo>
                <a:cubicBezTo>
                  <a:pt x="1769" y="7437"/>
                  <a:pt x="1777" y="7437"/>
                  <a:pt x="1786" y="7437"/>
                </a:cubicBezTo>
                <a:cubicBezTo>
                  <a:pt x="1901" y="7437"/>
                  <a:pt x="1999" y="7354"/>
                  <a:pt x="2012" y="7238"/>
                </a:cubicBezTo>
                <a:lnTo>
                  <a:pt x="2023" y="7132"/>
                </a:lnTo>
                <a:cubicBezTo>
                  <a:pt x="2034" y="7034"/>
                  <a:pt x="2046" y="6905"/>
                  <a:pt x="2069" y="6824"/>
                </a:cubicBezTo>
                <a:cubicBezTo>
                  <a:pt x="2170" y="6763"/>
                  <a:pt x="2462" y="6657"/>
                  <a:pt x="2737" y="6574"/>
                </a:cubicBezTo>
                <a:lnTo>
                  <a:pt x="3470" y="7217"/>
                </a:lnTo>
                <a:cubicBezTo>
                  <a:pt x="3509" y="7251"/>
                  <a:pt x="3558" y="7266"/>
                  <a:pt x="3605" y="7269"/>
                </a:cubicBezTo>
                <a:cubicBezTo>
                  <a:pt x="3613" y="7269"/>
                  <a:pt x="3619" y="7272"/>
                  <a:pt x="3626" y="7272"/>
                </a:cubicBezTo>
                <a:cubicBezTo>
                  <a:pt x="3634" y="7269"/>
                  <a:pt x="3641" y="7269"/>
                  <a:pt x="3649" y="7268"/>
                </a:cubicBezTo>
                <a:cubicBezTo>
                  <a:pt x="3698" y="7265"/>
                  <a:pt x="3745" y="7250"/>
                  <a:pt x="3784" y="7216"/>
                </a:cubicBezTo>
                <a:lnTo>
                  <a:pt x="4517" y="6571"/>
                </a:lnTo>
                <a:cubicBezTo>
                  <a:pt x="4792" y="6656"/>
                  <a:pt x="5087" y="6763"/>
                  <a:pt x="5185" y="6822"/>
                </a:cubicBezTo>
                <a:cubicBezTo>
                  <a:pt x="5214" y="6919"/>
                  <a:pt x="5228" y="7079"/>
                  <a:pt x="5237" y="7187"/>
                </a:cubicBezTo>
                <a:lnTo>
                  <a:pt x="5242" y="7230"/>
                </a:lnTo>
                <a:cubicBezTo>
                  <a:pt x="5252" y="7348"/>
                  <a:pt x="5350" y="7437"/>
                  <a:pt x="5466" y="7437"/>
                </a:cubicBezTo>
                <a:cubicBezTo>
                  <a:pt x="5472" y="7437"/>
                  <a:pt x="5479" y="7435"/>
                  <a:pt x="5487" y="7435"/>
                </a:cubicBezTo>
                <a:cubicBezTo>
                  <a:pt x="5610" y="7423"/>
                  <a:pt x="5702" y="7312"/>
                  <a:pt x="5690" y="7187"/>
                </a:cubicBezTo>
                <a:lnTo>
                  <a:pt x="5687" y="7147"/>
                </a:lnTo>
                <a:cubicBezTo>
                  <a:pt x="5670" y="6976"/>
                  <a:pt x="5652" y="6764"/>
                  <a:pt x="5594" y="6613"/>
                </a:cubicBezTo>
                <a:cubicBezTo>
                  <a:pt x="5563" y="6537"/>
                  <a:pt x="5505" y="6400"/>
                  <a:pt x="4727" y="6161"/>
                </a:cubicBezTo>
                <a:cubicBezTo>
                  <a:pt x="4801" y="6124"/>
                  <a:pt x="4880" y="6077"/>
                  <a:pt x="4940" y="6020"/>
                </a:cubicBezTo>
                <a:cubicBezTo>
                  <a:pt x="5125" y="5854"/>
                  <a:pt x="5123" y="5443"/>
                  <a:pt x="5089" y="5138"/>
                </a:cubicBezTo>
                <a:cubicBezTo>
                  <a:pt x="5076" y="4945"/>
                  <a:pt x="5012" y="3975"/>
                  <a:pt x="4874" y="3664"/>
                </a:cubicBezTo>
                <a:cubicBezTo>
                  <a:pt x="4659" y="3174"/>
                  <a:pt x="4289" y="3036"/>
                  <a:pt x="3979" y="3036"/>
                </a:cubicBezTo>
                <a:cubicBezTo>
                  <a:pt x="3890" y="3036"/>
                  <a:pt x="3806" y="3047"/>
                  <a:pt x="3732" y="3065"/>
                </a:cubicBezTo>
                <a:cubicBezTo>
                  <a:pt x="3637" y="3012"/>
                  <a:pt x="3509" y="2970"/>
                  <a:pt x="3358" y="2970"/>
                </a:cubicBezTo>
                <a:close/>
                <a:moveTo>
                  <a:pt x="6870" y="6092"/>
                </a:moveTo>
                <a:cubicBezTo>
                  <a:pt x="6816" y="6092"/>
                  <a:pt x="6764" y="6112"/>
                  <a:pt x="6722" y="6151"/>
                </a:cubicBezTo>
                <a:lnTo>
                  <a:pt x="5894" y="6878"/>
                </a:lnTo>
                <a:cubicBezTo>
                  <a:pt x="5800" y="6960"/>
                  <a:pt x="5791" y="7104"/>
                  <a:pt x="5874" y="7198"/>
                </a:cubicBezTo>
                <a:cubicBezTo>
                  <a:pt x="5919" y="7248"/>
                  <a:pt x="5982" y="7275"/>
                  <a:pt x="6045" y="7275"/>
                </a:cubicBezTo>
                <a:cubicBezTo>
                  <a:pt x="6098" y="7275"/>
                  <a:pt x="6151" y="7256"/>
                  <a:pt x="6194" y="7217"/>
                </a:cubicBezTo>
                <a:lnTo>
                  <a:pt x="6927" y="6574"/>
                </a:lnTo>
                <a:cubicBezTo>
                  <a:pt x="7202" y="6657"/>
                  <a:pt x="7494" y="6763"/>
                  <a:pt x="7595" y="6822"/>
                </a:cubicBezTo>
                <a:cubicBezTo>
                  <a:pt x="7615" y="6901"/>
                  <a:pt x="7628" y="7024"/>
                  <a:pt x="7637" y="7112"/>
                </a:cubicBezTo>
                <a:cubicBezTo>
                  <a:pt x="7643" y="7162"/>
                  <a:pt x="7647" y="7207"/>
                  <a:pt x="7652" y="7244"/>
                </a:cubicBezTo>
                <a:cubicBezTo>
                  <a:pt x="7670" y="7357"/>
                  <a:pt x="7765" y="7437"/>
                  <a:pt x="7876" y="7437"/>
                </a:cubicBezTo>
                <a:cubicBezTo>
                  <a:pt x="7888" y="7437"/>
                  <a:pt x="7898" y="7437"/>
                  <a:pt x="7910" y="7435"/>
                </a:cubicBezTo>
                <a:cubicBezTo>
                  <a:pt x="8035" y="7416"/>
                  <a:pt x="8120" y="7302"/>
                  <a:pt x="8102" y="7178"/>
                </a:cubicBezTo>
                <a:cubicBezTo>
                  <a:pt x="8096" y="7147"/>
                  <a:pt x="8091" y="7109"/>
                  <a:pt x="8088" y="7066"/>
                </a:cubicBezTo>
                <a:cubicBezTo>
                  <a:pt x="8072" y="6919"/>
                  <a:pt x="8053" y="6739"/>
                  <a:pt x="8001" y="6613"/>
                </a:cubicBezTo>
                <a:cubicBezTo>
                  <a:pt x="7968" y="6531"/>
                  <a:pt x="7904" y="6381"/>
                  <a:pt x="6933" y="6102"/>
                </a:cubicBezTo>
                <a:cubicBezTo>
                  <a:pt x="6912" y="6096"/>
                  <a:pt x="6891" y="6092"/>
                  <a:pt x="6870" y="6092"/>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248" name="Google Shape;1248;p139"/>
          <p:cNvSpPr/>
          <p:nvPr/>
        </p:nvSpPr>
        <p:spPr>
          <a:xfrm>
            <a:off x="8337165" y="976475"/>
            <a:ext cx="274314" cy="212077"/>
          </a:xfrm>
          <a:custGeom>
            <a:rect b="b" l="l" r="r" t="t"/>
            <a:pathLst>
              <a:path extrusionOk="0" h="7023" w="9084">
                <a:moveTo>
                  <a:pt x="5618" y="1718"/>
                </a:moveTo>
                <a:lnTo>
                  <a:pt x="1862" y="3913"/>
                </a:lnTo>
                <a:lnTo>
                  <a:pt x="1064" y="3185"/>
                </a:lnTo>
                <a:lnTo>
                  <a:pt x="5618" y="1718"/>
                </a:lnTo>
                <a:close/>
                <a:moveTo>
                  <a:pt x="6968" y="1457"/>
                </a:moveTo>
                <a:lnTo>
                  <a:pt x="2719" y="4675"/>
                </a:lnTo>
                <a:cubicBezTo>
                  <a:pt x="2658" y="4691"/>
                  <a:pt x="2602" y="4716"/>
                  <a:pt x="2556" y="4765"/>
                </a:cubicBezTo>
                <a:cubicBezTo>
                  <a:pt x="2410" y="4921"/>
                  <a:pt x="2254" y="5083"/>
                  <a:pt x="2110" y="5233"/>
                </a:cubicBezTo>
                <a:cubicBezTo>
                  <a:pt x="2121" y="4960"/>
                  <a:pt x="2136" y="4649"/>
                  <a:pt x="2152" y="4357"/>
                </a:cubicBezTo>
                <a:cubicBezTo>
                  <a:pt x="2154" y="4329"/>
                  <a:pt x="2152" y="4300"/>
                  <a:pt x="2148" y="4275"/>
                </a:cubicBezTo>
                <a:lnTo>
                  <a:pt x="6968" y="1457"/>
                </a:lnTo>
                <a:close/>
                <a:moveTo>
                  <a:pt x="7431" y="1672"/>
                </a:moveTo>
                <a:lnTo>
                  <a:pt x="4550" y="6125"/>
                </a:lnTo>
                <a:lnTo>
                  <a:pt x="3197" y="4879"/>
                </a:lnTo>
                <a:lnTo>
                  <a:pt x="7431" y="1672"/>
                </a:lnTo>
                <a:close/>
                <a:moveTo>
                  <a:pt x="8704" y="0"/>
                </a:moveTo>
                <a:cubicBezTo>
                  <a:pt x="8668" y="0"/>
                  <a:pt x="8632" y="5"/>
                  <a:pt x="8597" y="16"/>
                </a:cubicBezTo>
                <a:lnTo>
                  <a:pt x="265" y="2697"/>
                </a:lnTo>
                <a:cubicBezTo>
                  <a:pt x="144" y="2737"/>
                  <a:pt x="55" y="2836"/>
                  <a:pt x="27" y="2959"/>
                </a:cubicBezTo>
                <a:cubicBezTo>
                  <a:pt x="0" y="3081"/>
                  <a:pt x="42" y="3212"/>
                  <a:pt x="134" y="3295"/>
                </a:cubicBezTo>
                <a:lnTo>
                  <a:pt x="1436" y="4482"/>
                </a:lnTo>
                <a:cubicBezTo>
                  <a:pt x="1340" y="6216"/>
                  <a:pt x="1365" y="6235"/>
                  <a:pt x="1534" y="6364"/>
                </a:cubicBezTo>
                <a:cubicBezTo>
                  <a:pt x="1597" y="6413"/>
                  <a:pt x="1674" y="6439"/>
                  <a:pt x="1752" y="6439"/>
                </a:cubicBezTo>
                <a:cubicBezTo>
                  <a:pt x="1789" y="6439"/>
                  <a:pt x="1827" y="6433"/>
                  <a:pt x="1862" y="6421"/>
                </a:cubicBezTo>
                <a:cubicBezTo>
                  <a:pt x="1953" y="6391"/>
                  <a:pt x="1993" y="6378"/>
                  <a:pt x="2828" y="5502"/>
                </a:cubicBezTo>
                <a:lnTo>
                  <a:pt x="4376" y="6929"/>
                </a:lnTo>
                <a:cubicBezTo>
                  <a:pt x="4440" y="6991"/>
                  <a:pt x="4528" y="7022"/>
                  <a:pt x="4616" y="7022"/>
                </a:cubicBezTo>
                <a:cubicBezTo>
                  <a:pt x="4630" y="7022"/>
                  <a:pt x="4645" y="7021"/>
                  <a:pt x="4660" y="7018"/>
                </a:cubicBezTo>
                <a:cubicBezTo>
                  <a:pt x="4764" y="7004"/>
                  <a:pt x="4858" y="6948"/>
                  <a:pt x="4913" y="6859"/>
                </a:cubicBezTo>
                <a:lnTo>
                  <a:pt x="9004" y="548"/>
                </a:lnTo>
                <a:cubicBezTo>
                  <a:pt x="9084" y="422"/>
                  <a:pt x="9078" y="258"/>
                  <a:pt x="8987" y="140"/>
                </a:cubicBezTo>
                <a:cubicBezTo>
                  <a:pt x="8918" y="50"/>
                  <a:pt x="8813" y="0"/>
                  <a:pt x="870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249" name="Google Shape;1249;p139"/>
          <p:cNvSpPr txBox="1"/>
          <p:nvPr/>
        </p:nvSpPr>
        <p:spPr>
          <a:xfrm>
            <a:off x="7772551" y="2222911"/>
            <a:ext cx="10011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AI enabled Self-service for Biz, Engineers</a:t>
            </a:r>
            <a:endParaRPr sz="600">
              <a:solidFill>
                <a:srgbClr val="105780"/>
              </a:solidFill>
            </a:endParaRPr>
          </a:p>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Natural Language Querying</a:t>
            </a:r>
            <a:endParaRPr sz="600">
              <a:solidFill>
                <a:srgbClr val="105780"/>
              </a:solidFill>
            </a:endParaRPr>
          </a:p>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Reporting Tools</a:t>
            </a:r>
            <a:endParaRPr sz="600">
              <a:solidFill>
                <a:srgbClr val="105780"/>
              </a:solidFill>
            </a:endParaRPr>
          </a:p>
        </p:txBody>
      </p:sp>
      <p:sp>
        <p:nvSpPr>
          <p:cNvPr id="1250" name="Google Shape;1250;p139"/>
          <p:cNvSpPr txBox="1"/>
          <p:nvPr/>
        </p:nvSpPr>
        <p:spPr>
          <a:xfrm>
            <a:off x="7772542" y="2839573"/>
            <a:ext cx="769500" cy="415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Rich Semantics from SAP. Enrich further with Snowflake Marketplace, with Enterprise data.</a:t>
            </a:r>
            <a:endParaRPr sz="600">
              <a:solidFill>
                <a:srgbClr val="105780"/>
              </a:solidFill>
            </a:endParaRPr>
          </a:p>
        </p:txBody>
      </p:sp>
      <p:sp>
        <p:nvSpPr>
          <p:cNvPr id="1251" name="Google Shape;1251;p139"/>
          <p:cNvSpPr txBox="1"/>
          <p:nvPr/>
        </p:nvSpPr>
        <p:spPr>
          <a:xfrm>
            <a:off x="7266351" y="4220933"/>
            <a:ext cx="9498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Build Listings/Apps/ Agents in Snowflake with mix of SAP &amp; non-SAP (IOT, Social, Documents) sources</a:t>
            </a:r>
            <a:endParaRPr sz="600">
              <a:solidFill>
                <a:srgbClr val="105780"/>
              </a:solidFill>
            </a:endParaRPr>
          </a:p>
        </p:txBody>
      </p:sp>
      <p:sp>
        <p:nvSpPr>
          <p:cNvPr id="1252" name="Google Shape;1252;p139"/>
          <p:cNvSpPr/>
          <p:nvPr/>
        </p:nvSpPr>
        <p:spPr>
          <a:xfrm>
            <a:off x="7202046" y="1539977"/>
            <a:ext cx="340128" cy="323613"/>
          </a:xfrm>
          <a:custGeom>
            <a:rect b="b" l="l" r="r" t="t"/>
            <a:pathLst>
              <a:path extrusionOk="0" h="8857" w="9309">
                <a:moveTo>
                  <a:pt x="3985" y="437"/>
                </a:moveTo>
                <a:cubicBezTo>
                  <a:pt x="4121" y="437"/>
                  <a:pt x="4233" y="548"/>
                  <a:pt x="4233" y="686"/>
                </a:cubicBezTo>
                <a:cubicBezTo>
                  <a:pt x="4233" y="823"/>
                  <a:pt x="4121" y="934"/>
                  <a:pt x="3985" y="934"/>
                </a:cubicBezTo>
                <a:cubicBezTo>
                  <a:pt x="3847" y="934"/>
                  <a:pt x="3735" y="823"/>
                  <a:pt x="3735" y="686"/>
                </a:cubicBezTo>
                <a:cubicBezTo>
                  <a:pt x="3735" y="548"/>
                  <a:pt x="3847" y="437"/>
                  <a:pt x="3985" y="437"/>
                </a:cubicBezTo>
                <a:close/>
                <a:moveTo>
                  <a:pt x="3031" y="1023"/>
                </a:moveTo>
                <a:cubicBezTo>
                  <a:pt x="2995" y="1023"/>
                  <a:pt x="2958" y="1032"/>
                  <a:pt x="2924" y="1052"/>
                </a:cubicBezTo>
                <a:lnTo>
                  <a:pt x="1609" y="1810"/>
                </a:lnTo>
                <a:cubicBezTo>
                  <a:pt x="1506" y="1870"/>
                  <a:pt x="1471" y="2002"/>
                  <a:pt x="1530" y="2105"/>
                </a:cubicBezTo>
                <a:cubicBezTo>
                  <a:pt x="1572" y="2171"/>
                  <a:pt x="1641" y="2210"/>
                  <a:pt x="1716" y="2210"/>
                </a:cubicBezTo>
                <a:cubicBezTo>
                  <a:pt x="1753" y="2210"/>
                  <a:pt x="1788" y="2201"/>
                  <a:pt x="1824" y="2182"/>
                </a:cubicBezTo>
                <a:lnTo>
                  <a:pt x="3140" y="1423"/>
                </a:lnTo>
                <a:cubicBezTo>
                  <a:pt x="3242" y="1364"/>
                  <a:pt x="3276" y="1231"/>
                  <a:pt x="3217" y="1130"/>
                </a:cubicBezTo>
                <a:cubicBezTo>
                  <a:pt x="3177" y="1062"/>
                  <a:pt x="3105" y="1023"/>
                  <a:pt x="3031" y="1023"/>
                </a:cubicBezTo>
                <a:close/>
                <a:moveTo>
                  <a:pt x="4936" y="1020"/>
                </a:moveTo>
                <a:cubicBezTo>
                  <a:pt x="4863" y="1020"/>
                  <a:pt x="4791" y="1058"/>
                  <a:pt x="4751" y="1126"/>
                </a:cubicBezTo>
                <a:cubicBezTo>
                  <a:pt x="4692" y="1230"/>
                  <a:pt x="4727" y="1362"/>
                  <a:pt x="4828" y="1421"/>
                </a:cubicBezTo>
                <a:lnTo>
                  <a:pt x="6148" y="2182"/>
                </a:lnTo>
                <a:cubicBezTo>
                  <a:pt x="6182" y="2203"/>
                  <a:pt x="6220" y="2210"/>
                  <a:pt x="6257" y="2210"/>
                </a:cubicBezTo>
                <a:cubicBezTo>
                  <a:pt x="6331" y="2210"/>
                  <a:pt x="6402" y="2171"/>
                  <a:pt x="6442" y="2103"/>
                </a:cubicBezTo>
                <a:cubicBezTo>
                  <a:pt x="6502" y="2001"/>
                  <a:pt x="6466" y="1868"/>
                  <a:pt x="6364" y="1809"/>
                </a:cubicBezTo>
                <a:lnTo>
                  <a:pt x="5043" y="1049"/>
                </a:lnTo>
                <a:cubicBezTo>
                  <a:pt x="5010" y="1029"/>
                  <a:pt x="4973" y="1020"/>
                  <a:pt x="4936" y="1020"/>
                </a:cubicBezTo>
                <a:close/>
                <a:moveTo>
                  <a:pt x="777" y="2289"/>
                </a:moveTo>
                <a:cubicBezTo>
                  <a:pt x="819" y="2289"/>
                  <a:pt x="862" y="2299"/>
                  <a:pt x="900" y="2321"/>
                </a:cubicBezTo>
                <a:cubicBezTo>
                  <a:pt x="1019" y="2390"/>
                  <a:pt x="1061" y="2543"/>
                  <a:pt x="993" y="2661"/>
                </a:cubicBezTo>
                <a:cubicBezTo>
                  <a:pt x="946" y="2741"/>
                  <a:pt x="862" y="2785"/>
                  <a:pt x="777" y="2785"/>
                </a:cubicBezTo>
                <a:cubicBezTo>
                  <a:pt x="734" y="2785"/>
                  <a:pt x="692" y="2774"/>
                  <a:pt x="653" y="2752"/>
                </a:cubicBezTo>
                <a:cubicBezTo>
                  <a:pt x="534" y="2684"/>
                  <a:pt x="492" y="2531"/>
                  <a:pt x="562" y="2412"/>
                </a:cubicBezTo>
                <a:cubicBezTo>
                  <a:pt x="608" y="2333"/>
                  <a:pt x="691" y="2289"/>
                  <a:pt x="777" y="2289"/>
                </a:cubicBezTo>
                <a:close/>
                <a:moveTo>
                  <a:pt x="7192" y="2288"/>
                </a:moveTo>
                <a:cubicBezTo>
                  <a:pt x="7277" y="2288"/>
                  <a:pt x="7361" y="2332"/>
                  <a:pt x="7407" y="2412"/>
                </a:cubicBezTo>
                <a:cubicBezTo>
                  <a:pt x="7476" y="2531"/>
                  <a:pt x="7434" y="2684"/>
                  <a:pt x="7315" y="2752"/>
                </a:cubicBezTo>
                <a:cubicBezTo>
                  <a:pt x="7276" y="2774"/>
                  <a:pt x="7233" y="2785"/>
                  <a:pt x="7191" y="2785"/>
                </a:cubicBezTo>
                <a:cubicBezTo>
                  <a:pt x="7106" y="2785"/>
                  <a:pt x="7023" y="2741"/>
                  <a:pt x="6977" y="2661"/>
                </a:cubicBezTo>
                <a:cubicBezTo>
                  <a:pt x="6907" y="2543"/>
                  <a:pt x="6949" y="2390"/>
                  <a:pt x="7067" y="2321"/>
                </a:cubicBezTo>
                <a:cubicBezTo>
                  <a:pt x="7107" y="2299"/>
                  <a:pt x="7149" y="2288"/>
                  <a:pt x="7192" y="2288"/>
                </a:cubicBezTo>
                <a:close/>
                <a:moveTo>
                  <a:pt x="5318" y="3137"/>
                </a:moveTo>
                <a:lnTo>
                  <a:pt x="5318" y="3172"/>
                </a:lnTo>
                <a:lnTo>
                  <a:pt x="5395" y="3172"/>
                </a:lnTo>
                <a:lnTo>
                  <a:pt x="5395" y="3380"/>
                </a:lnTo>
                <a:lnTo>
                  <a:pt x="5435" y="3380"/>
                </a:lnTo>
                <a:lnTo>
                  <a:pt x="5435" y="3172"/>
                </a:lnTo>
                <a:lnTo>
                  <a:pt x="5511" y="3172"/>
                </a:lnTo>
                <a:lnTo>
                  <a:pt x="5511" y="3137"/>
                </a:lnTo>
                <a:close/>
                <a:moveTo>
                  <a:pt x="5548" y="3137"/>
                </a:moveTo>
                <a:lnTo>
                  <a:pt x="5548" y="3380"/>
                </a:lnTo>
                <a:lnTo>
                  <a:pt x="5590" y="3380"/>
                </a:lnTo>
                <a:lnTo>
                  <a:pt x="5590" y="3211"/>
                </a:lnTo>
                <a:lnTo>
                  <a:pt x="5660" y="3301"/>
                </a:lnTo>
                <a:lnTo>
                  <a:pt x="5675" y="3301"/>
                </a:lnTo>
                <a:lnTo>
                  <a:pt x="5746" y="3211"/>
                </a:lnTo>
                <a:lnTo>
                  <a:pt x="5746" y="3380"/>
                </a:lnTo>
                <a:lnTo>
                  <a:pt x="5784" y="3380"/>
                </a:lnTo>
                <a:lnTo>
                  <a:pt x="5784" y="3137"/>
                </a:lnTo>
                <a:lnTo>
                  <a:pt x="5755" y="3137"/>
                </a:lnTo>
                <a:lnTo>
                  <a:pt x="5667" y="3249"/>
                </a:lnTo>
                <a:lnTo>
                  <a:pt x="5581" y="3137"/>
                </a:lnTo>
                <a:close/>
                <a:moveTo>
                  <a:pt x="3645" y="2869"/>
                </a:moveTo>
                <a:cubicBezTo>
                  <a:pt x="3539" y="2869"/>
                  <a:pt x="3455" y="2954"/>
                  <a:pt x="3455" y="3058"/>
                </a:cubicBezTo>
                <a:lnTo>
                  <a:pt x="3455" y="3474"/>
                </a:lnTo>
                <a:lnTo>
                  <a:pt x="3094" y="3266"/>
                </a:lnTo>
                <a:cubicBezTo>
                  <a:pt x="3063" y="3249"/>
                  <a:pt x="3031" y="3241"/>
                  <a:pt x="2999" y="3241"/>
                </a:cubicBezTo>
                <a:cubicBezTo>
                  <a:pt x="2933" y="3241"/>
                  <a:pt x="2870" y="3274"/>
                  <a:pt x="2834" y="3334"/>
                </a:cubicBezTo>
                <a:cubicBezTo>
                  <a:pt x="2782" y="3428"/>
                  <a:pt x="2812" y="3543"/>
                  <a:pt x="2902" y="3595"/>
                </a:cubicBezTo>
                <a:lnTo>
                  <a:pt x="3548" y="3967"/>
                </a:lnTo>
                <a:cubicBezTo>
                  <a:pt x="3579" y="3983"/>
                  <a:pt x="3610" y="3991"/>
                  <a:pt x="3642" y="3991"/>
                </a:cubicBezTo>
                <a:cubicBezTo>
                  <a:pt x="3648" y="3991"/>
                  <a:pt x="3653" y="3991"/>
                  <a:pt x="3658" y="3990"/>
                </a:cubicBezTo>
                <a:cubicBezTo>
                  <a:pt x="3756" y="3983"/>
                  <a:pt x="3833" y="3901"/>
                  <a:pt x="3833" y="3800"/>
                </a:cubicBezTo>
                <a:lnTo>
                  <a:pt x="3833" y="3058"/>
                </a:lnTo>
                <a:cubicBezTo>
                  <a:pt x="3833" y="2954"/>
                  <a:pt x="3749" y="2869"/>
                  <a:pt x="3645" y="2869"/>
                </a:cubicBezTo>
                <a:close/>
                <a:moveTo>
                  <a:pt x="4334" y="2871"/>
                </a:moveTo>
                <a:cubicBezTo>
                  <a:pt x="4230" y="2871"/>
                  <a:pt x="4144" y="2957"/>
                  <a:pt x="4144" y="3061"/>
                </a:cubicBezTo>
                <a:lnTo>
                  <a:pt x="4144" y="3803"/>
                </a:lnTo>
                <a:cubicBezTo>
                  <a:pt x="4144" y="3901"/>
                  <a:pt x="4222" y="3983"/>
                  <a:pt x="4320" y="3990"/>
                </a:cubicBezTo>
                <a:cubicBezTo>
                  <a:pt x="4326" y="3991"/>
                  <a:pt x="4331" y="3991"/>
                  <a:pt x="4336" y="3991"/>
                </a:cubicBezTo>
                <a:cubicBezTo>
                  <a:pt x="4368" y="3991"/>
                  <a:pt x="4400" y="3983"/>
                  <a:pt x="4430" y="3967"/>
                </a:cubicBezTo>
                <a:lnTo>
                  <a:pt x="5076" y="3595"/>
                </a:lnTo>
                <a:cubicBezTo>
                  <a:pt x="5167" y="3543"/>
                  <a:pt x="5196" y="3428"/>
                  <a:pt x="5144" y="3337"/>
                </a:cubicBezTo>
                <a:cubicBezTo>
                  <a:pt x="5108" y="3277"/>
                  <a:pt x="5044" y="3244"/>
                  <a:pt x="4979" y="3244"/>
                </a:cubicBezTo>
                <a:cubicBezTo>
                  <a:pt x="4947" y="3244"/>
                  <a:pt x="4914" y="3252"/>
                  <a:pt x="4885" y="3269"/>
                </a:cubicBezTo>
                <a:lnTo>
                  <a:pt x="4522" y="3477"/>
                </a:lnTo>
                <a:lnTo>
                  <a:pt x="4522" y="3061"/>
                </a:lnTo>
                <a:cubicBezTo>
                  <a:pt x="4522" y="2957"/>
                  <a:pt x="4439" y="2871"/>
                  <a:pt x="4334" y="2871"/>
                </a:cubicBezTo>
                <a:close/>
                <a:moveTo>
                  <a:pt x="3989" y="4268"/>
                </a:moveTo>
                <a:cubicBezTo>
                  <a:pt x="4001" y="4268"/>
                  <a:pt x="4016" y="4274"/>
                  <a:pt x="4023" y="4281"/>
                </a:cubicBezTo>
                <a:lnTo>
                  <a:pt x="4101" y="4357"/>
                </a:lnTo>
                <a:cubicBezTo>
                  <a:pt x="4108" y="4365"/>
                  <a:pt x="4115" y="4379"/>
                  <a:pt x="4115" y="4391"/>
                </a:cubicBezTo>
                <a:lnTo>
                  <a:pt x="4115" y="4394"/>
                </a:lnTo>
                <a:cubicBezTo>
                  <a:pt x="4115" y="4406"/>
                  <a:pt x="4108" y="4421"/>
                  <a:pt x="4101" y="4428"/>
                </a:cubicBezTo>
                <a:lnTo>
                  <a:pt x="4023" y="4506"/>
                </a:lnTo>
                <a:cubicBezTo>
                  <a:pt x="4016" y="4513"/>
                  <a:pt x="4001" y="4519"/>
                  <a:pt x="3989" y="4519"/>
                </a:cubicBezTo>
                <a:lnTo>
                  <a:pt x="3986" y="4519"/>
                </a:lnTo>
                <a:cubicBezTo>
                  <a:pt x="3974" y="4519"/>
                  <a:pt x="3959" y="4513"/>
                  <a:pt x="3952" y="4506"/>
                </a:cubicBezTo>
                <a:lnTo>
                  <a:pt x="3875" y="4428"/>
                </a:lnTo>
                <a:cubicBezTo>
                  <a:pt x="3867" y="4421"/>
                  <a:pt x="3861" y="4406"/>
                  <a:pt x="3861" y="4394"/>
                </a:cubicBezTo>
                <a:lnTo>
                  <a:pt x="3861" y="4391"/>
                </a:lnTo>
                <a:cubicBezTo>
                  <a:pt x="3861" y="4379"/>
                  <a:pt x="3867" y="4365"/>
                  <a:pt x="3875" y="4357"/>
                </a:cubicBezTo>
                <a:lnTo>
                  <a:pt x="3952" y="4281"/>
                </a:lnTo>
                <a:cubicBezTo>
                  <a:pt x="3959" y="4274"/>
                  <a:pt x="3974" y="4268"/>
                  <a:pt x="3986" y="4268"/>
                </a:cubicBezTo>
                <a:close/>
                <a:moveTo>
                  <a:pt x="3949" y="4038"/>
                </a:moveTo>
                <a:cubicBezTo>
                  <a:pt x="3937" y="4038"/>
                  <a:pt x="3922" y="4045"/>
                  <a:pt x="3915" y="4053"/>
                </a:cubicBezTo>
                <a:lnTo>
                  <a:pt x="3648" y="4320"/>
                </a:lnTo>
                <a:cubicBezTo>
                  <a:pt x="3639" y="4327"/>
                  <a:pt x="3633" y="4342"/>
                  <a:pt x="3636" y="4354"/>
                </a:cubicBezTo>
                <a:lnTo>
                  <a:pt x="3636" y="4372"/>
                </a:lnTo>
                <a:lnTo>
                  <a:pt x="3636" y="4412"/>
                </a:lnTo>
                <a:lnTo>
                  <a:pt x="3636" y="4431"/>
                </a:lnTo>
                <a:cubicBezTo>
                  <a:pt x="3636" y="4443"/>
                  <a:pt x="3640" y="4458"/>
                  <a:pt x="3648" y="4466"/>
                </a:cubicBezTo>
                <a:lnTo>
                  <a:pt x="3915" y="4733"/>
                </a:lnTo>
                <a:cubicBezTo>
                  <a:pt x="3922" y="4742"/>
                  <a:pt x="3937" y="4748"/>
                  <a:pt x="3949" y="4748"/>
                </a:cubicBezTo>
                <a:lnTo>
                  <a:pt x="4026" y="4748"/>
                </a:lnTo>
                <a:cubicBezTo>
                  <a:pt x="4038" y="4748"/>
                  <a:pt x="4053" y="4740"/>
                  <a:pt x="4060" y="4733"/>
                </a:cubicBezTo>
                <a:lnTo>
                  <a:pt x="4329" y="4466"/>
                </a:lnTo>
                <a:cubicBezTo>
                  <a:pt x="4337" y="4458"/>
                  <a:pt x="4343" y="4443"/>
                  <a:pt x="4343" y="4431"/>
                </a:cubicBezTo>
                <a:lnTo>
                  <a:pt x="4343" y="4412"/>
                </a:lnTo>
                <a:lnTo>
                  <a:pt x="4343" y="4372"/>
                </a:lnTo>
                <a:lnTo>
                  <a:pt x="4343" y="4354"/>
                </a:lnTo>
                <a:cubicBezTo>
                  <a:pt x="4343" y="4342"/>
                  <a:pt x="4337" y="4327"/>
                  <a:pt x="4329" y="4320"/>
                </a:cubicBezTo>
                <a:lnTo>
                  <a:pt x="4060" y="4053"/>
                </a:lnTo>
                <a:cubicBezTo>
                  <a:pt x="4053" y="4044"/>
                  <a:pt x="4038" y="4038"/>
                  <a:pt x="4026" y="4038"/>
                </a:cubicBezTo>
                <a:close/>
                <a:moveTo>
                  <a:pt x="2654" y="3833"/>
                </a:moveTo>
                <a:cubicBezTo>
                  <a:pt x="2589" y="3833"/>
                  <a:pt x="2524" y="3867"/>
                  <a:pt x="2489" y="3927"/>
                </a:cubicBezTo>
                <a:cubicBezTo>
                  <a:pt x="2437" y="4019"/>
                  <a:pt x="2467" y="4133"/>
                  <a:pt x="2558" y="4185"/>
                </a:cubicBezTo>
                <a:lnTo>
                  <a:pt x="2919" y="4393"/>
                </a:lnTo>
                <a:lnTo>
                  <a:pt x="2558" y="4599"/>
                </a:lnTo>
                <a:cubicBezTo>
                  <a:pt x="2467" y="4651"/>
                  <a:pt x="2436" y="4766"/>
                  <a:pt x="2489" y="4858"/>
                </a:cubicBezTo>
                <a:cubicBezTo>
                  <a:pt x="2524" y="4918"/>
                  <a:pt x="2588" y="4951"/>
                  <a:pt x="2653" y="4951"/>
                </a:cubicBezTo>
                <a:cubicBezTo>
                  <a:pt x="2686" y="4951"/>
                  <a:pt x="2719" y="4943"/>
                  <a:pt x="2749" y="4926"/>
                </a:cubicBezTo>
                <a:lnTo>
                  <a:pt x="3395" y="4555"/>
                </a:lnTo>
                <a:cubicBezTo>
                  <a:pt x="3440" y="4532"/>
                  <a:pt x="3469" y="4494"/>
                  <a:pt x="3483" y="4449"/>
                </a:cubicBezTo>
                <a:cubicBezTo>
                  <a:pt x="3489" y="4428"/>
                  <a:pt x="3492" y="4408"/>
                  <a:pt x="3492" y="4387"/>
                </a:cubicBezTo>
                <a:cubicBezTo>
                  <a:pt x="3492" y="4372"/>
                  <a:pt x="3490" y="4357"/>
                  <a:pt x="3484" y="4342"/>
                </a:cubicBezTo>
                <a:cubicBezTo>
                  <a:pt x="3472" y="4296"/>
                  <a:pt x="3443" y="4256"/>
                  <a:pt x="3395" y="4229"/>
                </a:cubicBezTo>
                <a:lnTo>
                  <a:pt x="2749" y="3858"/>
                </a:lnTo>
                <a:cubicBezTo>
                  <a:pt x="2719" y="3841"/>
                  <a:pt x="2687" y="3833"/>
                  <a:pt x="2654" y="3833"/>
                </a:cubicBezTo>
                <a:close/>
                <a:moveTo>
                  <a:pt x="5322" y="3834"/>
                </a:moveTo>
                <a:cubicBezTo>
                  <a:pt x="5289" y="3834"/>
                  <a:pt x="5256" y="3842"/>
                  <a:pt x="5226" y="3860"/>
                </a:cubicBezTo>
                <a:lnTo>
                  <a:pt x="4580" y="4231"/>
                </a:lnTo>
                <a:cubicBezTo>
                  <a:pt x="4536" y="4256"/>
                  <a:pt x="4506" y="4296"/>
                  <a:pt x="4493" y="4342"/>
                </a:cubicBezTo>
                <a:cubicBezTo>
                  <a:pt x="4490" y="4357"/>
                  <a:pt x="4487" y="4372"/>
                  <a:pt x="4485" y="4387"/>
                </a:cubicBezTo>
                <a:cubicBezTo>
                  <a:pt x="4485" y="4408"/>
                  <a:pt x="4487" y="4428"/>
                  <a:pt x="4494" y="4448"/>
                </a:cubicBezTo>
                <a:cubicBezTo>
                  <a:pt x="4507" y="4492"/>
                  <a:pt x="4537" y="4532"/>
                  <a:pt x="4580" y="4556"/>
                </a:cubicBezTo>
                <a:lnTo>
                  <a:pt x="5226" y="4927"/>
                </a:lnTo>
                <a:cubicBezTo>
                  <a:pt x="5256" y="4944"/>
                  <a:pt x="5288" y="4953"/>
                  <a:pt x="5321" y="4953"/>
                </a:cubicBezTo>
                <a:cubicBezTo>
                  <a:pt x="5386" y="4953"/>
                  <a:pt x="5450" y="4919"/>
                  <a:pt x="5486" y="4859"/>
                </a:cubicBezTo>
                <a:cubicBezTo>
                  <a:pt x="5538" y="4767"/>
                  <a:pt x="5508" y="4653"/>
                  <a:pt x="5418" y="4601"/>
                </a:cubicBezTo>
                <a:lnTo>
                  <a:pt x="5057" y="4394"/>
                </a:lnTo>
                <a:lnTo>
                  <a:pt x="5418" y="4186"/>
                </a:lnTo>
                <a:cubicBezTo>
                  <a:pt x="5508" y="4134"/>
                  <a:pt x="5539" y="4020"/>
                  <a:pt x="5486" y="3928"/>
                </a:cubicBezTo>
                <a:cubicBezTo>
                  <a:pt x="5451" y="3868"/>
                  <a:pt x="5387" y="3834"/>
                  <a:pt x="5322" y="3834"/>
                </a:cubicBezTo>
                <a:close/>
                <a:moveTo>
                  <a:pt x="7192" y="3417"/>
                </a:moveTo>
                <a:cubicBezTo>
                  <a:pt x="7073" y="3417"/>
                  <a:pt x="6977" y="3514"/>
                  <a:pt x="6977" y="3633"/>
                </a:cubicBezTo>
                <a:lnTo>
                  <a:pt x="6977" y="4795"/>
                </a:lnTo>
                <a:cubicBezTo>
                  <a:pt x="6977" y="4914"/>
                  <a:pt x="7073" y="5011"/>
                  <a:pt x="7192" y="5011"/>
                </a:cubicBezTo>
                <a:cubicBezTo>
                  <a:pt x="7311" y="5011"/>
                  <a:pt x="7407" y="4914"/>
                  <a:pt x="7407" y="4795"/>
                </a:cubicBezTo>
                <a:lnTo>
                  <a:pt x="7407" y="3633"/>
                </a:lnTo>
                <a:cubicBezTo>
                  <a:pt x="7407" y="3514"/>
                  <a:pt x="7311" y="3417"/>
                  <a:pt x="7192" y="3417"/>
                </a:cubicBezTo>
                <a:close/>
                <a:moveTo>
                  <a:pt x="777" y="3404"/>
                </a:moveTo>
                <a:cubicBezTo>
                  <a:pt x="658" y="3404"/>
                  <a:pt x="562" y="3500"/>
                  <a:pt x="562" y="3619"/>
                </a:cubicBezTo>
                <a:lnTo>
                  <a:pt x="562" y="5158"/>
                </a:lnTo>
                <a:cubicBezTo>
                  <a:pt x="562" y="5276"/>
                  <a:pt x="658" y="5373"/>
                  <a:pt x="777" y="5373"/>
                </a:cubicBezTo>
                <a:cubicBezTo>
                  <a:pt x="896" y="5371"/>
                  <a:pt x="993" y="5276"/>
                  <a:pt x="993" y="5158"/>
                </a:cubicBezTo>
                <a:lnTo>
                  <a:pt x="993" y="3619"/>
                </a:lnTo>
                <a:cubicBezTo>
                  <a:pt x="993" y="3500"/>
                  <a:pt x="896" y="3404"/>
                  <a:pt x="777" y="3404"/>
                </a:cubicBezTo>
                <a:close/>
                <a:moveTo>
                  <a:pt x="4336" y="4795"/>
                </a:moveTo>
                <a:cubicBezTo>
                  <a:pt x="4331" y="4795"/>
                  <a:pt x="4325" y="4795"/>
                  <a:pt x="4320" y="4795"/>
                </a:cubicBezTo>
                <a:cubicBezTo>
                  <a:pt x="4221" y="4803"/>
                  <a:pt x="4144" y="4884"/>
                  <a:pt x="4144" y="4984"/>
                </a:cubicBezTo>
                <a:lnTo>
                  <a:pt x="4144" y="5726"/>
                </a:lnTo>
                <a:cubicBezTo>
                  <a:pt x="4144" y="5830"/>
                  <a:pt x="4228" y="5915"/>
                  <a:pt x="4332" y="5915"/>
                </a:cubicBezTo>
                <a:cubicBezTo>
                  <a:pt x="4439" y="5915"/>
                  <a:pt x="4522" y="5830"/>
                  <a:pt x="4522" y="5726"/>
                </a:cubicBezTo>
                <a:lnTo>
                  <a:pt x="4522" y="5311"/>
                </a:lnTo>
                <a:lnTo>
                  <a:pt x="4885" y="5518"/>
                </a:lnTo>
                <a:cubicBezTo>
                  <a:pt x="4915" y="5536"/>
                  <a:pt x="4947" y="5544"/>
                  <a:pt x="4979" y="5544"/>
                </a:cubicBezTo>
                <a:cubicBezTo>
                  <a:pt x="5044" y="5544"/>
                  <a:pt x="5108" y="5510"/>
                  <a:pt x="5144" y="5449"/>
                </a:cubicBezTo>
                <a:cubicBezTo>
                  <a:pt x="5196" y="5360"/>
                  <a:pt x="5167" y="5245"/>
                  <a:pt x="5076" y="5192"/>
                </a:cubicBezTo>
                <a:lnTo>
                  <a:pt x="4430" y="4820"/>
                </a:lnTo>
                <a:cubicBezTo>
                  <a:pt x="4400" y="4803"/>
                  <a:pt x="4368" y="4795"/>
                  <a:pt x="4336" y="4795"/>
                </a:cubicBezTo>
                <a:close/>
                <a:moveTo>
                  <a:pt x="3637" y="4797"/>
                </a:moveTo>
                <a:cubicBezTo>
                  <a:pt x="3606" y="4797"/>
                  <a:pt x="3575" y="4805"/>
                  <a:pt x="3548" y="4822"/>
                </a:cubicBezTo>
                <a:lnTo>
                  <a:pt x="2902" y="5193"/>
                </a:lnTo>
                <a:cubicBezTo>
                  <a:pt x="2810" y="5245"/>
                  <a:pt x="2779" y="5362"/>
                  <a:pt x="2834" y="5450"/>
                </a:cubicBezTo>
                <a:cubicBezTo>
                  <a:pt x="2869" y="5512"/>
                  <a:pt x="2932" y="5545"/>
                  <a:pt x="2998" y="5545"/>
                </a:cubicBezTo>
                <a:cubicBezTo>
                  <a:pt x="3030" y="5545"/>
                  <a:pt x="3063" y="5537"/>
                  <a:pt x="3094" y="5520"/>
                </a:cubicBezTo>
                <a:lnTo>
                  <a:pt x="3455" y="5312"/>
                </a:lnTo>
                <a:lnTo>
                  <a:pt x="3455" y="5728"/>
                </a:lnTo>
                <a:cubicBezTo>
                  <a:pt x="3455" y="5832"/>
                  <a:pt x="3541" y="5916"/>
                  <a:pt x="3645" y="5916"/>
                </a:cubicBezTo>
                <a:cubicBezTo>
                  <a:pt x="3749" y="5916"/>
                  <a:pt x="3833" y="5832"/>
                  <a:pt x="3833" y="5728"/>
                </a:cubicBezTo>
                <a:lnTo>
                  <a:pt x="3833" y="4985"/>
                </a:lnTo>
                <a:cubicBezTo>
                  <a:pt x="3833" y="4884"/>
                  <a:pt x="3756" y="4803"/>
                  <a:pt x="3658" y="4798"/>
                </a:cubicBezTo>
                <a:cubicBezTo>
                  <a:pt x="3651" y="4797"/>
                  <a:pt x="3644" y="4797"/>
                  <a:pt x="3637" y="4797"/>
                </a:cubicBezTo>
                <a:close/>
                <a:moveTo>
                  <a:pt x="777" y="5991"/>
                </a:moveTo>
                <a:cubicBezTo>
                  <a:pt x="862" y="5991"/>
                  <a:pt x="946" y="6036"/>
                  <a:pt x="993" y="6115"/>
                </a:cubicBezTo>
                <a:cubicBezTo>
                  <a:pt x="1061" y="6234"/>
                  <a:pt x="1019" y="6387"/>
                  <a:pt x="900" y="6455"/>
                </a:cubicBezTo>
                <a:cubicBezTo>
                  <a:pt x="862" y="6476"/>
                  <a:pt x="819" y="6487"/>
                  <a:pt x="776" y="6487"/>
                </a:cubicBezTo>
                <a:cubicBezTo>
                  <a:pt x="754" y="6487"/>
                  <a:pt x="733" y="6485"/>
                  <a:pt x="712" y="6479"/>
                </a:cubicBezTo>
                <a:cubicBezTo>
                  <a:pt x="648" y="6463"/>
                  <a:pt x="595" y="6421"/>
                  <a:pt x="560" y="6365"/>
                </a:cubicBezTo>
                <a:cubicBezTo>
                  <a:pt x="492" y="6246"/>
                  <a:pt x="534" y="6093"/>
                  <a:pt x="653" y="6025"/>
                </a:cubicBezTo>
                <a:cubicBezTo>
                  <a:pt x="692" y="6002"/>
                  <a:pt x="734" y="5991"/>
                  <a:pt x="777" y="5991"/>
                </a:cubicBezTo>
                <a:close/>
                <a:moveTo>
                  <a:pt x="4038" y="2136"/>
                </a:moveTo>
                <a:cubicBezTo>
                  <a:pt x="4831" y="2155"/>
                  <a:pt x="5522" y="2583"/>
                  <a:pt x="5909" y="3218"/>
                </a:cubicBezTo>
                <a:cubicBezTo>
                  <a:pt x="5912" y="3235"/>
                  <a:pt x="5918" y="3249"/>
                  <a:pt x="5927" y="3264"/>
                </a:cubicBezTo>
                <a:cubicBezTo>
                  <a:pt x="5937" y="3281"/>
                  <a:pt x="5948" y="3295"/>
                  <a:pt x="5961" y="3309"/>
                </a:cubicBezTo>
                <a:cubicBezTo>
                  <a:pt x="6138" y="3630"/>
                  <a:pt x="6237" y="3998"/>
                  <a:pt x="6237" y="4390"/>
                </a:cubicBezTo>
                <a:cubicBezTo>
                  <a:pt x="6237" y="5615"/>
                  <a:pt x="5256" y="6613"/>
                  <a:pt x="4038" y="6643"/>
                </a:cubicBezTo>
                <a:cubicBezTo>
                  <a:pt x="4022" y="6637"/>
                  <a:pt x="4003" y="6635"/>
                  <a:pt x="3985" y="6635"/>
                </a:cubicBezTo>
                <a:cubicBezTo>
                  <a:pt x="3965" y="6635"/>
                  <a:pt x="3948" y="6640"/>
                  <a:pt x="3930" y="6643"/>
                </a:cubicBezTo>
                <a:cubicBezTo>
                  <a:pt x="3138" y="6625"/>
                  <a:pt x="2448" y="6196"/>
                  <a:pt x="2060" y="5560"/>
                </a:cubicBezTo>
                <a:cubicBezTo>
                  <a:pt x="2057" y="5544"/>
                  <a:pt x="2051" y="5529"/>
                  <a:pt x="2042" y="5514"/>
                </a:cubicBezTo>
                <a:cubicBezTo>
                  <a:pt x="2042" y="5512"/>
                  <a:pt x="2041" y="5512"/>
                  <a:pt x="2041" y="5511"/>
                </a:cubicBezTo>
                <a:cubicBezTo>
                  <a:pt x="2031" y="5496"/>
                  <a:pt x="2020" y="5483"/>
                  <a:pt x="2008" y="5469"/>
                </a:cubicBezTo>
                <a:cubicBezTo>
                  <a:pt x="1833" y="5149"/>
                  <a:pt x="1732" y="4780"/>
                  <a:pt x="1732" y="4390"/>
                </a:cubicBezTo>
                <a:cubicBezTo>
                  <a:pt x="1732" y="3998"/>
                  <a:pt x="1833" y="3628"/>
                  <a:pt x="2008" y="3307"/>
                </a:cubicBezTo>
                <a:cubicBezTo>
                  <a:pt x="2020" y="3295"/>
                  <a:pt x="2029" y="3284"/>
                  <a:pt x="2038" y="3269"/>
                </a:cubicBezTo>
                <a:cubicBezTo>
                  <a:pt x="2038" y="3269"/>
                  <a:pt x="2041" y="3266"/>
                  <a:pt x="2041" y="3264"/>
                </a:cubicBezTo>
                <a:cubicBezTo>
                  <a:pt x="2048" y="3249"/>
                  <a:pt x="2056" y="3235"/>
                  <a:pt x="2059" y="3218"/>
                </a:cubicBezTo>
                <a:cubicBezTo>
                  <a:pt x="2446" y="2583"/>
                  <a:pt x="3140" y="2155"/>
                  <a:pt x="3930" y="2136"/>
                </a:cubicBezTo>
                <a:cubicBezTo>
                  <a:pt x="3948" y="2142"/>
                  <a:pt x="3965" y="2143"/>
                  <a:pt x="3985" y="2143"/>
                </a:cubicBezTo>
                <a:cubicBezTo>
                  <a:pt x="4003" y="2143"/>
                  <a:pt x="4022" y="2140"/>
                  <a:pt x="4038" y="2136"/>
                </a:cubicBezTo>
                <a:close/>
                <a:moveTo>
                  <a:pt x="7997" y="5750"/>
                </a:moveTo>
                <a:cubicBezTo>
                  <a:pt x="8388" y="5750"/>
                  <a:pt x="8658" y="6001"/>
                  <a:pt x="8658" y="6359"/>
                </a:cubicBezTo>
                <a:lnTo>
                  <a:pt x="8658" y="6741"/>
                </a:lnTo>
                <a:lnTo>
                  <a:pt x="7162" y="6741"/>
                </a:lnTo>
                <a:lnTo>
                  <a:pt x="7162" y="6359"/>
                </a:lnTo>
                <a:cubicBezTo>
                  <a:pt x="7162" y="5979"/>
                  <a:pt x="7522" y="5750"/>
                  <a:pt x="7871" y="5750"/>
                </a:cubicBezTo>
                <a:close/>
                <a:moveTo>
                  <a:pt x="1717" y="6568"/>
                </a:moveTo>
                <a:cubicBezTo>
                  <a:pt x="1642" y="6568"/>
                  <a:pt x="1570" y="6606"/>
                  <a:pt x="1530" y="6674"/>
                </a:cubicBezTo>
                <a:cubicBezTo>
                  <a:pt x="1471" y="6776"/>
                  <a:pt x="1506" y="6908"/>
                  <a:pt x="1609" y="6968"/>
                </a:cubicBezTo>
                <a:lnTo>
                  <a:pt x="2929" y="7731"/>
                </a:lnTo>
                <a:cubicBezTo>
                  <a:pt x="2963" y="7750"/>
                  <a:pt x="3000" y="7758"/>
                  <a:pt x="3037" y="7758"/>
                </a:cubicBezTo>
                <a:cubicBezTo>
                  <a:pt x="3112" y="7758"/>
                  <a:pt x="3184" y="7719"/>
                  <a:pt x="3223" y="7651"/>
                </a:cubicBezTo>
                <a:cubicBezTo>
                  <a:pt x="3284" y="7550"/>
                  <a:pt x="3250" y="7419"/>
                  <a:pt x="3146" y="7360"/>
                </a:cubicBezTo>
                <a:lnTo>
                  <a:pt x="1824" y="6596"/>
                </a:lnTo>
                <a:cubicBezTo>
                  <a:pt x="1790" y="6577"/>
                  <a:pt x="1753" y="6568"/>
                  <a:pt x="1717" y="6568"/>
                </a:cubicBezTo>
                <a:close/>
                <a:moveTo>
                  <a:pt x="6091" y="6662"/>
                </a:moveTo>
                <a:cubicBezTo>
                  <a:pt x="6055" y="6662"/>
                  <a:pt x="6017" y="6672"/>
                  <a:pt x="5983" y="6692"/>
                </a:cubicBezTo>
                <a:lnTo>
                  <a:pt x="4824" y="7361"/>
                </a:lnTo>
                <a:cubicBezTo>
                  <a:pt x="4721" y="7421"/>
                  <a:pt x="4686" y="7553"/>
                  <a:pt x="4745" y="7654"/>
                </a:cubicBezTo>
                <a:cubicBezTo>
                  <a:pt x="4784" y="7724"/>
                  <a:pt x="4856" y="7762"/>
                  <a:pt x="4931" y="7762"/>
                </a:cubicBezTo>
                <a:cubicBezTo>
                  <a:pt x="4968" y="7762"/>
                  <a:pt x="5003" y="7752"/>
                  <a:pt x="5039" y="7732"/>
                </a:cubicBezTo>
                <a:lnTo>
                  <a:pt x="6199" y="7061"/>
                </a:lnTo>
                <a:cubicBezTo>
                  <a:pt x="6301" y="7002"/>
                  <a:pt x="6335" y="6871"/>
                  <a:pt x="6276" y="6769"/>
                </a:cubicBezTo>
                <a:cubicBezTo>
                  <a:pt x="6236" y="6700"/>
                  <a:pt x="6165" y="6662"/>
                  <a:pt x="6091" y="6662"/>
                </a:cubicBezTo>
                <a:close/>
                <a:moveTo>
                  <a:pt x="7911" y="7456"/>
                </a:moveTo>
                <a:cubicBezTo>
                  <a:pt x="7991" y="7456"/>
                  <a:pt x="8058" y="7520"/>
                  <a:pt x="8058" y="7602"/>
                </a:cubicBezTo>
                <a:cubicBezTo>
                  <a:pt x="8058" y="7649"/>
                  <a:pt x="8036" y="7691"/>
                  <a:pt x="7998" y="7719"/>
                </a:cubicBezTo>
                <a:cubicBezTo>
                  <a:pt x="7966" y="7744"/>
                  <a:pt x="7945" y="7784"/>
                  <a:pt x="7945" y="7826"/>
                </a:cubicBezTo>
                <a:lnTo>
                  <a:pt x="7945" y="8089"/>
                </a:lnTo>
                <a:lnTo>
                  <a:pt x="7877" y="8089"/>
                </a:lnTo>
                <a:lnTo>
                  <a:pt x="7877" y="7826"/>
                </a:lnTo>
                <a:cubicBezTo>
                  <a:pt x="7877" y="7784"/>
                  <a:pt x="7856" y="7744"/>
                  <a:pt x="7823" y="7719"/>
                </a:cubicBezTo>
                <a:cubicBezTo>
                  <a:pt x="7786" y="7691"/>
                  <a:pt x="7764" y="7649"/>
                  <a:pt x="7764" y="7602"/>
                </a:cubicBezTo>
                <a:cubicBezTo>
                  <a:pt x="7764" y="7520"/>
                  <a:pt x="7832" y="7456"/>
                  <a:pt x="7911" y="7456"/>
                </a:cubicBezTo>
                <a:close/>
                <a:moveTo>
                  <a:pt x="3985" y="7844"/>
                </a:moveTo>
                <a:cubicBezTo>
                  <a:pt x="4121" y="7844"/>
                  <a:pt x="4233" y="7955"/>
                  <a:pt x="4233" y="8092"/>
                </a:cubicBezTo>
                <a:cubicBezTo>
                  <a:pt x="4233" y="8230"/>
                  <a:pt x="4121" y="8341"/>
                  <a:pt x="3985" y="8341"/>
                </a:cubicBezTo>
                <a:cubicBezTo>
                  <a:pt x="3847" y="8341"/>
                  <a:pt x="3735" y="8230"/>
                  <a:pt x="3735" y="8092"/>
                </a:cubicBezTo>
                <a:cubicBezTo>
                  <a:pt x="3735" y="7955"/>
                  <a:pt x="3847" y="7844"/>
                  <a:pt x="3985" y="7844"/>
                </a:cubicBezTo>
                <a:close/>
                <a:moveTo>
                  <a:pt x="7909" y="7186"/>
                </a:moveTo>
                <a:cubicBezTo>
                  <a:pt x="7679" y="7186"/>
                  <a:pt x="7494" y="7375"/>
                  <a:pt x="7494" y="7602"/>
                </a:cubicBezTo>
                <a:cubicBezTo>
                  <a:pt x="7494" y="7710"/>
                  <a:pt x="7535" y="7810"/>
                  <a:pt x="7608" y="7887"/>
                </a:cubicBezTo>
                <a:lnTo>
                  <a:pt x="7605" y="7887"/>
                </a:lnTo>
                <a:lnTo>
                  <a:pt x="7605" y="8110"/>
                </a:lnTo>
                <a:cubicBezTo>
                  <a:pt x="7605" y="8245"/>
                  <a:pt x="7716" y="8356"/>
                  <a:pt x="7853" y="8356"/>
                </a:cubicBezTo>
                <a:lnTo>
                  <a:pt x="7966" y="8356"/>
                </a:lnTo>
                <a:cubicBezTo>
                  <a:pt x="8101" y="8356"/>
                  <a:pt x="8212" y="8245"/>
                  <a:pt x="8212" y="8110"/>
                </a:cubicBezTo>
                <a:lnTo>
                  <a:pt x="8212" y="7887"/>
                </a:lnTo>
                <a:cubicBezTo>
                  <a:pt x="8285" y="7808"/>
                  <a:pt x="8325" y="7709"/>
                  <a:pt x="8325" y="7602"/>
                </a:cubicBezTo>
                <a:cubicBezTo>
                  <a:pt x="8325" y="7372"/>
                  <a:pt x="8140" y="7186"/>
                  <a:pt x="7909" y="7186"/>
                </a:cubicBezTo>
                <a:close/>
                <a:moveTo>
                  <a:pt x="8875" y="7170"/>
                </a:moveTo>
                <a:lnTo>
                  <a:pt x="8875" y="7983"/>
                </a:lnTo>
                <a:cubicBezTo>
                  <a:pt x="8875" y="8203"/>
                  <a:pt x="8734" y="8430"/>
                  <a:pt x="8499" y="8430"/>
                </a:cubicBezTo>
                <a:lnTo>
                  <a:pt x="7373" y="8430"/>
                </a:lnTo>
                <a:cubicBezTo>
                  <a:pt x="7149" y="8430"/>
                  <a:pt x="6943" y="8217"/>
                  <a:pt x="6943" y="7983"/>
                </a:cubicBezTo>
                <a:lnTo>
                  <a:pt x="6943" y="7170"/>
                </a:lnTo>
                <a:close/>
                <a:moveTo>
                  <a:pt x="3985" y="0"/>
                </a:moveTo>
                <a:cubicBezTo>
                  <a:pt x="3610" y="0"/>
                  <a:pt x="3306" y="305"/>
                  <a:pt x="3306" y="679"/>
                </a:cubicBezTo>
                <a:cubicBezTo>
                  <a:pt x="3306" y="976"/>
                  <a:pt x="3496" y="1225"/>
                  <a:pt x="3762" y="1319"/>
                </a:cubicBezTo>
                <a:lnTo>
                  <a:pt x="3762" y="1708"/>
                </a:lnTo>
                <a:cubicBezTo>
                  <a:pt x="2941" y="1778"/>
                  <a:pt x="2225" y="2213"/>
                  <a:pt x="1780" y="2854"/>
                </a:cubicBezTo>
                <a:lnTo>
                  <a:pt x="1441" y="2658"/>
                </a:lnTo>
                <a:cubicBezTo>
                  <a:pt x="1493" y="2382"/>
                  <a:pt x="1371" y="2093"/>
                  <a:pt x="1114" y="1944"/>
                </a:cubicBezTo>
                <a:cubicBezTo>
                  <a:pt x="1008" y="1883"/>
                  <a:pt x="892" y="1854"/>
                  <a:pt x="777" y="1854"/>
                </a:cubicBezTo>
                <a:cubicBezTo>
                  <a:pt x="543" y="1854"/>
                  <a:pt x="314" y="1976"/>
                  <a:pt x="188" y="2194"/>
                </a:cubicBezTo>
                <a:cubicBezTo>
                  <a:pt x="2" y="2517"/>
                  <a:pt x="113" y="2932"/>
                  <a:pt x="437" y="3119"/>
                </a:cubicBezTo>
                <a:cubicBezTo>
                  <a:pt x="543" y="3181"/>
                  <a:pt x="660" y="3211"/>
                  <a:pt x="774" y="3211"/>
                </a:cubicBezTo>
                <a:cubicBezTo>
                  <a:pt x="936" y="3211"/>
                  <a:pt x="1094" y="3153"/>
                  <a:pt x="1218" y="3044"/>
                </a:cubicBezTo>
                <a:lnTo>
                  <a:pt x="1557" y="3240"/>
                </a:lnTo>
                <a:cubicBezTo>
                  <a:pt x="1393" y="3589"/>
                  <a:pt x="1300" y="3976"/>
                  <a:pt x="1300" y="4385"/>
                </a:cubicBezTo>
                <a:cubicBezTo>
                  <a:pt x="1300" y="4795"/>
                  <a:pt x="1391" y="5183"/>
                  <a:pt x="1557" y="5530"/>
                </a:cubicBezTo>
                <a:lnTo>
                  <a:pt x="1218" y="5726"/>
                </a:lnTo>
                <a:cubicBezTo>
                  <a:pt x="1095" y="5619"/>
                  <a:pt x="937" y="5561"/>
                  <a:pt x="775" y="5561"/>
                </a:cubicBezTo>
                <a:cubicBezTo>
                  <a:pt x="660" y="5561"/>
                  <a:pt x="543" y="5590"/>
                  <a:pt x="437" y="5652"/>
                </a:cubicBezTo>
                <a:cubicBezTo>
                  <a:pt x="112" y="5839"/>
                  <a:pt x="1" y="6255"/>
                  <a:pt x="188" y="6577"/>
                </a:cubicBezTo>
                <a:cubicBezTo>
                  <a:pt x="280" y="6733"/>
                  <a:pt x="425" y="6847"/>
                  <a:pt x="601" y="6893"/>
                </a:cubicBezTo>
                <a:cubicBezTo>
                  <a:pt x="658" y="6910"/>
                  <a:pt x="718" y="6917"/>
                  <a:pt x="777" y="6917"/>
                </a:cubicBezTo>
                <a:cubicBezTo>
                  <a:pt x="893" y="6917"/>
                  <a:pt x="1010" y="6886"/>
                  <a:pt x="1114" y="6827"/>
                </a:cubicBezTo>
                <a:cubicBezTo>
                  <a:pt x="1371" y="6678"/>
                  <a:pt x="1493" y="6386"/>
                  <a:pt x="1441" y="6111"/>
                </a:cubicBezTo>
                <a:lnTo>
                  <a:pt x="1780" y="5916"/>
                </a:lnTo>
                <a:cubicBezTo>
                  <a:pt x="2225" y="6556"/>
                  <a:pt x="2941" y="6996"/>
                  <a:pt x="3762" y="7063"/>
                </a:cubicBezTo>
                <a:lnTo>
                  <a:pt x="3762" y="7452"/>
                </a:lnTo>
                <a:cubicBezTo>
                  <a:pt x="3498" y="7545"/>
                  <a:pt x="3306" y="7798"/>
                  <a:pt x="3306" y="8092"/>
                </a:cubicBezTo>
                <a:cubicBezTo>
                  <a:pt x="3306" y="8466"/>
                  <a:pt x="3610" y="8770"/>
                  <a:pt x="3985" y="8770"/>
                </a:cubicBezTo>
                <a:cubicBezTo>
                  <a:pt x="4357" y="8770"/>
                  <a:pt x="4662" y="8466"/>
                  <a:pt x="4662" y="8092"/>
                </a:cubicBezTo>
                <a:cubicBezTo>
                  <a:pt x="4662" y="7795"/>
                  <a:pt x="4470" y="7545"/>
                  <a:pt x="4207" y="7450"/>
                </a:cubicBezTo>
                <a:lnTo>
                  <a:pt x="4207" y="7060"/>
                </a:lnTo>
                <a:cubicBezTo>
                  <a:pt x="5582" y="6947"/>
                  <a:pt x="6668" y="5790"/>
                  <a:pt x="6668" y="4385"/>
                </a:cubicBezTo>
                <a:cubicBezTo>
                  <a:pt x="6668" y="3976"/>
                  <a:pt x="6577" y="3586"/>
                  <a:pt x="6413" y="3240"/>
                </a:cubicBezTo>
                <a:lnTo>
                  <a:pt x="6750" y="3044"/>
                </a:lnTo>
                <a:cubicBezTo>
                  <a:pt x="6873" y="3153"/>
                  <a:pt x="7032" y="3211"/>
                  <a:pt x="7194" y="3211"/>
                </a:cubicBezTo>
                <a:cubicBezTo>
                  <a:pt x="7308" y="3211"/>
                  <a:pt x="7425" y="3181"/>
                  <a:pt x="7531" y="3119"/>
                </a:cubicBezTo>
                <a:cubicBezTo>
                  <a:pt x="7856" y="2932"/>
                  <a:pt x="7967" y="2516"/>
                  <a:pt x="7780" y="2194"/>
                </a:cubicBezTo>
                <a:cubicBezTo>
                  <a:pt x="7655" y="1975"/>
                  <a:pt x="7426" y="1853"/>
                  <a:pt x="7191" y="1853"/>
                </a:cubicBezTo>
                <a:cubicBezTo>
                  <a:pt x="7076" y="1853"/>
                  <a:pt x="6960" y="1883"/>
                  <a:pt x="6854" y="1944"/>
                </a:cubicBezTo>
                <a:cubicBezTo>
                  <a:pt x="6598" y="2093"/>
                  <a:pt x="6475" y="2385"/>
                  <a:pt x="6527" y="2658"/>
                </a:cubicBezTo>
                <a:lnTo>
                  <a:pt x="6190" y="2854"/>
                </a:lnTo>
                <a:cubicBezTo>
                  <a:pt x="5744" y="2213"/>
                  <a:pt x="5027" y="1775"/>
                  <a:pt x="4207" y="1708"/>
                </a:cubicBezTo>
                <a:lnTo>
                  <a:pt x="4207" y="1319"/>
                </a:lnTo>
                <a:cubicBezTo>
                  <a:pt x="4470" y="1225"/>
                  <a:pt x="4662" y="973"/>
                  <a:pt x="4662" y="679"/>
                </a:cubicBezTo>
                <a:cubicBezTo>
                  <a:pt x="4662" y="305"/>
                  <a:pt x="4357" y="0"/>
                  <a:pt x="3985" y="0"/>
                </a:cubicBezTo>
                <a:close/>
                <a:moveTo>
                  <a:pt x="7872" y="5319"/>
                </a:moveTo>
                <a:cubicBezTo>
                  <a:pt x="7234" y="5319"/>
                  <a:pt x="6735" y="5775"/>
                  <a:pt x="6735" y="6357"/>
                </a:cubicBezTo>
                <a:lnTo>
                  <a:pt x="6735" y="6739"/>
                </a:lnTo>
                <a:lnTo>
                  <a:pt x="6729" y="6739"/>
                </a:lnTo>
                <a:cubicBezTo>
                  <a:pt x="6610" y="6739"/>
                  <a:pt x="6514" y="6836"/>
                  <a:pt x="6514" y="6954"/>
                </a:cubicBezTo>
                <a:lnTo>
                  <a:pt x="6514" y="7980"/>
                </a:lnTo>
                <a:cubicBezTo>
                  <a:pt x="6514" y="8456"/>
                  <a:pt x="6910" y="8857"/>
                  <a:pt x="7375" y="8857"/>
                </a:cubicBezTo>
                <a:lnTo>
                  <a:pt x="8500" y="8857"/>
                </a:lnTo>
                <a:cubicBezTo>
                  <a:pt x="8953" y="8857"/>
                  <a:pt x="9308" y="8473"/>
                  <a:pt x="9308" y="7980"/>
                </a:cubicBezTo>
                <a:lnTo>
                  <a:pt x="9308" y="6954"/>
                </a:lnTo>
                <a:cubicBezTo>
                  <a:pt x="9308" y="6837"/>
                  <a:pt x="9212" y="6741"/>
                  <a:pt x="9094" y="6739"/>
                </a:cubicBezTo>
                <a:lnTo>
                  <a:pt x="9088" y="6739"/>
                </a:lnTo>
                <a:lnTo>
                  <a:pt x="9088" y="6357"/>
                </a:lnTo>
                <a:cubicBezTo>
                  <a:pt x="9088" y="5765"/>
                  <a:pt x="8621" y="5319"/>
                  <a:pt x="7998" y="5319"/>
                </a:cubicBez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253" name="Google Shape;1253;p139"/>
          <p:cNvSpPr txBox="1"/>
          <p:nvPr/>
        </p:nvSpPr>
        <p:spPr>
          <a:xfrm>
            <a:off x="7106894" y="1937925"/>
            <a:ext cx="529200" cy="178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Public/</a:t>
            </a:r>
            <a:r>
              <a:rPr lang="en" sz="600">
                <a:solidFill>
                  <a:srgbClr val="11567F"/>
                </a:solidFill>
                <a:latin typeface="Arial"/>
                <a:ea typeface="Arial"/>
                <a:cs typeface="Arial"/>
                <a:sym typeface="Arial"/>
              </a:rPr>
              <a:t>Private Data Exchange</a:t>
            </a:r>
            <a:endParaRPr sz="1800">
              <a:solidFill>
                <a:srgbClr val="252525"/>
              </a:solidFill>
              <a:latin typeface="Arial"/>
              <a:ea typeface="Arial"/>
              <a:cs typeface="Arial"/>
              <a:sym typeface="Arial"/>
            </a:endParaRPr>
          </a:p>
        </p:txBody>
      </p:sp>
      <p:sp>
        <p:nvSpPr>
          <p:cNvPr id="1254" name="Google Shape;1254;p139"/>
          <p:cNvSpPr txBox="1"/>
          <p:nvPr/>
        </p:nvSpPr>
        <p:spPr>
          <a:xfrm>
            <a:off x="7766126" y="1625508"/>
            <a:ext cx="10011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Build Data Supply Chain with your Business Partners Cross-Region, Cross-Cloud</a:t>
            </a:r>
            <a:endParaRPr sz="600">
              <a:solidFill>
                <a:srgbClr val="105780"/>
              </a:solidFill>
            </a:endParaRPr>
          </a:p>
        </p:txBody>
      </p:sp>
      <p:sp>
        <p:nvSpPr>
          <p:cNvPr id="1255" name="Google Shape;1255;p139"/>
          <p:cNvSpPr txBox="1"/>
          <p:nvPr/>
        </p:nvSpPr>
        <p:spPr>
          <a:xfrm>
            <a:off x="7173921" y="4576162"/>
            <a:ext cx="1268100" cy="26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600">
                <a:solidFill>
                  <a:srgbClr val="105780"/>
                </a:solidFill>
              </a:rPr>
              <a:t>Snowflake Data Products</a:t>
            </a:r>
            <a:endParaRPr/>
          </a:p>
        </p:txBody>
      </p:sp>
      <p:sp>
        <p:nvSpPr>
          <p:cNvPr id="1256" name="Google Shape;1256;p139"/>
          <p:cNvSpPr/>
          <p:nvPr/>
        </p:nvSpPr>
        <p:spPr>
          <a:xfrm>
            <a:off x="7167239" y="991831"/>
            <a:ext cx="330043" cy="178157"/>
          </a:xfrm>
          <a:custGeom>
            <a:rect b="b" l="l" r="r" t="t"/>
            <a:pathLst>
              <a:path extrusionOk="0" h="4876" w="9033">
                <a:moveTo>
                  <a:pt x="4516" y="818"/>
                </a:moveTo>
                <a:cubicBezTo>
                  <a:pt x="4409" y="818"/>
                  <a:pt x="4323" y="904"/>
                  <a:pt x="4323" y="1011"/>
                </a:cubicBezTo>
                <a:lnTo>
                  <a:pt x="4323" y="1346"/>
                </a:lnTo>
                <a:cubicBezTo>
                  <a:pt x="4323" y="1453"/>
                  <a:pt x="4409" y="1539"/>
                  <a:pt x="4516" y="1539"/>
                </a:cubicBezTo>
                <a:cubicBezTo>
                  <a:pt x="4624" y="1539"/>
                  <a:pt x="4709" y="1452"/>
                  <a:pt x="4709" y="1346"/>
                </a:cubicBezTo>
                <a:lnTo>
                  <a:pt x="4709" y="1011"/>
                </a:lnTo>
                <a:cubicBezTo>
                  <a:pt x="4709" y="904"/>
                  <a:pt x="4624" y="818"/>
                  <a:pt x="4516" y="818"/>
                </a:cubicBezTo>
                <a:close/>
                <a:moveTo>
                  <a:pt x="3028" y="1141"/>
                </a:moveTo>
                <a:cubicBezTo>
                  <a:pt x="3001" y="1141"/>
                  <a:pt x="2973" y="1147"/>
                  <a:pt x="2946" y="1159"/>
                </a:cubicBezTo>
                <a:cubicBezTo>
                  <a:pt x="2850" y="1204"/>
                  <a:pt x="2808" y="1318"/>
                  <a:pt x="2853" y="1414"/>
                </a:cubicBezTo>
                <a:lnTo>
                  <a:pt x="2997" y="1719"/>
                </a:lnTo>
                <a:cubicBezTo>
                  <a:pt x="3029" y="1790"/>
                  <a:pt x="3098" y="1830"/>
                  <a:pt x="3170" y="1830"/>
                </a:cubicBezTo>
                <a:cubicBezTo>
                  <a:pt x="3199" y="1830"/>
                  <a:pt x="3227" y="1824"/>
                  <a:pt x="3252" y="1812"/>
                </a:cubicBezTo>
                <a:cubicBezTo>
                  <a:pt x="3349" y="1768"/>
                  <a:pt x="3390" y="1652"/>
                  <a:pt x="3346" y="1556"/>
                </a:cubicBezTo>
                <a:lnTo>
                  <a:pt x="3202" y="1251"/>
                </a:lnTo>
                <a:cubicBezTo>
                  <a:pt x="3169" y="1181"/>
                  <a:pt x="3100" y="1141"/>
                  <a:pt x="3028" y="1141"/>
                </a:cubicBezTo>
                <a:close/>
                <a:moveTo>
                  <a:pt x="5999" y="1165"/>
                </a:moveTo>
                <a:cubicBezTo>
                  <a:pt x="5927" y="1165"/>
                  <a:pt x="5858" y="1205"/>
                  <a:pt x="5825" y="1275"/>
                </a:cubicBezTo>
                <a:lnTo>
                  <a:pt x="5681" y="1579"/>
                </a:lnTo>
                <a:cubicBezTo>
                  <a:pt x="5637" y="1676"/>
                  <a:pt x="5678" y="1792"/>
                  <a:pt x="5775" y="1836"/>
                </a:cubicBezTo>
                <a:cubicBezTo>
                  <a:pt x="5800" y="1848"/>
                  <a:pt x="5828" y="1854"/>
                  <a:pt x="5857" y="1854"/>
                </a:cubicBezTo>
                <a:cubicBezTo>
                  <a:pt x="5929" y="1854"/>
                  <a:pt x="5998" y="1814"/>
                  <a:pt x="6030" y="1743"/>
                </a:cubicBezTo>
                <a:lnTo>
                  <a:pt x="6174" y="1438"/>
                </a:lnTo>
                <a:cubicBezTo>
                  <a:pt x="6220" y="1342"/>
                  <a:pt x="6177" y="1227"/>
                  <a:pt x="6081" y="1183"/>
                </a:cubicBezTo>
                <a:cubicBezTo>
                  <a:pt x="6054" y="1171"/>
                  <a:pt x="6026" y="1165"/>
                  <a:pt x="5999" y="1165"/>
                </a:cubicBezTo>
                <a:close/>
                <a:moveTo>
                  <a:pt x="1819" y="2066"/>
                </a:moveTo>
                <a:cubicBezTo>
                  <a:pt x="1763" y="2066"/>
                  <a:pt x="1708" y="2089"/>
                  <a:pt x="1671" y="2135"/>
                </a:cubicBezTo>
                <a:cubicBezTo>
                  <a:pt x="1604" y="2216"/>
                  <a:pt x="1616" y="2337"/>
                  <a:pt x="1697" y="2406"/>
                </a:cubicBezTo>
                <a:lnTo>
                  <a:pt x="1954" y="2622"/>
                </a:lnTo>
                <a:cubicBezTo>
                  <a:pt x="1990" y="2651"/>
                  <a:pt x="2034" y="2666"/>
                  <a:pt x="2077" y="2666"/>
                </a:cubicBezTo>
                <a:cubicBezTo>
                  <a:pt x="2132" y="2666"/>
                  <a:pt x="2189" y="2641"/>
                  <a:pt x="2226" y="2595"/>
                </a:cubicBezTo>
                <a:cubicBezTo>
                  <a:pt x="2293" y="2513"/>
                  <a:pt x="2281" y="2393"/>
                  <a:pt x="2199" y="2325"/>
                </a:cubicBezTo>
                <a:lnTo>
                  <a:pt x="1942" y="2109"/>
                </a:lnTo>
                <a:cubicBezTo>
                  <a:pt x="1906" y="2080"/>
                  <a:pt x="1862" y="2066"/>
                  <a:pt x="1819" y="2066"/>
                </a:cubicBezTo>
                <a:close/>
                <a:moveTo>
                  <a:pt x="7194" y="2107"/>
                </a:moveTo>
                <a:cubicBezTo>
                  <a:pt x="7151" y="2107"/>
                  <a:pt x="7108" y="2121"/>
                  <a:pt x="7073" y="2151"/>
                </a:cubicBezTo>
                <a:lnTo>
                  <a:pt x="6814" y="2365"/>
                </a:lnTo>
                <a:cubicBezTo>
                  <a:pt x="6733" y="2432"/>
                  <a:pt x="6719" y="2555"/>
                  <a:pt x="6788" y="2637"/>
                </a:cubicBezTo>
                <a:cubicBezTo>
                  <a:pt x="6828" y="2683"/>
                  <a:pt x="6881" y="2706"/>
                  <a:pt x="6936" y="2706"/>
                </a:cubicBezTo>
                <a:cubicBezTo>
                  <a:pt x="6979" y="2706"/>
                  <a:pt x="7024" y="2692"/>
                  <a:pt x="7059" y="2662"/>
                </a:cubicBezTo>
                <a:lnTo>
                  <a:pt x="7318" y="2448"/>
                </a:lnTo>
                <a:cubicBezTo>
                  <a:pt x="7399" y="2381"/>
                  <a:pt x="7411" y="2259"/>
                  <a:pt x="7343" y="2178"/>
                </a:cubicBezTo>
                <a:cubicBezTo>
                  <a:pt x="7305" y="2131"/>
                  <a:pt x="7250" y="2107"/>
                  <a:pt x="7194" y="2107"/>
                </a:cubicBezTo>
                <a:close/>
                <a:moveTo>
                  <a:pt x="1116" y="3420"/>
                </a:moveTo>
                <a:cubicBezTo>
                  <a:pt x="1031" y="3420"/>
                  <a:pt x="954" y="3479"/>
                  <a:pt x="933" y="3565"/>
                </a:cubicBezTo>
                <a:cubicBezTo>
                  <a:pt x="904" y="3666"/>
                  <a:pt x="967" y="3773"/>
                  <a:pt x="1069" y="3798"/>
                </a:cubicBezTo>
                <a:lnTo>
                  <a:pt x="1394" y="3881"/>
                </a:lnTo>
                <a:cubicBezTo>
                  <a:pt x="1411" y="3885"/>
                  <a:pt x="1426" y="3887"/>
                  <a:pt x="1442" y="3887"/>
                </a:cubicBezTo>
                <a:cubicBezTo>
                  <a:pt x="1528" y="3887"/>
                  <a:pt x="1605" y="3829"/>
                  <a:pt x="1627" y="3743"/>
                </a:cubicBezTo>
                <a:cubicBezTo>
                  <a:pt x="1656" y="3639"/>
                  <a:pt x="1593" y="3535"/>
                  <a:pt x="1491" y="3510"/>
                </a:cubicBezTo>
                <a:lnTo>
                  <a:pt x="1166" y="3427"/>
                </a:lnTo>
                <a:cubicBezTo>
                  <a:pt x="1149" y="3422"/>
                  <a:pt x="1133" y="3420"/>
                  <a:pt x="1116" y="3420"/>
                </a:cubicBezTo>
                <a:close/>
                <a:moveTo>
                  <a:pt x="7875" y="3471"/>
                </a:moveTo>
                <a:cubicBezTo>
                  <a:pt x="7859" y="3471"/>
                  <a:pt x="7843" y="3473"/>
                  <a:pt x="7827" y="3477"/>
                </a:cubicBezTo>
                <a:lnTo>
                  <a:pt x="7503" y="3560"/>
                </a:lnTo>
                <a:cubicBezTo>
                  <a:pt x="7401" y="3587"/>
                  <a:pt x="7337" y="3691"/>
                  <a:pt x="7365" y="3792"/>
                </a:cubicBezTo>
                <a:cubicBezTo>
                  <a:pt x="7388" y="3880"/>
                  <a:pt x="7466" y="3937"/>
                  <a:pt x="7551" y="3937"/>
                </a:cubicBezTo>
                <a:cubicBezTo>
                  <a:pt x="7567" y="3937"/>
                  <a:pt x="7582" y="3936"/>
                  <a:pt x="7600" y="3931"/>
                </a:cubicBezTo>
                <a:lnTo>
                  <a:pt x="7924" y="3848"/>
                </a:lnTo>
                <a:cubicBezTo>
                  <a:pt x="8026" y="3822"/>
                  <a:pt x="8087" y="3716"/>
                  <a:pt x="8062" y="3614"/>
                </a:cubicBezTo>
                <a:cubicBezTo>
                  <a:pt x="8039" y="3529"/>
                  <a:pt x="7961" y="3471"/>
                  <a:pt x="7875" y="3471"/>
                </a:cubicBezTo>
                <a:close/>
                <a:moveTo>
                  <a:pt x="4516" y="3492"/>
                </a:moveTo>
                <a:cubicBezTo>
                  <a:pt x="4946" y="3492"/>
                  <a:pt x="5310" y="3770"/>
                  <a:pt x="5448" y="4154"/>
                </a:cubicBezTo>
                <a:lnTo>
                  <a:pt x="3586" y="4154"/>
                </a:lnTo>
                <a:cubicBezTo>
                  <a:pt x="3721" y="3770"/>
                  <a:pt x="4085" y="3492"/>
                  <a:pt x="4516" y="3492"/>
                </a:cubicBezTo>
                <a:close/>
                <a:moveTo>
                  <a:pt x="4519" y="724"/>
                </a:moveTo>
                <a:cubicBezTo>
                  <a:pt x="6489" y="724"/>
                  <a:pt x="8112" y="2231"/>
                  <a:pt x="8293" y="4154"/>
                </a:cubicBezTo>
                <a:lnTo>
                  <a:pt x="5919" y="4154"/>
                </a:lnTo>
                <a:cubicBezTo>
                  <a:pt x="5886" y="4010"/>
                  <a:pt x="5828" y="3874"/>
                  <a:pt x="5754" y="3750"/>
                </a:cubicBezTo>
                <a:lnTo>
                  <a:pt x="6557" y="3107"/>
                </a:lnTo>
                <a:cubicBezTo>
                  <a:pt x="6655" y="3030"/>
                  <a:pt x="6672" y="2886"/>
                  <a:pt x="6593" y="2790"/>
                </a:cubicBezTo>
                <a:cubicBezTo>
                  <a:pt x="6548" y="2734"/>
                  <a:pt x="6482" y="2705"/>
                  <a:pt x="6415" y="2705"/>
                </a:cubicBezTo>
                <a:cubicBezTo>
                  <a:pt x="6366" y="2705"/>
                  <a:pt x="6316" y="2721"/>
                  <a:pt x="6275" y="2754"/>
                </a:cubicBezTo>
                <a:lnTo>
                  <a:pt x="5465" y="3403"/>
                </a:lnTo>
                <a:cubicBezTo>
                  <a:pt x="5211" y="3180"/>
                  <a:pt x="4881" y="3041"/>
                  <a:pt x="4517" y="3041"/>
                </a:cubicBezTo>
                <a:cubicBezTo>
                  <a:pt x="3834" y="3041"/>
                  <a:pt x="3265" y="3517"/>
                  <a:pt x="3117" y="4156"/>
                </a:cubicBezTo>
                <a:lnTo>
                  <a:pt x="741" y="4156"/>
                </a:lnTo>
                <a:cubicBezTo>
                  <a:pt x="922" y="2233"/>
                  <a:pt x="2547" y="724"/>
                  <a:pt x="4519" y="724"/>
                </a:cubicBezTo>
                <a:close/>
                <a:moveTo>
                  <a:pt x="4516" y="1"/>
                </a:moveTo>
                <a:cubicBezTo>
                  <a:pt x="2027" y="1"/>
                  <a:pt x="0" y="2025"/>
                  <a:pt x="0" y="4517"/>
                </a:cubicBezTo>
                <a:cubicBezTo>
                  <a:pt x="0" y="4716"/>
                  <a:pt x="162" y="4876"/>
                  <a:pt x="359" y="4876"/>
                </a:cubicBezTo>
                <a:lnTo>
                  <a:pt x="8669" y="4876"/>
                </a:lnTo>
                <a:cubicBezTo>
                  <a:pt x="8867" y="4876"/>
                  <a:pt x="9028" y="4716"/>
                  <a:pt x="9028" y="4517"/>
                </a:cubicBezTo>
                <a:cubicBezTo>
                  <a:pt x="9033" y="2025"/>
                  <a:pt x="7007" y="1"/>
                  <a:pt x="451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257" name="Google Shape;1257;p139"/>
          <p:cNvSpPr txBox="1"/>
          <p:nvPr/>
        </p:nvSpPr>
        <p:spPr>
          <a:xfrm>
            <a:off x="6838226" y="3835374"/>
            <a:ext cx="4674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S</a:t>
            </a:r>
            <a:r>
              <a:rPr lang="en" sz="600">
                <a:solidFill>
                  <a:srgbClr val="105780"/>
                </a:solidFill>
                <a:latin typeface="Arial"/>
                <a:ea typeface="Arial"/>
                <a:cs typeface="Arial"/>
                <a:sym typeface="Arial"/>
              </a:rPr>
              <a:t>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1258" name="Google Shape;1258;p139"/>
          <p:cNvSpPr txBox="1"/>
          <p:nvPr/>
        </p:nvSpPr>
        <p:spPr>
          <a:xfrm>
            <a:off x="7471529" y="3835374"/>
            <a:ext cx="6162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Semi-Structured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1259" name="Google Shape;1259;p139"/>
          <p:cNvSpPr txBox="1"/>
          <p:nvPr/>
        </p:nvSpPr>
        <p:spPr>
          <a:xfrm>
            <a:off x="8142525" y="3817440"/>
            <a:ext cx="536100" cy="2493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rgbClr val="105780"/>
              </a:buClr>
              <a:buSzPts val="600"/>
              <a:buFont typeface="Arial"/>
              <a:buNone/>
            </a:pPr>
            <a:r>
              <a:rPr lang="en" sz="600">
                <a:solidFill>
                  <a:srgbClr val="105780"/>
                </a:solidFill>
              </a:rPr>
              <a:t>Unstructured </a:t>
            </a:r>
            <a:br>
              <a:rPr lang="en" sz="600">
                <a:solidFill>
                  <a:srgbClr val="105780"/>
                </a:solidFill>
              </a:rPr>
            </a:br>
            <a:r>
              <a:rPr lang="en" sz="600">
                <a:solidFill>
                  <a:srgbClr val="105780"/>
                </a:solidFill>
              </a:rPr>
              <a:t>Data</a:t>
            </a:r>
            <a:endParaRPr/>
          </a:p>
          <a:p>
            <a:pPr indent="0" lvl="0" marL="0" marR="0" rtl="0" algn="l">
              <a:lnSpc>
                <a:spcPct val="90000"/>
              </a:lnSpc>
              <a:spcBef>
                <a:spcPts val="0"/>
              </a:spcBef>
              <a:spcAft>
                <a:spcPts val="0"/>
              </a:spcAft>
              <a:buClr>
                <a:srgbClr val="105780"/>
              </a:buClr>
              <a:buSzPts val="600"/>
              <a:buFont typeface="Arial"/>
              <a:buNone/>
            </a:pPr>
            <a:r>
              <a:t/>
            </a:r>
            <a:endParaRPr sz="600">
              <a:solidFill>
                <a:srgbClr val="105780"/>
              </a:solidFill>
            </a:endParaRPr>
          </a:p>
        </p:txBody>
      </p:sp>
      <p:sp>
        <p:nvSpPr>
          <p:cNvPr id="1260" name="Google Shape;1260;p139"/>
          <p:cNvSpPr/>
          <p:nvPr/>
        </p:nvSpPr>
        <p:spPr>
          <a:xfrm>
            <a:off x="6976600" y="3592038"/>
            <a:ext cx="190652" cy="198027"/>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pic>
        <p:nvPicPr>
          <p:cNvPr descr="Image" id="1261" name="Google Shape;1261;p139"/>
          <p:cNvPicPr preferRelativeResize="0"/>
          <p:nvPr/>
        </p:nvPicPr>
        <p:blipFill rotWithShape="1">
          <a:blip r:embed="rId4">
            <a:alphaModFix/>
          </a:blip>
          <a:srcRect b="0" l="0" r="0" t="0"/>
          <a:stretch/>
        </p:blipFill>
        <p:spPr>
          <a:xfrm>
            <a:off x="8315256" y="3591975"/>
            <a:ext cx="190612" cy="198150"/>
          </a:xfrm>
          <a:prstGeom prst="rect">
            <a:avLst/>
          </a:prstGeom>
          <a:noFill/>
          <a:ln>
            <a:noFill/>
          </a:ln>
        </p:spPr>
      </p:pic>
      <p:sp>
        <p:nvSpPr>
          <p:cNvPr id="1262" name="Google Shape;1262;p139"/>
          <p:cNvSpPr/>
          <p:nvPr/>
        </p:nvSpPr>
        <p:spPr>
          <a:xfrm>
            <a:off x="7645928" y="3591976"/>
            <a:ext cx="190652" cy="198027"/>
          </a:xfrm>
          <a:custGeom>
            <a:rect b="b" l="l" r="r" t="t"/>
            <a:pathLst>
              <a:path extrusionOk="0" h="295563" w="256770">
                <a:moveTo>
                  <a:pt x="0" y="239314"/>
                </a:moveTo>
                <a:cubicBezTo>
                  <a:pt x="0" y="276260"/>
                  <a:pt x="64655" y="295564"/>
                  <a:pt x="128385" y="295564"/>
                </a:cubicBezTo>
                <a:cubicBezTo>
                  <a:pt x="192116" y="295564"/>
                  <a:pt x="256771" y="276260"/>
                  <a:pt x="256771" y="239314"/>
                </a:cubicBezTo>
                <a:lnTo>
                  <a:pt x="256771" y="56249"/>
                </a:lnTo>
                <a:cubicBezTo>
                  <a:pt x="256771" y="19304"/>
                  <a:pt x="192116" y="0"/>
                  <a:pt x="128385" y="0"/>
                </a:cubicBezTo>
                <a:cubicBezTo>
                  <a:pt x="64655" y="0"/>
                  <a:pt x="0" y="19304"/>
                  <a:pt x="0" y="56249"/>
                </a:cubicBezTo>
                <a:close/>
                <a:moveTo>
                  <a:pt x="83127" y="229431"/>
                </a:moveTo>
                <a:cubicBezTo>
                  <a:pt x="72160" y="227651"/>
                  <a:pt x="61373" y="224900"/>
                  <a:pt x="50892" y="221211"/>
                </a:cubicBezTo>
                <a:lnTo>
                  <a:pt x="50892" y="188145"/>
                </a:lnTo>
                <a:cubicBezTo>
                  <a:pt x="61405" y="191658"/>
                  <a:pt x="72186" y="194315"/>
                  <a:pt x="83127" y="196088"/>
                </a:cubicBezTo>
                <a:close/>
                <a:moveTo>
                  <a:pt x="83127" y="186759"/>
                </a:moveTo>
                <a:cubicBezTo>
                  <a:pt x="72172" y="184967"/>
                  <a:pt x="61388" y="182247"/>
                  <a:pt x="50892" y="178631"/>
                </a:cubicBezTo>
                <a:lnTo>
                  <a:pt x="50892" y="146212"/>
                </a:lnTo>
                <a:cubicBezTo>
                  <a:pt x="61415" y="149605"/>
                  <a:pt x="72195" y="152138"/>
                  <a:pt x="83127" y="153785"/>
                </a:cubicBezTo>
                <a:close/>
                <a:moveTo>
                  <a:pt x="83127" y="144641"/>
                </a:moveTo>
                <a:cubicBezTo>
                  <a:pt x="72174" y="142881"/>
                  <a:pt x="61390" y="140192"/>
                  <a:pt x="50892" y="136606"/>
                </a:cubicBezTo>
                <a:lnTo>
                  <a:pt x="50892" y="102616"/>
                </a:lnTo>
                <a:cubicBezTo>
                  <a:pt x="61365" y="106396"/>
                  <a:pt x="72153" y="109238"/>
                  <a:pt x="83127" y="111113"/>
                </a:cubicBezTo>
                <a:close/>
                <a:moveTo>
                  <a:pt x="124229" y="190823"/>
                </a:moveTo>
                <a:cubicBezTo>
                  <a:pt x="113449" y="190655"/>
                  <a:pt x="102688" y="189884"/>
                  <a:pt x="91994" y="188514"/>
                </a:cubicBezTo>
                <a:lnTo>
                  <a:pt x="91994" y="155079"/>
                </a:lnTo>
                <a:cubicBezTo>
                  <a:pt x="102692" y="156384"/>
                  <a:pt x="113453" y="157093"/>
                  <a:pt x="124229" y="157203"/>
                </a:cubicBezTo>
                <a:close/>
                <a:moveTo>
                  <a:pt x="165331" y="231186"/>
                </a:moveTo>
                <a:cubicBezTo>
                  <a:pt x="154640" y="232571"/>
                  <a:pt x="143876" y="233311"/>
                  <a:pt x="133096" y="233403"/>
                </a:cubicBezTo>
                <a:lnTo>
                  <a:pt x="133096" y="199505"/>
                </a:lnTo>
                <a:cubicBezTo>
                  <a:pt x="143876" y="199410"/>
                  <a:pt x="154640" y="198670"/>
                  <a:pt x="165331" y="197289"/>
                </a:cubicBezTo>
                <a:close/>
                <a:moveTo>
                  <a:pt x="206433" y="261481"/>
                </a:moveTo>
                <a:cubicBezTo>
                  <a:pt x="195962" y="265205"/>
                  <a:pt x="185172" y="267956"/>
                  <a:pt x="174198" y="269702"/>
                </a:cubicBezTo>
                <a:lnTo>
                  <a:pt x="174198" y="238668"/>
                </a:lnTo>
                <a:cubicBezTo>
                  <a:pt x="185126" y="236913"/>
                  <a:pt x="195903" y="234319"/>
                  <a:pt x="206433" y="230909"/>
                </a:cubicBezTo>
                <a:close/>
                <a:moveTo>
                  <a:pt x="206433" y="179001"/>
                </a:moveTo>
                <a:cubicBezTo>
                  <a:pt x="195937" y="182617"/>
                  <a:pt x="185153" y="185336"/>
                  <a:pt x="174198" y="187129"/>
                </a:cubicBezTo>
                <a:lnTo>
                  <a:pt x="174198" y="153785"/>
                </a:lnTo>
                <a:cubicBezTo>
                  <a:pt x="185128" y="152128"/>
                  <a:pt x="195908" y="149595"/>
                  <a:pt x="206433" y="146212"/>
                </a:cubicBezTo>
                <a:close/>
                <a:moveTo>
                  <a:pt x="206433" y="136975"/>
                </a:moveTo>
                <a:cubicBezTo>
                  <a:pt x="195935" y="140562"/>
                  <a:pt x="185151" y="143250"/>
                  <a:pt x="174198" y="145011"/>
                </a:cubicBezTo>
                <a:lnTo>
                  <a:pt x="174198" y="111113"/>
                </a:lnTo>
                <a:cubicBezTo>
                  <a:pt x="185172" y="109238"/>
                  <a:pt x="195960" y="106396"/>
                  <a:pt x="206433" y="102616"/>
                </a:cubicBezTo>
                <a:close/>
                <a:moveTo>
                  <a:pt x="234142" y="239684"/>
                </a:moveTo>
                <a:cubicBezTo>
                  <a:pt x="234142" y="245225"/>
                  <a:pt x="227307" y="251876"/>
                  <a:pt x="214838" y="257695"/>
                </a:cubicBezTo>
                <a:lnTo>
                  <a:pt x="214838" y="227492"/>
                </a:lnTo>
                <a:cubicBezTo>
                  <a:pt x="221836" y="224851"/>
                  <a:pt x="228476" y="221345"/>
                  <a:pt x="234604" y="217055"/>
                </a:cubicBezTo>
                <a:close/>
                <a:moveTo>
                  <a:pt x="234142" y="121551"/>
                </a:moveTo>
                <a:cubicBezTo>
                  <a:pt x="228425" y="126607"/>
                  <a:pt x="221900" y="130666"/>
                  <a:pt x="214838" y="133558"/>
                </a:cubicBezTo>
                <a:lnTo>
                  <a:pt x="214838" y="99106"/>
                </a:lnTo>
                <a:lnTo>
                  <a:pt x="219456" y="96797"/>
                </a:lnTo>
                <a:cubicBezTo>
                  <a:pt x="224556" y="94764"/>
                  <a:pt x="229470" y="92292"/>
                  <a:pt x="234142" y="89408"/>
                </a:cubicBezTo>
                <a:close/>
                <a:moveTo>
                  <a:pt x="128385" y="22537"/>
                </a:moveTo>
                <a:cubicBezTo>
                  <a:pt x="193040" y="22537"/>
                  <a:pt x="234604" y="42487"/>
                  <a:pt x="234604" y="56249"/>
                </a:cubicBezTo>
                <a:cubicBezTo>
                  <a:pt x="234604" y="70012"/>
                  <a:pt x="193040" y="89962"/>
                  <a:pt x="128385" y="89962"/>
                </a:cubicBezTo>
                <a:cubicBezTo>
                  <a:pt x="63731" y="89962"/>
                  <a:pt x="22167" y="70012"/>
                  <a:pt x="22167" y="56249"/>
                </a:cubicBezTo>
                <a:cubicBezTo>
                  <a:pt x="22167" y="42487"/>
                  <a:pt x="63731" y="22537"/>
                  <a:pt x="128385" y="22537"/>
                </a:cubicBezTo>
                <a:close/>
                <a:moveTo>
                  <a:pt x="22167" y="89408"/>
                </a:moveTo>
                <a:cubicBezTo>
                  <a:pt x="26817" y="92274"/>
                  <a:pt x="31699" y="94746"/>
                  <a:pt x="36761" y="96797"/>
                </a:cubicBezTo>
                <a:lnTo>
                  <a:pt x="41471" y="99106"/>
                </a:lnTo>
                <a:lnTo>
                  <a:pt x="41471" y="133188"/>
                </a:lnTo>
                <a:cubicBezTo>
                  <a:pt x="34432" y="130291"/>
                  <a:pt x="27912" y="126267"/>
                  <a:pt x="22167" y="121273"/>
                </a:cubicBezTo>
                <a:close/>
                <a:moveTo>
                  <a:pt x="22167" y="174475"/>
                </a:moveTo>
                <a:cubicBezTo>
                  <a:pt x="28183" y="178678"/>
                  <a:pt x="34660" y="182181"/>
                  <a:pt x="41471" y="184912"/>
                </a:cubicBezTo>
                <a:lnTo>
                  <a:pt x="41471" y="217701"/>
                </a:lnTo>
                <a:cubicBezTo>
                  <a:pt x="34421" y="214746"/>
                  <a:pt x="27900" y="210659"/>
                  <a:pt x="22167" y="205601"/>
                </a:cubicBezTo>
                <a:close/>
                <a:moveTo>
                  <a:pt x="22167" y="217055"/>
                </a:moveTo>
                <a:cubicBezTo>
                  <a:pt x="28161" y="221293"/>
                  <a:pt x="34642" y="224796"/>
                  <a:pt x="41471" y="227492"/>
                </a:cubicBezTo>
                <a:lnTo>
                  <a:pt x="41471" y="257325"/>
                </a:lnTo>
                <a:cubicBezTo>
                  <a:pt x="29372" y="251506"/>
                  <a:pt x="22167" y="244764"/>
                  <a:pt x="22167" y="23931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sp>
        <p:nvSpPr>
          <p:cNvPr id="1263" name="Google Shape;1263;p139"/>
          <p:cNvSpPr/>
          <p:nvPr/>
        </p:nvSpPr>
        <p:spPr>
          <a:xfrm>
            <a:off x="194275" y="728575"/>
            <a:ext cx="3190200" cy="1326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Supported Source Systems for BDC Copy</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lang="en" sz="800">
                <a:solidFill>
                  <a:schemeClr val="dk1"/>
                </a:solidFill>
              </a:rPr>
              <a:t>ECC</a:t>
            </a:r>
            <a:endParaRPr sz="800">
              <a:solidFill>
                <a:schemeClr val="dk1"/>
              </a:solidFill>
            </a:endParaRPr>
          </a:p>
          <a:p>
            <a:pPr indent="0" lvl="0" marL="0" rtl="0" algn="l">
              <a:spcBef>
                <a:spcPts val="0"/>
              </a:spcBef>
              <a:spcAft>
                <a:spcPts val="0"/>
              </a:spcAft>
              <a:buNone/>
            </a:pPr>
            <a:r>
              <a:rPr lang="en" sz="800">
                <a:solidFill>
                  <a:schemeClr val="dk1"/>
                </a:solidFill>
              </a:rPr>
              <a:t>S/4 Hana on-premise</a:t>
            </a:r>
            <a:endParaRPr sz="800">
              <a:solidFill>
                <a:schemeClr val="dk1"/>
              </a:solidFill>
            </a:endParaRPr>
          </a:p>
          <a:p>
            <a:pPr indent="0" lvl="0" marL="0" rtl="0" algn="l">
              <a:spcBef>
                <a:spcPts val="0"/>
              </a:spcBef>
              <a:spcAft>
                <a:spcPts val="0"/>
              </a:spcAft>
              <a:buNone/>
            </a:pPr>
            <a:r>
              <a:rPr lang="en" sz="800">
                <a:solidFill>
                  <a:schemeClr val="dk1"/>
                </a:solidFill>
              </a:rPr>
              <a:t>S/4 Hana Private Cloud Edition</a:t>
            </a:r>
            <a:endParaRPr sz="800">
              <a:solidFill>
                <a:schemeClr val="dk1"/>
              </a:solidFill>
            </a:endParaRPr>
          </a:p>
          <a:p>
            <a:pPr indent="0" lvl="0" marL="0" rtl="0" algn="l">
              <a:spcBef>
                <a:spcPts val="0"/>
              </a:spcBef>
              <a:spcAft>
                <a:spcPts val="0"/>
              </a:spcAft>
              <a:buNone/>
            </a:pPr>
            <a:r>
              <a:rPr lang="en" sz="800">
                <a:solidFill>
                  <a:schemeClr val="dk1"/>
                </a:solidFill>
              </a:rPr>
              <a:t>S/4 Hana Public Cloud Edition</a:t>
            </a:r>
            <a:endParaRPr sz="800">
              <a:solidFill>
                <a:schemeClr val="dk1"/>
              </a:solidFill>
            </a:endParaRPr>
          </a:p>
          <a:p>
            <a:pPr indent="0" lvl="0" marL="0" rtl="0" algn="l">
              <a:spcBef>
                <a:spcPts val="0"/>
              </a:spcBef>
              <a:spcAft>
                <a:spcPts val="0"/>
              </a:spcAft>
              <a:buNone/>
            </a:pPr>
            <a:r>
              <a:rPr lang="en" sz="800">
                <a:solidFill>
                  <a:schemeClr val="dk1"/>
                </a:solidFill>
              </a:rPr>
              <a:t>SuccessFactors</a:t>
            </a:r>
            <a:endParaRPr sz="800">
              <a:solidFill>
                <a:schemeClr val="dk1"/>
              </a:solidFill>
            </a:endParaRPr>
          </a:p>
          <a:p>
            <a:pPr indent="0" lvl="0" marL="0" rtl="0" algn="l">
              <a:spcBef>
                <a:spcPts val="0"/>
              </a:spcBef>
              <a:spcAft>
                <a:spcPts val="0"/>
              </a:spcAft>
              <a:buNone/>
            </a:pPr>
            <a:r>
              <a:rPr lang="en" sz="800">
                <a:solidFill>
                  <a:schemeClr val="dk1"/>
                </a:solidFill>
              </a:rPr>
              <a:t>Ariba</a:t>
            </a:r>
            <a:endParaRPr sz="800">
              <a:solidFill>
                <a:schemeClr val="dk1"/>
              </a:solidFill>
            </a:endParaRPr>
          </a:p>
        </p:txBody>
      </p:sp>
      <p:sp>
        <p:nvSpPr>
          <p:cNvPr id="1264" name="Google Shape;1264;p139"/>
          <p:cNvSpPr/>
          <p:nvPr/>
        </p:nvSpPr>
        <p:spPr>
          <a:xfrm>
            <a:off x="194275" y="2142325"/>
            <a:ext cx="3190200" cy="2856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Support Source Systems for BDC Zero Copy (available flows in parentheses)</a:t>
            </a:r>
            <a:br>
              <a:rPr b="1" lang="en" sz="800">
                <a:solidFill>
                  <a:schemeClr val="dk1"/>
                </a:solidFill>
              </a:rPr>
            </a:b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en" sz="800">
                <a:solidFill>
                  <a:schemeClr val="dk1"/>
                </a:solidFill>
              </a:rPr>
              <a:t>S/4 Hana on-premise (Custom, BW PCE)</a:t>
            </a:r>
            <a:endParaRPr sz="800">
              <a:solidFill>
                <a:schemeClr val="dk1"/>
              </a:solidFill>
            </a:endParaRPr>
          </a:p>
          <a:p>
            <a:pPr indent="0" lvl="0" marL="0" rtl="0" algn="l">
              <a:spcBef>
                <a:spcPts val="0"/>
              </a:spcBef>
              <a:spcAft>
                <a:spcPts val="0"/>
              </a:spcAft>
              <a:buNone/>
            </a:pPr>
            <a:r>
              <a:rPr b="1" lang="en" sz="800">
                <a:solidFill>
                  <a:schemeClr val="dk1"/>
                </a:solidFill>
              </a:rPr>
              <a:t>S/4 Hana Private Cloud Edition (Managed, Custom, BW PCE)</a:t>
            </a:r>
            <a:endParaRPr b="1" sz="800">
              <a:solidFill>
                <a:schemeClr val="dk1"/>
              </a:solidFill>
            </a:endParaRPr>
          </a:p>
          <a:p>
            <a:pPr indent="0" lvl="0" marL="0" rtl="0" algn="l">
              <a:spcBef>
                <a:spcPts val="0"/>
              </a:spcBef>
              <a:spcAft>
                <a:spcPts val="0"/>
              </a:spcAft>
              <a:buNone/>
            </a:pPr>
            <a:r>
              <a:rPr b="1" lang="en" sz="800">
                <a:solidFill>
                  <a:schemeClr val="dk1"/>
                </a:solidFill>
              </a:rPr>
              <a:t>S/4 Hana Public Cloud Edition (Managed, Custom)</a:t>
            </a:r>
            <a:endParaRPr b="1" sz="800">
              <a:solidFill>
                <a:schemeClr val="dk1"/>
              </a:solidFill>
            </a:endParaRPr>
          </a:p>
          <a:p>
            <a:pPr indent="0" lvl="0" marL="0" rtl="0" algn="l">
              <a:spcBef>
                <a:spcPts val="0"/>
              </a:spcBef>
              <a:spcAft>
                <a:spcPts val="0"/>
              </a:spcAft>
              <a:buNone/>
            </a:pPr>
            <a:r>
              <a:rPr lang="en" sz="800">
                <a:solidFill>
                  <a:schemeClr val="dk1"/>
                </a:solidFill>
              </a:rPr>
              <a:t>SuccessFactors (Managed, Custom)</a:t>
            </a:r>
            <a:endParaRPr sz="800">
              <a:solidFill>
                <a:schemeClr val="dk1"/>
              </a:solidFill>
            </a:endParaRPr>
          </a:p>
          <a:p>
            <a:pPr indent="0" lvl="0" marL="0" rtl="0" algn="l">
              <a:spcBef>
                <a:spcPts val="0"/>
              </a:spcBef>
              <a:spcAft>
                <a:spcPts val="0"/>
              </a:spcAft>
              <a:buNone/>
            </a:pPr>
            <a:r>
              <a:rPr lang="en" sz="800">
                <a:solidFill>
                  <a:schemeClr val="dk1"/>
                </a:solidFill>
              </a:rPr>
              <a:t>Ariba (TBD)</a:t>
            </a:r>
            <a:endParaRPr sz="800">
              <a:solidFill>
                <a:schemeClr val="dk1"/>
              </a:solidFill>
            </a:endParaRPr>
          </a:p>
          <a:p>
            <a:pPr indent="0" lvl="0" marL="0" rtl="0" algn="l">
              <a:spcBef>
                <a:spcPts val="0"/>
              </a:spcBef>
              <a:spcAft>
                <a:spcPts val="0"/>
              </a:spcAft>
              <a:buNone/>
            </a:pPr>
            <a:r>
              <a:rPr lang="en" sz="800">
                <a:solidFill>
                  <a:schemeClr val="dk1"/>
                </a:solidFill>
              </a:rPr>
              <a:t>ECC (Custom, BW PCE)</a:t>
            </a:r>
            <a:endParaRPr sz="800">
              <a:solidFill>
                <a:schemeClr val="dk1"/>
              </a:solidFill>
            </a:endParaRPr>
          </a:p>
          <a:p>
            <a:pPr indent="0" lvl="0" marL="0" rtl="0" algn="l">
              <a:spcBef>
                <a:spcPts val="0"/>
              </a:spcBef>
              <a:spcAft>
                <a:spcPts val="0"/>
              </a:spcAft>
              <a:buNone/>
            </a:pPr>
            <a:r>
              <a:t/>
            </a:r>
            <a:endParaRPr sz="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140"/>
          <p:cNvSpPr/>
          <p:nvPr/>
        </p:nvSpPr>
        <p:spPr>
          <a:xfrm>
            <a:off x="3501200" y="2485550"/>
            <a:ext cx="1772100" cy="2513100"/>
          </a:xfrm>
          <a:prstGeom prst="rect">
            <a:avLst/>
          </a:prstGeom>
          <a:solidFill>
            <a:schemeClr val="lt2"/>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BDC - Zero Copy flows</a:t>
            </a:r>
            <a:endParaRPr b="1" sz="800">
              <a:solidFill>
                <a:schemeClr val="dk1"/>
              </a:solidFill>
            </a:endParaRPr>
          </a:p>
        </p:txBody>
      </p:sp>
      <p:sp>
        <p:nvSpPr>
          <p:cNvPr id="1270" name="Google Shape;1270;p140"/>
          <p:cNvSpPr/>
          <p:nvPr/>
        </p:nvSpPr>
        <p:spPr>
          <a:xfrm>
            <a:off x="6777625" y="742300"/>
            <a:ext cx="2060700" cy="4256100"/>
          </a:xfrm>
          <a:prstGeom prst="rect">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1" name="Google Shape;1271;p140"/>
          <p:cNvSpPr txBox="1"/>
          <p:nvPr>
            <p:ph type="title"/>
          </p:nvPr>
        </p:nvSpPr>
        <p:spPr>
          <a:xfrm>
            <a:off x="60634" y="142520"/>
            <a:ext cx="8381400" cy="734100"/>
          </a:xfrm>
          <a:prstGeom prst="rect">
            <a:avLst/>
          </a:prstGeom>
        </p:spPr>
        <p:txBody>
          <a:bodyPr anchorCtr="0" anchor="ctr" bIns="34275" lIns="68575" spcFirstLastPara="1" rIns="68575" wrap="square" tIns="34275">
            <a:spAutoFit/>
          </a:bodyPr>
          <a:lstStyle/>
          <a:p>
            <a:pPr indent="0" lvl="0" marL="0" rtl="0" algn="l">
              <a:spcBef>
                <a:spcPts val="0"/>
              </a:spcBef>
              <a:spcAft>
                <a:spcPts val="0"/>
              </a:spcAft>
              <a:buNone/>
            </a:pPr>
            <a:r>
              <a:rPr lang="en" sz="1900"/>
              <a:t>You Have</a:t>
            </a:r>
            <a:r>
              <a:rPr lang="en" sz="1900"/>
              <a:t> SuccessFactors, S/4HANA Public or Private Cloud? BW?</a:t>
            </a:r>
            <a:r>
              <a:rPr lang="en" sz="2200"/>
              <a:t> </a:t>
            </a:r>
            <a:endParaRPr sz="2200"/>
          </a:p>
          <a:p>
            <a:pPr indent="0" lvl="0" marL="0" rtl="0" algn="l">
              <a:spcBef>
                <a:spcPts val="0"/>
              </a:spcBef>
              <a:spcAft>
                <a:spcPts val="0"/>
              </a:spcAft>
              <a:buNone/>
            </a:pPr>
            <a:r>
              <a:rPr b="0" i="1" lang="en" sz="1300"/>
              <a:t>Use Zero-Copy to leverage curated SAP Data Products in Snowflake</a:t>
            </a:r>
            <a:endParaRPr b="0" i="1" sz="1300"/>
          </a:p>
          <a:p>
            <a:pPr indent="0" lvl="0" marL="0" rtl="0" algn="l">
              <a:spcBef>
                <a:spcPts val="0"/>
              </a:spcBef>
              <a:spcAft>
                <a:spcPts val="0"/>
              </a:spcAft>
              <a:buNone/>
            </a:pPr>
            <a:r>
              <a:rPr b="0" i="1" lang="en" sz="1300"/>
              <a:t>Use Zero-Copy to leverage Snowflake data products in BDC</a:t>
            </a:r>
            <a:endParaRPr b="0" sz="2400"/>
          </a:p>
        </p:txBody>
      </p:sp>
      <p:sp>
        <p:nvSpPr>
          <p:cNvPr id="1272" name="Google Shape;1272;p140"/>
          <p:cNvSpPr/>
          <p:nvPr/>
        </p:nvSpPr>
        <p:spPr>
          <a:xfrm>
            <a:off x="3580675" y="2803450"/>
            <a:ext cx="1341300" cy="4293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800">
                <a:solidFill>
                  <a:schemeClr val="dk1"/>
                </a:solidFill>
              </a:rPr>
              <a:t>Managed</a:t>
            </a:r>
            <a:endParaRPr i="1" sz="800">
              <a:solidFill>
                <a:schemeClr val="dk1"/>
              </a:solidFill>
            </a:endParaRPr>
          </a:p>
          <a:p>
            <a:pPr indent="0" lvl="0" marL="0" rtl="0" algn="l">
              <a:spcBef>
                <a:spcPts val="0"/>
              </a:spcBef>
              <a:spcAft>
                <a:spcPts val="0"/>
              </a:spcAft>
              <a:buNone/>
            </a:pPr>
            <a:r>
              <a:rPr lang="en" sz="800">
                <a:solidFill>
                  <a:schemeClr val="dk1"/>
                </a:solidFill>
              </a:rPr>
              <a:t>BDC APRS, Apache Spark, Object Store</a:t>
            </a:r>
            <a:endParaRPr sz="800">
              <a:solidFill>
                <a:schemeClr val="dk1"/>
              </a:solidFill>
            </a:endParaRPr>
          </a:p>
        </p:txBody>
      </p:sp>
      <p:cxnSp>
        <p:nvCxnSpPr>
          <p:cNvPr id="1273" name="Google Shape;1273;p140"/>
          <p:cNvCxnSpPr/>
          <p:nvPr/>
        </p:nvCxnSpPr>
        <p:spPr>
          <a:xfrm flipH="1">
            <a:off x="5277563" y="3037538"/>
            <a:ext cx="14958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74" name="Google Shape;1274;p140"/>
          <p:cNvSpPr/>
          <p:nvPr/>
        </p:nvSpPr>
        <p:spPr>
          <a:xfrm>
            <a:off x="3557575" y="3322950"/>
            <a:ext cx="1387500" cy="636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800">
                <a:solidFill>
                  <a:schemeClr val="dk1"/>
                </a:solidFill>
              </a:rPr>
              <a:t>Custom</a:t>
            </a:r>
            <a:endParaRPr i="1" sz="800">
              <a:solidFill>
                <a:schemeClr val="dk1"/>
              </a:solidFill>
            </a:endParaRPr>
          </a:p>
          <a:p>
            <a:pPr indent="0" lvl="0" marL="0" rtl="0" algn="l">
              <a:spcBef>
                <a:spcPts val="0"/>
              </a:spcBef>
              <a:spcAft>
                <a:spcPts val="0"/>
              </a:spcAft>
              <a:buNone/>
            </a:pPr>
            <a:r>
              <a:rPr lang="en" sz="800">
                <a:solidFill>
                  <a:schemeClr val="dk1"/>
                </a:solidFill>
              </a:rPr>
              <a:t>BDC Datasphere Business Content (S/4)</a:t>
            </a:r>
            <a:endParaRPr sz="800">
              <a:solidFill>
                <a:schemeClr val="dk1"/>
              </a:solidFill>
            </a:endParaRPr>
          </a:p>
          <a:p>
            <a:pPr indent="0" lvl="0" marL="0" rtl="0" algn="l">
              <a:spcBef>
                <a:spcPts val="0"/>
              </a:spcBef>
              <a:spcAft>
                <a:spcPts val="0"/>
              </a:spcAft>
              <a:buNone/>
            </a:pPr>
            <a:r>
              <a:rPr lang="en" sz="800">
                <a:solidFill>
                  <a:schemeClr val="dk1"/>
                </a:solidFill>
              </a:rPr>
              <a:t>Datasphere Object Store</a:t>
            </a:r>
            <a:endParaRPr sz="700">
              <a:solidFill>
                <a:schemeClr val="dk1"/>
              </a:solidFill>
            </a:endParaRPr>
          </a:p>
        </p:txBody>
      </p:sp>
      <p:cxnSp>
        <p:nvCxnSpPr>
          <p:cNvPr id="1275" name="Google Shape;1275;p140"/>
          <p:cNvCxnSpPr/>
          <p:nvPr/>
        </p:nvCxnSpPr>
        <p:spPr>
          <a:xfrm flipH="1">
            <a:off x="5251963" y="3648807"/>
            <a:ext cx="15033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76" name="Google Shape;1276;p140"/>
          <p:cNvSpPr/>
          <p:nvPr/>
        </p:nvSpPr>
        <p:spPr>
          <a:xfrm>
            <a:off x="3562795" y="4449050"/>
            <a:ext cx="1626300" cy="5103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BDC Catalog, Datasphere, SAC</a:t>
            </a:r>
            <a:endParaRPr sz="700">
              <a:solidFill>
                <a:schemeClr val="dk1"/>
              </a:solidFill>
            </a:endParaRPr>
          </a:p>
        </p:txBody>
      </p:sp>
      <p:cxnSp>
        <p:nvCxnSpPr>
          <p:cNvPr id="1277" name="Google Shape;1277;p140"/>
          <p:cNvCxnSpPr/>
          <p:nvPr/>
        </p:nvCxnSpPr>
        <p:spPr>
          <a:xfrm>
            <a:off x="5274175" y="4698275"/>
            <a:ext cx="15114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78" name="Google Shape;1278;p140"/>
          <p:cNvSpPr/>
          <p:nvPr/>
        </p:nvSpPr>
        <p:spPr>
          <a:xfrm>
            <a:off x="3534437" y="3967425"/>
            <a:ext cx="1268100" cy="5859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BW PCE </a:t>
            </a:r>
            <a:endParaRPr sz="800">
              <a:solidFill>
                <a:schemeClr val="dk1"/>
              </a:solidFill>
            </a:endParaRPr>
          </a:p>
          <a:p>
            <a:pPr indent="0" lvl="0" marL="0" rtl="0" algn="l">
              <a:spcBef>
                <a:spcPts val="0"/>
              </a:spcBef>
              <a:spcAft>
                <a:spcPts val="0"/>
              </a:spcAft>
              <a:buNone/>
            </a:pPr>
            <a:r>
              <a:rPr lang="en" sz="800">
                <a:solidFill>
                  <a:schemeClr val="dk1"/>
                </a:solidFill>
              </a:rPr>
              <a:t>BDC Object Store</a:t>
            </a:r>
            <a:endParaRPr sz="700">
              <a:solidFill>
                <a:schemeClr val="dk1"/>
              </a:solidFill>
            </a:endParaRPr>
          </a:p>
        </p:txBody>
      </p:sp>
      <p:cxnSp>
        <p:nvCxnSpPr>
          <p:cNvPr id="1279" name="Google Shape;1279;p140"/>
          <p:cNvCxnSpPr/>
          <p:nvPr/>
        </p:nvCxnSpPr>
        <p:spPr>
          <a:xfrm flipH="1">
            <a:off x="5266025" y="4260075"/>
            <a:ext cx="15036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280" name="Google Shape;1280;p140"/>
          <p:cNvSpPr/>
          <p:nvPr/>
        </p:nvSpPr>
        <p:spPr>
          <a:xfrm>
            <a:off x="4852761" y="4170082"/>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1" name="Google Shape;1281;p140"/>
          <p:cNvSpPr/>
          <p:nvPr/>
        </p:nvSpPr>
        <p:spPr>
          <a:xfrm>
            <a:off x="4852757" y="3550657"/>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2" name="Google Shape;1282;p140"/>
          <p:cNvSpPr/>
          <p:nvPr/>
        </p:nvSpPr>
        <p:spPr>
          <a:xfrm>
            <a:off x="4852758" y="2931223"/>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3" name="Google Shape;1283;p140"/>
          <p:cNvSpPr/>
          <p:nvPr/>
        </p:nvSpPr>
        <p:spPr>
          <a:xfrm>
            <a:off x="6926615" y="4614203"/>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4" name="Google Shape;1284;p140"/>
          <p:cNvSpPr txBox="1"/>
          <p:nvPr>
            <p:ph idx="4294967295"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285" name="Google Shape;1285;p140"/>
          <p:cNvSpPr/>
          <p:nvPr/>
        </p:nvSpPr>
        <p:spPr>
          <a:xfrm>
            <a:off x="7055421" y="630039"/>
            <a:ext cx="1448400" cy="215100"/>
          </a:xfrm>
          <a:prstGeom prst="roundRect">
            <a:avLst>
              <a:gd fmla="val 8301" name="adj"/>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800">
                <a:solidFill>
                  <a:schemeClr val="lt1"/>
                </a:solidFill>
              </a:rPr>
              <a:t>SNOWFLAKE</a:t>
            </a:r>
            <a:endParaRPr b="1" sz="800">
              <a:solidFill>
                <a:schemeClr val="lt1"/>
              </a:solidFill>
            </a:endParaRPr>
          </a:p>
        </p:txBody>
      </p:sp>
      <p:grpSp>
        <p:nvGrpSpPr>
          <p:cNvPr id="1286" name="Google Shape;1286;p140"/>
          <p:cNvGrpSpPr/>
          <p:nvPr/>
        </p:nvGrpSpPr>
        <p:grpSpPr>
          <a:xfrm>
            <a:off x="8639830" y="606665"/>
            <a:ext cx="313055" cy="319800"/>
            <a:chOff x="8639830" y="606665"/>
            <a:chExt cx="313055" cy="319800"/>
          </a:xfrm>
        </p:grpSpPr>
        <p:sp>
          <p:nvSpPr>
            <p:cNvPr id="1287" name="Google Shape;1287;p140"/>
            <p:cNvSpPr/>
            <p:nvPr/>
          </p:nvSpPr>
          <p:spPr>
            <a:xfrm>
              <a:off x="8639830" y="606665"/>
              <a:ext cx="308700" cy="3198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62626"/>
                </a:buClr>
                <a:buSzPts val="1800"/>
                <a:buFont typeface="Lato"/>
                <a:buNone/>
              </a:pPr>
              <a:r>
                <a:t/>
              </a:r>
              <a:endParaRPr sz="1800">
                <a:solidFill>
                  <a:srgbClr val="262626"/>
                </a:solidFill>
                <a:latin typeface="Lato"/>
                <a:ea typeface="Lato"/>
                <a:cs typeface="Lato"/>
                <a:sym typeface="Lato"/>
              </a:endParaRPr>
            </a:p>
          </p:txBody>
        </p:sp>
        <p:pic>
          <p:nvPicPr>
            <p:cNvPr id="1288" name="Google Shape;1288;p140"/>
            <p:cNvPicPr preferRelativeResize="0"/>
            <p:nvPr/>
          </p:nvPicPr>
          <p:blipFill rotWithShape="1">
            <a:blip r:embed="rId3">
              <a:alphaModFix/>
            </a:blip>
            <a:srcRect b="0" l="0" r="0" t="0"/>
            <a:stretch/>
          </p:blipFill>
          <p:spPr>
            <a:xfrm>
              <a:off x="8667525" y="629946"/>
              <a:ext cx="285361" cy="273198"/>
            </a:xfrm>
            <a:prstGeom prst="rect">
              <a:avLst/>
            </a:prstGeom>
            <a:noFill/>
            <a:ln>
              <a:noFill/>
            </a:ln>
          </p:spPr>
        </p:pic>
      </p:grpSp>
      <p:sp>
        <p:nvSpPr>
          <p:cNvPr id="1289" name="Google Shape;1289;p140"/>
          <p:cNvSpPr/>
          <p:nvPr/>
        </p:nvSpPr>
        <p:spPr>
          <a:xfrm>
            <a:off x="7204400" y="2198946"/>
            <a:ext cx="340076" cy="217213"/>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1290" name="Google Shape;1290;p140"/>
          <p:cNvSpPr txBox="1"/>
          <p:nvPr/>
        </p:nvSpPr>
        <p:spPr>
          <a:xfrm>
            <a:off x="7104523" y="2452346"/>
            <a:ext cx="5238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a:t>
            </a:r>
            <a:r>
              <a:rPr lang="en" sz="600">
                <a:solidFill>
                  <a:srgbClr val="105780"/>
                </a:solidFill>
              </a:rPr>
              <a:t>Intelligence</a:t>
            </a:r>
            <a:r>
              <a:rPr lang="en" sz="600">
                <a:solidFill>
                  <a:srgbClr val="105780"/>
                </a:solidFill>
                <a:latin typeface="Arial"/>
                <a:ea typeface="Arial"/>
                <a:cs typeface="Arial"/>
                <a:sym typeface="Arial"/>
              </a:rPr>
              <a:t> </a:t>
            </a:r>
            <a:endParaRPr sz="600">
              <a:solidFill>
                <a:srgbClr val="105780"/>
              </a:solidFill>
              <a:latin typeface="Arial"/>
              <a:ea typeface="Arial"/>
              <a:cs typeface="Arial"/>
              <a:sym typeface="Arial"/>
            </a:endParaRPr>
          </a:p>
        </p:txBody>
      </p:sp>
      <p:grpSp>
        <p:nvGrpSpPr>
          <p:cNvPr id="1291" name="Google Shape;1291;p140"/>
          <p:cNvGrpSpPr/>
          <p:nvPr/>
        </p:nvGrpSpPr>
        <p:grpSpPr>
          <a:xfrm>
            <a:off x="6808959" y="4169403"/>
            <a:ext cx="377290" cy="424186"/>
            <a:chOff x="6808959" y="4169403"/>
            <a:chExt cx="377290" cy="424186"/>
          </a:xfrm>
        </p:grpSpPr>
        <p:sp>
          <p:nvSpPr>
            <p:cNvPr id="1292" name="Google Shape;1292;p140"/>
            <p:cNvSpPr/>
            <p:nvPr/>
          </p:nvSpPr>
          <p:spPr>
            <a:xfrm>
              <a:off x="6849814" y="4169403"/>
              <a:ext cx="44055" cy="24161"/>
            </a:xfrm>
            <a:custGeom>
              <a:rect b="b" l="l" r="r" t="t"/>
              <a:pathLst>
                <a:path extrusionOk="0" h="11410" w="20805">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93" name="Google Shape;1293;p140"/>
            <p:cNvSpPr/>
            <p:nvPr/>
          </p:nvSpPr>
          <p:spPr>
            <a:xfrm>
              <a:off x="6935433" y="4169403"/>
              <a:ext cx="41567" cy="22384"/>
            </a:xfrm>
            <a:custGeom>
              <a:rect b="b" l="l" r="r" t="t"/>
              <a:pathLst>
                <a:path extrusionOk="0" h="10571" w="1963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94" name="Google Shape;1294;p140"/>
            <p:cNvSpPr/>
            <p:nvPr/>
          </p:nvSpPr>
          <p:spPr>
            <a:xfrm>
              <a:off x="7018208" y="4169403"/>
              <a:ext cx="41569" cy="22384"/>
            </a:xfrm>
            <a:custGeom>
              <a:rect b="b" l="l" r="r" t="t"/>
              <a:pathLst>
                <a:path extrusionOk="0" h="10571" w="19631">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95" name="Google Shape;1295;p140"/>
            <p:cNvSpPr/>
            <p:nvPr/>
          </p:nvSpPr>
          <p:spPr>
            <a:xfrm>
              <a:off x="7101339" y="4169403"/>
              <a:ext cx="44055" cy="24161"/>
            </a:xfrm>
            <a:custGeom>
              <a:rect b="b" l="l" r="r" t="t"/>
              <a:pathLst>
                <a:path extrusionOk="0" h="11410" w="20805">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96" name="Google Shape;1296;p140"/>
            <p:cNvSpPr/>
            <p:nvPr/>
          </p:nvSpPr>
          <p:spPr>
            <a:xfrm>
              <a:off x="6808959" y="4210614"/>
              <a:ext cx="24161" cy="43699"/>
            </a:xfrm>
            <a:custGeom>
              <a:rect b="b" l="l" r="r" t="t"/>
              <a:pathLst>
                <a:path extrusionOk="0" h="20637" w="1141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97" name="Google Shape;1297;p140"/>
            <p:cNvSpPr/>
            <p:nvPr/>
          </p:nvSpPr>
          <p:spPr>
            <a:xfrm>
              <a:off x="7162090" y="4210614"/>
              <a:ext cx="24159" cy="43699"/>
            </a:xfrm>
            <a:custGeom>
              <a:rect b="b" l="l" r="r" t="t"/>
              <a:pathLst>
                <a:path extrusionOk="0" h="20637" w="11409">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98" name="Google Shape;1298;p140"/>
            <p:cNvSpPr/>
            <p:nvPr/>
          </p:nvSpPr>
          <p:spPr>
            <a:xfrm>
              <a:off x="6808959" y="4294810"/>
              <a:ext cx="22028" cy="40857"/>
            </a:xfrm>
            <a:custGeom>
              <a:rect b="b" l="l" r="r" t="t"/>
              <a:pathLst>
                <a:path extrusionOk="0" h="19295" w="10403">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299" name="Google Shape;1299;p140"/>
            <p:cNvSpPr/>
            <p:nvPr/>
          </p:nvSpPr>
          <p:spPr>
            <a:xfrm>
              <a:off x="7164223" y="4294810"/>
              <a:ext cx="22026" cy="40857"/>
            </a:xfrm>
            <a:custGeom>
              <a:rect b="b" l="l" r="r" t="t"/>
              <a:pathLst>
                <a:path extrusionOk="0" h="19295" w="10402">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00" name="Google Shape;1300;p140"/>
            <p:cNvSpPr/>
            <p:nvPr/>
          </p:nvSpPr>
          <p:spPr>
            <a:xfrm>
              <a:off x="6808959" y="4376522"/>
              <a:ext cx="22028" cy="40501"/>
            </a:xfrm>
            <a:custGeom>
              <a:rect b="b" l="l" r="r" t="t"/>
              <a:pathLst>
                <a:path extrusionOk="0" h="19127" w="10403">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01" name="Google Shape;1301;p140"/>
            <p:cNvSpPr/>
            <p:nvPr/>
          </p:nvSpPr>
          <p:spPr>
            <a:xfrm>
              <a:off x="7164223" y="4376522"/>
              <a:ext cx="22026" cy="40501"/>
            </a:xfrm>
            <a:custGeom>
              <a:rect b="b" l="l" r="r" t="t"/>
              <a:pathLst>
                <a:path extrusionOk="0" h="19127" w="10402">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02" name="Google Shape;1302;p140"/>
            <p:cNvSpPr/>
            <p:nvPr/>
          </p:nvSpPr>
          <p:spPr>
            <a:xfrm>
              <a:off x="6808959" y="4457877"/>
              <a:ext cx="24161" cy="43699"/>
            </a:xfrm>
            <a:custGeom>
              <a:rect b="b" l="l" r="r" t="t"/>
              <a:pathLst>
                <a:path extrusionOk="0" h="20637" w="1141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03" name="Google Shape;1303;p140"/>
            <p:cNvSpPr/>
            <p:nvPr/>
          </p:nvSpPr>
          <p:spPr>
            <a:xfrm>
              <a:off x="7162090" y="4457877"/>
              <a:ext cx="24159" cy="43699"/>
            </a:xfrm>
            <a:custGeom>
              <a:rect b="b" l="l" r="r" t="t"/>
              <a:pathLst>
                <a:path extrusionOk="0" h="20637" w="11409">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04" name="Google Shape;1304;p140"/>
            <p:cNvSpPr/>
            <p:nvPr/>
          </p:nvSpPr>
          <p:spPr>
            <a:xfrm>
              <a:off x="6831518" y="4451482"/>
              <a:ext cx="332279" cy="142108"/>
            </a:xfrm>
            <a:custGeom>
              <a:rect b="b" l="l" r="r" t="t"/>
              <a:pathLst>
                <a:path extrusionOk="0" h="67111" w="142609">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FINANCE</a:t>
              </a:r>
              <a:endParaRPr b="1" sz="500">
                <a:solidFill>
                  <a:srgbClr val="FFFFFF"/>
                </a:solidFill>
                <a:latin typeface="Arial"/>
                <a:ea typeface="Arial"/>
                <a:cs typeface="Arial"/>
                <a:sym typeface="Arial"/>
              </a:endParaRPr>
            </a:p>
          </p:txBody>
        </p:sp>
        <p:sp>
          <p:nvSpPr>
            <p:cNvPr id="1305" name="Google Shape;1305;p140"/>
            <p:cNvSpPr/>
            <p:nvPr/>
          </p:nvSpPr>
          <p:spPr>
            <a:xfrm>
              <a:off x="6953197" y="4264968"/>
              <a:ext cx="93435" cy="40148"/>
            </a:xfrm>
            <a:custGeom>
              <a:rect b="b" l="l" r="r" t="t"/>
              <a:pathLst>
                <a:path extrusionOk="0" h="18960" w="44125">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06" name="Google Shape;1306;p140"/>
            <p:cNvSpPr/>
            <p:nvPr/>
          </p:nvSpPr>
          <p:spPr>
            <a:xfrm>
              <a:off x="6953197" y="4300851"/>
              <a:ext cx="93435" cy="84198"/>
            </a:xfrm>
            <a:custGeom>
              <a:rect b="b" l="l" r="r" t="t"/>
              <a:pathLst>
                <a:path extrusionOk="0" h="39763" w="44125">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sp>
        <p:nvSpPr>
          <p:cNvPr id="1307" name="Google Shape;1307;p140"/>
          <p:cNvSpPr/>
          <p:nvPr/>
        </p:nvSpPr>
        <p:spPr>
          <a:xfrm>
            <a:off x="7271108" y="2786941"/>
            <a:ext cx="291441" cy="277302"/>
          </a:xfrm>
          <a:custGeom>
            <a:rect b="b" l="l" r="r" t="t"/>
            <a:pathLst>
              <a:path extrusionOk="0" h="171970" w="200994">
                <a:moveTo>
                  <a:pt x="0" y="31374"/>
                </a:moveTo>
                <a:lnTo>
                  <a:pt x="168" y="28187"/>
                </a:lnTo>
                <a:lnTo>
                  <a:pt x="1343" y="21979"/>
                </a:lnTo>
                <a:lnTo>
                  <a:pt x="3691" y="16275"/>
                </a:lnTo>
                <a:lnTo>
                  <a:pt x="7215" y="11409"/>
                </a:lnTo>
                <a:lnTo>
                  <a:pt x="11409" y="7047"/>
                </a:lnTo>
                <a:lnTo>
                  <a:pt x="16442" y="3692"/>
                </a:lnTo>
                <a:lnTo>
                  <a:pt x="22147" y="1343"/>
                </a:lnTo>
                <a:lnTo>
                  <a:pt x="28186" y="0"/>
                </a:lnTo>
                <a:lnTo>
                  <a:pt x="31542" y="0"/>
                </a:lnTo>
                <a:lnTo>
                  <a:pt x="125999" y="0"/>
                </a:lnTo>
                <a:lnTo>
                  <a:pt x="129187" y="0"/>
                </a:lnTo>
                <a:lnTo>
                  <a:pt x="135394" y="1343"/>
                </a:lnTo>
                <a:lnTo>
                  <a:pt x="141098" y="3692"/>
                </a:lnTo>
                <a:lnTo>
                  <a:pt x="146132" y="7047"/>
                </a:lnTo>
                <a:lnTo>
                  <a:pt x="150326" y="11409"/>
                </a:lnTo>
                <a:lnTo>
                  <a:pt x="153682" y="16275"/>
                </a:lnTo>
                <a:lnTo>
                  <a:pt x="156030" y="21979"/>
                </a:lnTo>
                <a:lnTo>
                  <a:pt x="157373" y="28187"/>
                </a:lnTo>
                <a:lnTo>
                  <a:pt x="157540" y="31374"/>
                </a:lnTo>
                <a:lnTo>
                  <a:pt x="157540" y="43454"/>
                </a:lnTo>
                <a:lnTo>
                  <a:pt x="169452" y="43454"/>
                </a:lnTo>
                <a:lnTo>
                  <a:pt x="172640" y="43454"/>
                </a:lnTo>
                <a:lnTo>
                  <a:pt x="178848" y="44796"/>
                </a:lnTo>
                <a:lnTo>
                  <a:pt x="184552" y="47145"/>
                </a:lnTo>
                <a:lnTo>
                  <a:pt x="189585" y="50501"/>
                </a:lnTo>
                <a:lnTo>
                  <a:pt x="193780" y="54863"/>
                </a:lnTo>
                <a:lnTo>
                  <a:pt x="197135" y="59896"/>
                </a:lnTo>
                <a:lnTo>
                  <a:pt x="199652" y="65432"/>
                </a:lnTo>
                <a:lnTo>
                  <a:pt x="200826" y="71640"/>
                </a:lnTo>
                <a:lnTo>
                  <a:pt x="200994" y="74828"/>
                </a:lnTo>
                <a:lnTo>
                  <a:pt x="200994" y="140428"/>
                </a:lnTo>
                <a:lnTo>
                  <a:pt x="200826" y="143615"/>
                </a:lnTo>
                <a:lnTo>
                  <a:pt x="199652" y="149823"/>
                </a:lnTo>
                <a:lnTo>
                  <a:pt x="197135" y="155527"/>
                </a:lnTo>
                <a:lnTo>
                  <a:pt x="193780" y="160393"/>
                </a:lnTo>
                <a:lnTo>
                  <a:pt x="189585" y="164755"/>
                </a:lnTo>
                <a:lnTo>
                  <a:pt x="184552" y="168110"/>
                </a:lnTo>
                <a:lnTo>
                  <a:pt x="178848" y="170459"/>
                </a:lnTo>
                <a:lnTo>
                  <a:pt x="172640" y="171801"/>
                </a:lnTo>
                <a:lnTo>
                  <a:pt x="169452" y="171969"/>
                </a:lnTo>
                <a:lnTo>
                  <a:pt x="74995" y="171969"/>
                </a:lnTo>
                <a:lnTo>
                  <a:pt x="71640" y="171801"/>
                </a:lnTo>
                <a:lnTo>
                  <a:pt x="65600" y="170459"/>
                </a:lnTo>
                <a:lnTo>
                  <a:pt x="59896" y="168110"/>
                </a:lnTo>
                <a:lnTo>
                  <a:pt x="54863" y="164755"/>
                </a:lnTo>
                <a:lnTo>
                  <a:pt x="50668" y="160393"/>
                </a:lnTo>
                <a:lnTo>
                  <a:pt x="47145" y="155527"/>
                </a:lnTo>
                <a:lnTo>
                  <a:pt x="44796" y="149823"/>
                </a:lnTo>
                <a:lnTo>
                  <a:pt x="43622" y="143615"/>
                </a:lnTo>
                <a:lnTo>
                  <a:pt x="43454" y="140428"/>
                </a:lnTo>
                <a:lnTo>
                  <a:pt x="43454" y="128348"/>
                </a:lnTo>
                <a:lnTo>
                  <a:pt x="31542" y="128348"/>
                </a:lnTo>
                <a:lnTo>
                  <a:pt x="28186" y="128348"/>
                </a:lnTo>
                <a:lnTo>
                  <a:pt x="22147" y="127006"/>
                </a:lnTo>
                <a:lnTo>
                  <a:pt x="16442" y="124657"/>
                </a:lnTo>
                <a:lnTo>
                  <a:pt x="11409" y="121301"/>
                </a:lnTo>
                <a:lnTo>
                  <a:pt x="7215" y="116939"/>
                </a:lnTo>
                <a:lnTo>
                  <a:pt x="3691" y="111906"/>
                </a:lnTo>
                <a:lnTo>
                  <a:pt x="1343" y="106369"/>
                </a:lnTo>
                <a:lnTo>
                  <a:pt x="168" y="100162"/>
                </a:lnTo>
                <a:lnTo>
                  <a:pt x="0" y="96974"/>
                </a:lnTo>
                <a:close/>
                <a:moveTo>
                  <a:pt x="144957" y="31374"/>
                </a:moveTo>
                <a:lnTo>
                  <a:pt x="144957" y="43454"/>
                </a:lnTo>
                <a:lnTo>
                  <a:pt x="74995" y="43454"/>
                </a:lnTo>
                <a:lnTo>
                  <a:pt x="71640" y="43454"/>
                </a:lnTo>
                <a:lnTo>
                  <a:pt x="65600" y="44796"/>
                </a:lnTo>
                <a:lnTo>
                  <a:pt x="59896" y="47145"/>
                </a:lnTo>
                <a:lnTo>
                  <a:pt x="54863" y="50501"/>
                </a:lnTo>
                <a:lnTo>
                  <a:pt x="50668" y="54863"/>
                </a:lnTo>
                <a:lnTo>
                  <a:pt x="47145" y="59896"/>
                </a:lnTo>
                <a:lnTo>
                  <a:pt x="44796" y="65432"/>
                </a:lnTo>
                <a:lnTo>
                  <a:pt x="43622" y="71640"/>
                </a:lnTo>
                <a:lnTo>
                  <a:pt x="43454" y="74828"/>
                </a:lnTo>
                <a:lnTo>
                  <a:pt x="43454" y="115765"/>
                </a:lnTo>
                <a:lnTo>
                  <a:pt x="31542" y="115765"/>
                </a:lnTo>
                <a:lnTo>
                  <a:pt x="27683" y="115597"/>
                </a:lnTo>
                <a:lnTo>
                  <a:pt x="20804" y="112745"/>
                </a:lnTo>
                <a:lnTo>
                  <a:pt x="15771" y="107544"/>
                </a:lnTo>
                <a:lnTo>
                  <a:pt x="12919" y="100833"/>
                </a:lnTo>
                <a:lnTo>
                  <a:pt x="12583" y="96974"/>
                </a:lnTo>
                <a:lnTo>
                  <a:pt x="12583" y="31374"/>
                </a:lnTo>
                <a:lnTo>
                  <a:pt x="12919" y="27515"/>
                </a:lnTo>
                <a:lnTo>
                  <a:pt x="15771" y="20804"/>
                </a:lnTo>
                <a:lnTo>
                  <a:pt x="20804" y="15603"/>
                </a:lnTo>
                <a:lnTo>
                  <a:pt x="27683" y="12751"/>
                </a:lnTo>
                <a:lnTo>
                  <a:pt x="31542" y="12584"/>
                </a:lnTo>
                <a:lnTo>
                  <a:pt x="125999" y="12584"/>
                </a:lnTo>
                <a:lnTo>
                  <a:pt x="129858" y="12751"/>
                </a:lnTo>
                <a:lnTo>
                  <a:pt x="136569" y="15603"/>
                </a:lnTo>
                <a:lnTo>
                  <a:pt x="141770" y="20804"/>
                </a:lnTo>
                <a:lnTo>
                  <a:pt x="144622" y="27515"/>
                </a:lnTo>
                <a:close/>
                <a:moveTo>
                  <a:pt x="74995" y="56037"/>
                </a:moveTo>
                <a:lnTo>
                  <a:pt x="71137" y="56205"/>
                </a:lnTo>
                <a:lnTo>
                  <a:pt x="64258" y="59057"/>
                </a:lnTo>
                <a:lnTo>
                  <a:pt x="59225" y="64258"/>
                </a:lnTo>
                <a:lnTo>
                  <a:pt x="56372" y="70969"/>
                </a:lnTo>
                <a:lnTo>
                  <a:pt x="56037" y="74828"/>
                </a:lnTo>
                <a:lnTo>
                  <a:pt x="56037" y="82713"/>
                </a:lnTo>
                <a:lnTo>
                  <a:pt x="188411" y="82713"/>
                </a:lnTo>
                <a:lnTo>
                  <a:pt x="188411" y="74828"/>
                </a:lnTo>
                <a:lnTo>
                  <a:pt x="188075" y="70969"/>
                </a:lnTo>
                <a:lnTo>
                  <a:pt x="185223" y="64258"/>
                </a:lnTo>
                <a:lnTo>
                  <a:pt x="180190" y="59057"/>
                </a:lnTo>
                <a:lnTo>
                  <a:pt x="173311" y="56205"/>
                </a:lnTo>
                <a:lnTo>
                  <a:pt x="169452" y="56037"/>
                </a:lnTo>
                <a:close/>
                <a:moveTo>
                  <a:pt x="188411" y="95296"/>
                </a:moveTo>
                <a:lnTo>
                  <a:pt x="56037" y="95296"/>
                </a:lnTo>
                <a:lnTo>
                  <a:pt x="56037" y="140428"/>
                </a:lnTo>
                <a:lnTo>
                  <a:pt x="56372" y="144286"/>
                </a:lnTo>
                <a:lnTo>
                  <a:pt x="59225" y="150997"/>
                </a:lnTo>
                <a:lnTo>
                  <a:pt x="64258" y="156198"/>
                </a:lnTo>
                <a:lnTo>
                  <a:pt x="71137" y="159050"/>
                </a:lnTo>
                <a:lnTo>
                  <a:pt x="74995" y="159386"/>
                </a:lnTo>
                <a:lnTo>
                  <a:pt x="169452" y="159386"/>
                </a:lnTo>
                <a:lnTo>
                  <a:pt x="173311" y="159050"/>
                </a:lnTo>
                <a:lnTo>
                  <a:pt x="180190" y="156198"/>
                </a:lnTo>
                <a:lnTo>
                  <a:pt x="185223" y="150997"/>
                </a:lnTo>
                <a:lnTo>
                  <a:pt x="188075" y="144286"/>
                </a:lnTo>
                <a:lnTo>
                  <a:pt x="188411" y="140428"/>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08" name="Google Shape;1308;p140"/>
          <p:cNvSpPr txBox="1"/>
          <p:nvPr/>
        </p:nvSpPr>
        <p:spPr>
          <a:xfrm>
            <a:off x="7174423" y="3084526"/>
            <a:ext cx="484800" cy="215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Semantic Views &amp; Models</a:t>
            </a:r>
            <a:endParaRPr sz="600">
              <a:solidFill>
                <a:srgbClr val="11567F"/>
              </a:solidFill>
              <a:latin typeface="Arial"/>
              <a:ea typeface="Arial"/>
              <a:cs typeface="Arial"/>
              <a:sym typeface="Arial"/>
            </a:endParaRPr>
          </a:p>
        </p:txBody>
      </p:sp>
      <p:sp>
        <p:nvSpPr>
          <p:cNvPr id="1309" name="Google Shape;1309;p140"/>
          <p:cNvSpPr txBox="1"/>
          <p:nvPr/>
        </p:nvSpPr>
        <p:spPr>
          <a:xfrm>
            <a:off x="7229022" y="1210799"/>
            <a:ext cx="313200" cy="166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Scale</a:t>
            </a:r>
            <a:endParaRPr sz="1800">
              <a:solidFill>
                <a:srgbClr val="252525"/>
              </a:solidFill>
              <a:latin typeface="Arial"/>
              <a:ea typeface="Arial"/>
              <a:cs typeface="Arial"/>
              <a:sym typeface="Arial"/>
            </a:endParaRPr>
          </a:p>
        </p:txBody>
      </p:sp>
      <p:sp>
        <p:nvSpPr>
          <p:cNvPr id="1310" name="Google Shape;1310;p140"/>
          <p:cNvSpPr txBox="1"/>
          <p:nvPr/>
        </p:nvSpPr>
        <p:spPr>
          <a:xfrm>
            <a:off x="7716384" y="1241091"/>
            <a:ext cx="443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Concurrency</a:t>
            </a:r>
            <a:endParaRPr sz="1800">
              <a:solidFill>
                <a:srgbClr val="252525"/>
              </a:solidFill>
              <a:latin typeface="Arial"/>
              <a:ea typeface="Arial"/>
              <a:cs typeface="Arial"/>
              <a:sym typeface="Arial"/>
            </a:endParaRPr>
          </a:p>
        </p:txBody>
      </p:sp>
      <p:sp>
        <p:nvSpPr>
          <p:cNvPr id="1311" name="Google Shape;1311;p140"/>
          <p:cNvSpPr txBox="1"/>
          <p:nvPr/>
        </p:nvSpPr>
        <p:spPr>
          <a:xfrm>
            <a:off x="8244897" y="122406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Speed</a:t>
            </a:r>
            <a:endParaRPr sz="1800">
              <a:solidFill>
                <a:srgbClr val="252525"/>
              </a:solidFill>
              <a:latin typeface="Arial"/>
              <a:ea typeface="Arial"/>
              <a:cs typeface="Arial"/>
              <a:sym typeface="Arial"/>
            </a:endParaRPr>
          </a:p>
        </p:txBody>
      </p:sp>
      <p:sp>
        <p:nvSpPr>
          <p:cNvPr id="1312" name="Google Shape;1312;p140"/>
          <p:cNvSpPr/>
          <p:nvPr/>
        </p:nvSpPr>
        <p:spPr>
          <a:xfrm>
            <a:off x="7744788" y="923007"/>
            <a:ext cx="336985" cy="271729"/>
          </a:xfrm>
          <a:custGeom>
            <a:rect b="b" l="l" r="r" t="t"/>
            <a:pathLst>
              <a:path extrusionOk="0" h="7437" w="9223">
                <a:moveTo>
                  <a:pt x="3376" y="4106"/>
                </a:moveTo>
                <a:cubicBezTo>
                  <a:pt x="3375" y="4106"/>
                  <a:pt x="3374" y="4106"/>
                  <a:pt x="3372" y="4106"/>
                </a:cubicBezTo>
                <a:cubicBezTo>
                  <a:pt x="3334" y="4109"/>
                  <a:pt x="3298" y="4136"/>
                  <a:pt x="3285" y="4173"/>
                </a:cubicBezTo>
                <a:cubicBezTo>
                  <a:pt x="3282" y="4183"/>
                  <a:pt x="3202" y="4406"/>
                  <a:pt x="2891" y="4543"/>
                </a:cubicBezTo>
                <a:cubicBezTo>
                  <a:pt x="2841" y="4565"/>
                  <a:pt x="2818" y="4623"/>
                  <a:pt x="2841" y="4673"/>
                </a:cubicBezTo>
                <a:cubicBezTo>
                  <a:pt x="2857" y="4712"/>
                  <a:pt x="2893" y="4734"/>
                  <a:pt x="2931" y="4734"/>
                </a:cubicBezTo>
                <a:cubicBezTo>
                  <a:pt x="2944" y="4734"/>
                  <a:pt x="2958" y="4731"/>
                  <a:pt x="2971" y="4725"/>
                </a:cubicBezTo>
                <a:cubicBezTo>
                  <a:pt x="3184" y="4630"/>
                  <a:pt x="3313" y="4500"/>
                  <a:pt x="3386" y="4396"/>
                </a:cubicBezTo>
                <a:cubicBezTo>
                  <a:pt x="3521" y="4574"/>
                  <a:pt x="3809" y="4863"/>
                  <a:pt x="4309" y="4967"/>
                </a:cubicBezTo>
                <a:cubicBezTo>
                  <a:pt x="4317" y="4970"/>
                  <a:pt x="4323" y="4970"/>
                  <a:pt x="4330" y="4970"/>
                </a:cubicBezTo>
                <a:cubicBezTo>
                  <a:pt x="4376" y="4970"/>
                  <a:pt x="4418" y="4938"/>
                  <a:pt x="4427" y="4892"/>
                </a:cubicBezTo>
                <a:cubicBezTo>
                  <a:pt x="4437" y="4838"/>
                  <a:pt x="4404" y="4786"/>
                  <a:pt x="4351" y="4774"/>
                </a:cubicBezTo>
                <a:cubicBezTo>
                  <a:pt x="3720" y="4644"/>
                  <a:pt x="3478" y="4180"/>
                  <a:pt x="3467" y="4161"/>
                </a:cubicBezTo>
                <a:cubicBezTo>
                  <a:pt x="3449" y="4127"/>
                  <a:pt x="3412" y="4106"/>
                  <a:pt x="3376" y="4106"/>
                </a:cubicBezTo>
                <a:close/>
                <a:moveTo>
                  <a:pt x="2747" y="4819"/>
                </a:moveTo>
                <a:cubicBezTo>
                  <a:pt x="2746" y="4819"/>
                  <a:pt x="2745" y="4819"/>
                  <a:pt x="2744" y="4819"/>
                </a:cubicBezTo>
                <a:cubicBezTo>
                  <a:pt x="2691" y="4823"/>
                  <a:pt x="2648" y="4871"/>
                  <a:pt x="2654" y="4926"/>
                </a:cubicBezTo>
                <a:cubicBezTo>
                  <a:pt x="2714" y="5775"/>
                  <a:pt x="3207" y="6072"/>
                  <a:pt x="3417" y="6161"/>
                </a:cubicBezTo>
                <a:cubicBezTo>
                  <a:pt x="3473" y="6185"/>
                  <a:pt x="3536" y="6198"/>
                  <a:pt x="3598" y="6198"/>
                </a:cubicBezTo>
                <a:cubicBezTo>
                  <a:pt x="3647" y="6198"/>
                  <a:pt x="3696" y="6191"/>
                  <a:pt x="3744" y="6175"/>
                </a:cubicBezTo>
                <a:cubicBezTo>
                  <a:pt x="3944" y="6108"/>
                  <a:pt x="4427" y="5872"/>
                  <a:pt x="4590" y="5108"/>
                </a:cubicBezTo>
                <a:cubicBezTo>
                  <a:pt x="4600" y="5055"/>
                  <a:pt x="4568" y="5003"/>
                  <a:pt x="4513" y="4993"/>
                </a:cubicBezTo>
                <a:cubicBezTo>
                  <a:pt x="4505" y="4991"/>
                  <a:pt x="4497" y="4990"/>
                  <a:pt x="4490" y="4990"/>
                </a:cubicBezTo>
                <a:cubicBezTo>
                  <a:pt x="4445" y="4990"/>
                  <a:pt x="4406" y="5022"/>
                  <a:pt x="4397" y="5068"/>
                </a:cubicBezTo>
                <a:cubicBezTo>
                  <a:pt x="4253" y="5731"/>
                  <a:pt x="3849" y="5931"/>
                  <a:pt x="3681" y="5987"/>
                </a:cubicBezTo>
                <a:cubicBezTo>
                  <a:pt x="3654" y="5996"/>
                  <a:pt x="3626" y="6000"/>
                  <a:pt x="3599" y="6000"/>
                </a:cubicBezTo>
                <a:cubicBezTo>
                  <a:pt x="3563" y="6000"/>
                  <a:pt x="3527" y="5993"/>
                  <a:pt x="3494" y="5980"/>
                </a:cubicBezTo>
                <a:cubicBezTo>
                  <a:pt x="3320" y="5906"/>
                  <a:pt x="2906" y="5650"/>
                  <a:pt x="2850" y="4911"/>
                </a:cubicBezTo>
                <a:cubicBezTo>
                  <a:pt x="2847" y="4857"/>
                  <a:pt x="2798" y="4819"/>
                  <a:pt x="2747" y="4819"/>
                </a:cubicBezTo>
                <a:close/>
                <a:moveTo>
                  <a:pt x="6046" y="3089"/>
                </a:moveTo>
                <a:cubicBezTo>
                  <a:pt x="6033" y="3089"/>
                  <a:pt x="6020" y="3089"/>
                  <a:pt x="6008" y="3089"/>
                </a:cubicBezTo>
                <a:cubicBezTo>
                  <a:pt x="5825" y="3093"/>
                  <a:pt x="5282" y="3087"/>
                  <a:pt x="5029" y="3702"/>
                </a:cubicBezTo>
                <a:cubicBezTo>
                  <a:pt x="4983" y="3817"/>
                  <a:pt x="5037" y="3950"/>
                  <a:pt x="5154" y="3998"/>
                </a:cubicBezTo>
                <a:cubicBezTo>
                  <a:pt x="5182" y="4009"/>
                  <a:pt x="5211" y="4014"/>
                  <a:pt x="5239" y="4014"/>
                </a:cubicBezTo>
                <a:cubicBezTo>
                  <a:pt x="5328" y="4014"/>
                  <a:pt x="5414" y="3962"/>
                  <a:pt x="5450" y="3873"/>
                </a:cubicBezTo>
                <a:cubicBezTo>
                  <a:pt x="5573" y="3574"/>
                  <a:pt x="5784" y="3542"/>
                  <a:pt x="5991" y="3542"/>
                </a:cubicBezTo>
                <a:cubicBezTo>
                  <a:pt x="5996" y="3542"/>
                  <a:pt x="6002" y="3542"/>
                  <a:pt x="6007" y="3542"/>
                </a:cubicBezTo>
                <a:lnTo>
                  <a:pt x="6033" y="3542"/>
                </a:lnTo>
                <a:cubicBezTo>
                  <a:pt x="6145" y="3542"/>
                  <a:pt x="6330" y="3542"/>
                  <a:pt x="6467" y="3678"/>
                </a:cubicBezTo>
                <a:cubicBezTo>
                  <a:pt x="6574" y="3785"/>
                  <a:pt x="6641" y="3968"/>
                  <a:pt x="6669" y="4210"/>
                </a:cubicBezTo>
                <a:cubicBezTo>
                  <a:pt x="6650" y="4192"/>
                  <a:pt x="6626" y="4180"/>
                  <a:pt x="6598" y="4180"/>
                </a:cubicBezTo>
                <a:cubicBezTo>
                  <a:pt x="6133" y="4180"/>
                  <a:pt x="5770" y="3775"/>
                  <a:pt x="5766" y="3770"/>
                </a:cubicBezTo>
                <a:cubicBezTo>
                  <a:pt x="5746" y="3749"/>
                  <a:pt x="5719" y="3736"/>
                  <a:pt x="5691" y="3736"/>
                </a:cubicBezTo>
                <a:cubicBezTo>
                  <a:pt x="5676" y="3736"/>
                  <a:pt x="5661" y="3740"/>
                  <a:pt x="5647" y="3747"/>
                </a:cubicBezTo>
                <a:cubicBezTo>
                  <a:pt x="5607" y="3767"/>
                  <a:pt x="5585" y="3809"/>
                  <a:pt x="5594" y="3854"/>
                </a:cubicBezTo>
                <a:cubicBezTo>
                  <a:pt x="5595" y="3866"/>
                  <a:pt x="5644" y="4131"/>
                  <a:pt x="5395" y="4238"/>
                </a:cubicBezTo>
                <a:cubicBezTo>
                  <a:pt x="5346" y="4261"/>
                  <a:pt x="5324" y="4318"/>
                  <a:pt x="5343" y="4369"/>
                </a:cubicBezTo>
                <a:cubicBezTo>
                  <a:pt x="5361" y="4406"/>
                  <a:pt x="5395" y="4428"/>
                  <a:pt x="5435" y="4428"/>
                </a:cubicBezTo>
                <a:cubicBezTo>
                  <a:pt x="5447" y="4428"/>
                  <a:pt x="5460" y="4425"/>
                  <a:pt x="5473" y="4421"/>
                </a:cubicBezTo>
                <a:cubicBezTo>
                  <a:pt x="5661" y="4339"/>
                  <a:pt x="5747" y="4192"/>
                  <a:pt x="5779" y="4054"/>
                </a:cubicBezTo>
                <a:cubicBezTo>
                  <a:pt x="5950" y="4194"/>
                  <a:pt x="6244" y="4379"/>
                  <a:pt x="6596" y="4379"/>
                </a:cubicBezTo>
                <a:cubicBezTo>
                  <a:pt x="6627" y="4379"/>
                  <a:pt x="6656" y="4363"/>
                  <a:pt x="6675" y="4339"/>
                </a:cubicBezTo>
                <a:cubicBezTo>
                  <a:pt x="6676" y="4379"/>
                  <a:pt x="6679" y="4416"/>
                  <a:pt x="6679" y="4459"/>
                </a:cubicBezTo>
                <a:cubicBezTo>
                  <a:pt x="6679" y="4519"/>
                  <a:pt x="6705" y="4577"/>
                  <a:pt x="6746" y="4618"/>
                </a:cubicBezTo>
                <a:cubicBezTo>
                  <a:pt x="6776" y="4648"/>
                  <a:pt x="6794" y="4690"/>
                  <a:pt x="6794" y="4733"/>
                </a:cubicBezTo>
                <a:lnTo>
                  <a:pt x="6794" y="4816"/>
                </a:lnTo>
                <a:cubicBezTo>
                  <a:pt x="6795" y="4854"/>
                  <a:pt x="6779" y="4893"/>
                  <a:pt x="6748" y="4923"/>
                </a:cubicBezTo>
                <a:lnTo>
                  <a:pt x="6709" y="4963"/>
                </a:lnTo>
                <a:cubicBezTo>
                  <a:pt x="6667" y="5004"/>
                  <a:pt x="6642" y="5062"/>
                  <a:pt x="6642" y="5122"/>
                </a:cubicBezTo>
                <a:cubicBezTo>
                  <a:pt x="6642" y="5270"/>
                  <a:pt x="6575" y="5411"/>
                  <a:pt x="6464" y="5499"/>
                </a:cubicBezTo>
                <a:cubicBezTo>
                  <a:pt x="6412" y="5539"/>
                  <a:pt x="6356" y="5595"/>
                  <a:pt x="6293" y="5656"/>
                </a:cubicBezTo>
                <a:cubicBezTo>
                  <a:pt x="6223" y="5728"/>
                  <a:pt x="6076" y="5872"/>
                  <a:pt x="6018" y="5873"/>
                </a:cubicBezTo>
                <a:cubicBezTo>
                  <a:pt x="5962" y="5872"/>
                  <a:pt x="5815" y="5728"/>
                  <a:pt x="5744" y="5656"/>
                </a:cubicBezTo>
                <a:cubicBezTo>
                  <a:pt x="5683" y="5597"/>
                  <a:pt x="5628" y="5542"/>
                  <a:pt x="5573" y="5500"/>
                </a:cubicBezTo>
                <a:cubicBezTo>
                  <a:pt x="5532" y="5468"/>
                  <a:pt x="5483" y="5452"/>
                  <a:pt x="5434" y="5452"/>
                </a:cubicBezTo>
                <a:cubicBezTo>
                  <a:pt x="5367" y="5452"/>
                  <a:pt x="5301" y="5482"/>
                  <a:pt x="5257" y="5539"/>
                </a:cubicBezTo>
                <a:cubicBezTo>
                  <a:pt x="5178" y="5639"/>
                  <a:pt x="5197" y="5781"/>
                  <a:pt x="5295" y="5857"/>
                </a:cubicBezTo>
                <a:cubicBezTo>
                  <a:pt x="5335" y="5888"/>
                  <a:pt x="5378" y="5933"/>
                  <a:pt x="5424" y="5980"/>
                </a:cubicBezTo>
                <a:cubicBezTo>
                  <a:pt x="5580" y="6136"/>
                  <a:pt x="5776" y="6329"/>
                  <a:pt x="6018" y="6329"/>
                </a:cubicBezTo>
                <a:cubicBezTo>
                  <a:pt x="6262" y="6329"/>
                  <a:pt x="6457" y="6136"/>
                  <a:pt x="6612" y="5980"/>
                </a:cubicBezTo>
                <a:cubicBezTo>
                  <a:pt x="6660" y="5933"/>
                  <a:pt x="6705" y="5888"/>
                  <a:pt x="6743" y="5857"/>
                </a:cubicBezTo>
                <a:cubicBezTo>
                  <a:pt x="6938" y="5702"/>
                  <a:pt x="7064" y="5471"/>
                  <a:pt x="7091" y="5223"/>
                </a:cubicBezTo>
                <a:cubicBezTo>
                  <a:pt x="7192" y="5108"/>
                  <a:pt x="7248" y="4966"/>
                  <a:pt x="7248" y="4814"/>
                </a:cubicBezTo>
                <a:lnTo>
                  <a:pt x="7248" y="4730"/>
                </a:lnTo>
                <a:cubicBezTo>
                  <a:pt x="7248" y="4601"/>
                  <a:pt x="7206" y="4477"/>
                  <a:pt x="7135" y="4373"/>
                </a:cubicBezTo>
                <a:cubicBezTo>
                  <a:pt x="7122" y="3916"/>
                  <a:pt x="7004" y="3574"/>
                  <a:pt x="6788" y="3356"/>
                </a:cubicBezTo>
                <a:cubicBezTo>
                  <a:pt x="6537" y="3106"/>
                  <a:pt x="6226" y="3089"/>
                  <a:pt x="6046" y="3089"/>
                </a:cubicBezTo>
                <a:close/>
                <a:moveTo>
                  <a:pt x="5169" y="0"/>
                </a:moveTo>
                <a:cubicBezTo>
                  <a:pt x="3747" y="0"/>
                  <a:pt x="2498" y="896"/>
                  <a:pt x="2039" y="2210"/>
                </a:cubicBezTo>
                <a:cubicBezTo>
                  <a:pt x="900" y="2297"/>
                  <a:pt x="0" y="3258"/>
                  <a:pt x="0" y="4430"/>
                </a:cubicBezTo>
                <a:cubicBezTo>
                  <a:pt x="0" y="5224"/>
                  <a:pt x="428" y="5965"/>
                  <a:pt x="1118" y="6363"/>
                </a:cubicBezTo>
                <a:cubicBezTo>
                  <a:pt x="1175" y="6397"/>
                  <a:pt x="1235" y="6412"/>
                  <a:pt x="1295" y="6412"/>
                </a:cubicBezTo>
                <a:cubicBezTo>
                  <a:pt x="1418" y="6412"/>
                  <a:pt x="1537" y="6348"/>
                  <a:pt x="1601" y="6235"/>
                </a:cubicBezTo>
                <a:cubicBezTo>
                  <a:pt x="1697" y="6066"/>
                  <a:pt x="1641" y="5851"/>
                  <a:pt x="1472" y="5753"/>
                </a:cubicBezTo>
                <a:cubicBezTo>
                  <a:pt x="998" y="5480"/>
                  <a:pt x="705" y="4973"/>
                  <a:pt x="705" y="4431"/>
                </a:cubicBezTo>
                <a:cubicBezTo>
                  <a:pt x="705" y="3607"/>
                  <a:pt x="1390" y="2914"/>
                  <a:pt x="2198" y="2914"/>
                </a:cubicBezTo>
                <a:lnTo>
                  <a:pt x="2199" y="2914"/>
                </a:lnTo>
                <a:cubicBezTo>
                  <a:pt x="2227" y="2917"/>
                  <a:pt x="2254" y="2921"/>
                  <a:pt x="2282" y="2923"/>
                </a:cubicBezTo>
                <a:cubicBezTo>
                  <a:pt x="2287" y="2923"/>
                  <a:pt x="2291" y="2923"/>
                  <a:pt x="2295" y="2923"/>
                </a:cubicBezTo>
                <a:cubicBezTo>
                  <a:pt x="2459" y="2923"/>
                  <a:pt x="2601" y="2814"/>
                  <a:pt x="2640" y="2657"/>
                </a:cubicBezTo>
                <a:cubicBezTo>
                  <a:pt x="2934" y="1510"/>
                  <a:pt x="3974" y="710"/>
                  <a:pt x="5168" y="710"/>
                </a:cubicBezTo>
                <a:cubicBezTo>
                  <a:pt x="6605" y="710"/>
                  <a:pt x="7775" y="1871"/>
                  <a:pt x="7775" y="3301"/>
                </a:cubicBezTo>
                <a:cubicBezTo>
                  <a:pt x="7775" y="3356"/>
                  <a:pt x="7769" y="3419"/>
                  <a:pt x="7766" y="3482"/>
                </a:cubicBezTo>
                <a:cubicBezTo>
                  <a:pt x="7756" y="3619"/>
                  <a:pt x="7824" y="3748"/>
                  <a:pt x="7944" y="3815"/>
                </a:cubicBezTo>
                <a:cubicBezTo>
                  <a:pt x="8296" y="4015"/>
                  <a:pt x="8516" y="4393"/>
                  <a:pt x="8516" y="4797"/>
                </a:cubicBezTo>
                <a:cubicBezTo>
                  <a:pt x="8516" y="5174"/>
                  <a:pt x="8328" y="5530"/>
                  <a:pt x="8014" y="5750"/>
                </a:cubicBezTo>
                <a:cubicBezTo>
                  <a:pt x="7852" y="5861"/>
                  <a:pt x="7814" y="6081"/>
                  <a:pt x="7925" y="6241"/>
                </a:cubicBezTo>
                <a:cubicBezTo>
                  <a:pt x="7994" y="6341"/>
                  <a:pt x="8103" y="6394"/>
                  <a:pt x="8215" y="6394"/>
                </a:cubicBezTo>
                <a:cubicBezTo>
                  <a:pt x="8285" y="6394"/>
                  <a:pt x="8355" y="6373"/>
                  <a:pt x="8417" y="6331"/>
                </a:cubicBezTo>
                <a:cubicBezTo>
                  <a:pt x="8922" y="5980"/>
                  <a:pt x="9223" y="5405"/>
                  <a:pt x="9223" y="4797"/>
                </a:cubicBezTo>
                <a:cubicBezTo>
                  <a:pt x="9223" y="4213"/>
                  <a:pt x="8944" y="3667"/>
                  <a:pt x="8486" y="3322"/>
                </a:cubicBezTo>
                <a:lnTo>
                  <a:pt x="8486" y="3300"/>
                </a:lnTo>
                <a:cubicBezTo>
                  <a:pt x="8486" y="1481"/>
                  <a:pt x="6997" y="0"/>
                  <a:pt x="5169" y="0"/>
                </a:cubicBezTo>
                <a:close/>
                <a:moveTo>
                  <a:pt x="3359" y="3419"/>
                </a:moveTo>
                <a:cubicBezTo>
                  <a:pt x="3459" y="3419"/>
                  <a:pt x="3517" y="3463"/>
                  <a:pt x="3531" y="3475"/>
                </a:cubicBezTo>
                <a:cubicBezTo>
                  <a:pt x="3575" y="3518"/>
                  <a:pt x="3633" y="3541"/>
                  <a:pt x="3692" y="3541"/>
                </a:cubicBezTo>
                <a:cubicBezTo>
                  <a:pt x="3720" y="3541"/>
                  <a:pt x="3748" y="3536"/>
                  <a:pt x="3775" y="3525"/>
                </a:cubicBezTo>
                <a:cubicBezTo>
                  <a:pt x="3805" y="3514"/>
                  <a:pt x="3882" y="3489"/>
                  <a:pt x="3978" y="3489"/>
                </a:cubicBezTo>
                <a:cubicBezTo>
                  <a:pt x="4131" y="3489"/>
                  <a:pt x="4330" y="3554"/>
                  <a:pt x="4458" y="3846"/>
                </a:cubicBezTo>
                <a:cubicBezTo>
                  <a:pt x="4537" y="4023"/>
                  <a:pt x="4608" y="4724"/>
                  <a:pt x="4636" y="5177"/>
                </a:cubicBezTo>
                <a:cubicBezTo>
                  <a:pt x="4658" y="5392"/>
                  <a:pt x="4649" y="5644"/>
                  <a:pt x="4633" y="5688"/>
                </a:cubicBezTo>
                <a:cubicBezTo>
                  <a:pt x="4568" y="5748"/>
                  <a:pt x="4407" y="5812"/>
                  <a:pt x="4317" y="5838"/>
                </a:cubicBezTo>
                <a:cubicBezTo>
                  <a:pt x="4196" y="5872"/>
                  <a:pt x="4125" y="5996"/>
                  <a:pt x="4159" y="6117"/>
                </a:cubicBezTo>
                <a:cubicBezTo>
                  <a:pt x="4173" y="6160"/>
                  <a:pt x="4196" y="6195"/>
                  <a:pt x="4228" y="6222"/>
                </a:cubicBezTo>
                <a:lnTo>
                  <a:pt x="3626" y="6752"/>
                </a:lnTo>
                <a:lnTo>
                  <a:pt x="2952" y="6160"/>
                </a:lnTo>
                <a:cubicBezTo>
                  <a:pt x="2980" y="6127"/>
                  <a:pt x="3003" y="6090"/>
                  <a:pt x="3010" y="6047"/>
                </a:cubicBezTo>
                <a:cubicBezTo>
                  <a:pt x="3029" y="5922"/>
                  <a:pt x="2943" y="5806"/>
                  <a:pt x="2818" y="5789"/>
                </a:cubicBezTo>
                <a:cubicBezTo>
                  <a:pt x="2780" y="5781"/>
                  <a:pt x="2654" y="5747"/>
                  <a:pt x="2614" y="5707"/>
                </a:cubicBezTo>
                <a:cubicBezTo>
                  <a:pt x="2585" y="5643"/>
                  <a:pt x="2596" y="5391"/>
                  <a:pt x="2637" y="5178"/>
                </a:cubicBezTo>
                <a:cubicBezTo>
                  <a:pt x="2643" y="5150"/>
                  <a:pt x="2643" y="5120"/>
                  <a:pt x="2637" y="5092"/>
                </a:cubicBezTo>
                <a:cubicBezTo>
                  <a:pt x="2633" y="5082"/>
                  <a:pt x="2431" y="3961"/>
                  <a:pt x="3031" y="3543"/>
                </a:cubicBezTo>
                <a:cubicBezTo>
                  <a:pt x="3168" y="3447"/>
                  <a:pt x="3277" y="3419"/>
                  <a:pt x="3359" y="3419"/>
                </a:cubicBezTo>
                <a:close/>
                <a:moveTo>
                  <a:pt x="3358" y="2970"/>
                </a:moveTo>
                <a:cubicBezTo>
                  <a:pt x="3188" y="2970"/>
                  <a:pt x="2988" y="3023"/>
                  <a:pt x="2772" y="3174"/>
                </a:cubicBezTo>
                <a:cubicBezTo>
                  <a:pt x="2000" y="3710"/>
                  <a:pt x="2146" y="4886"/>
                  <a:pt x="2186" y="5135"/>
                </a:cubicBezTo>
                <a:cubicBezTo>
                  <a:pt x="2132" y="5440"/>
                  <a:pt x="2106" y="5820"/>
                  <a:pt x="2268" y="5995"/>
                </a:cubicBezTo>
                <a:cubicBezTo>
                  <a:pt x="2342" y="6074"/>
                  <a:pt x="2435" y="6129"/>
                  <a:pt x="2518" y="6166"/>
                </a:cubicBezTo>
                <a:cubicBezTo>
                  <a:pt x="1752" y="6403"/>
                  <a:pt x="1694" y="6538"/>
                  <a:pt x="1663" y="6613"/>
                </a:cubicBezTo>
                <a:cubicBezTo>
                  <a:pt x="1608" y="6748"/>
                  <a:pt x="1590" y="6926"/>
                  <a:pt x="1574" y="7083"/>
                </a:cubicBezTo>
                <a:lnTo>
                  <a:pt x="1562" y="7183"/>
                </a:lnTo>
                <a:cubicBezTo>
                  <a:pt x="1546" y="7306"/>
                  <a:pt x="1635" y="7420"/>
                  <a:pt x="1760" y="7435"/>
                </a:cubicBezTo>
                <a:cubicBezTo>
                  <a:pt x="1769" y="7437"/>
                  <a:pt x="1777" y="7437"/>
                  <a:pt x="1786" y="7437"/>
                </a:cubicBezTo>
                <a:cubicBezTo>
                  <a:pt x="1901" y="7437"/>
                  <a:pt x="1999" y="7354"/>
                  <a:pt x="2012" y="7238"/>
                </a:cubicBezTo>
                <a:lnTo>
                  <a:pt x="2023" y="7132"/>
                </a:lnTo>
                <a:cubicBezTo>
                  <a:pt x="2034" y="7034"/>
                  <a:pt x="2046" y="6905"/>
                  <a:pt x="2069" y="6824"/>
                </a:cubicBezTo>
                <a:cubicBezTo>
                  <a:pt x="2170" y="6763"/>
                  <a:pt x="2462" y="6657"/>
                  <a:pt x="2737" y="6574"/>
                </a:cubicBezTo>
                <a:lnTo>
                  <a:pt x="3470" y="7217"/>
                </a:lnTo>
                <a:cubicBezTo>
                  <a:pt x="3509" y="7251"/>
                  <a:pt x="3558" y="7266"/>
                  <a:pt x="3605" y="7269"/>
                </a:cubicBezTo>
                <a:cubicBezTo>
                  <a:pt x="3613" y="7269"/>
                  <a:pt x="3619" y="7272"/>
                  <a:pt x="3626" y="7272"/>
                </a:cubicBezTo>
                <a:cubicBezTo>
                  <a:pt x="3634" y="7269"/>
                  <a:pt x="3641" y="7269"/>
                  <a:pt x="3649" y="7268"/>
                </a:cubicBezTo>
                <a:cubicBezTo>
                  <a:pt x="3698" y="7265"/>
                  <a:pt x="3745" y="7250"/>
                  <a:pt x="3784" y="7216"/>
                </a:cubicBezTo>
                <a:lnTo>
                  <a:pt x="4517" y="6571"/>
                </a:lnTo>
                <a:cubicBezTo>
                  <a:pt x="4792" y="6656"/>
                  <a:pt x="5087" y="6763"/>
                  <a:pt x="5185" y="6822"/>
                </a:cubicBezTo>
                <a:cubicBezTo>
                  <a:pt x="5214" y="6919"/>
                  <a:pt x="5228" y="7079"/>
                  <a:pt x="5237" y="7187"/>
                </a:cubicBezTo>
                <a:lnTo>
                  <a:pt x="5242" y="7230"/>
                </a:lnTo>
                <a:cubicBezTo>
                  <a:pt x="5252" y="7348"/>
                  <a:pt x="5350" y="7437"/>
                  <a:pt x="5466" y="7437"/>
                </a:cubicBezTo>
                <a:cubicBezTo>
                  <a:pt x="5472" y="7437"/>
                  <a:pt x="5479" y="7435"/>
                  <a:pt x="5487" y="7435"/>
                </a:cubicBezTo>
                <a:cubicBezTo>
                  <a:pt x="5610" y="7423"/>
                  <a:pt x="5702" y="7312"/>
                  <a:pt x="5690" y="7187"/>
                </a:cubicBezTo>
                <a:lnTo>
                  <a:pt x="5687" y="7147"/>
                </a:lnTo>
                <a:cubicBezTo>
                  <a:pt x="5670" y="6976"/>
                  <a:pt x="5652" y="6764"/>
                  <a:pt x="5594" y="6613"/>
                </a:cubicBezTo>
                <a:cubicBezTo>
                  <a:pt x="5563" y="6537"/>
                  <a:pt x="5505" y="6400"/>
                  <a:pt x="4727" y="6161"/>
                </a:cubicBezTo>
                <a:cubicBezTo>
                  <a:pt x="4801" y="6124"/>
                  <a:pt x="4880" y="6077"/>
                  <a:pt x="4940" y="6020"/>
                </a:cubicBezTo>
                <a:cubicBezTo>
                  <a:pt x="5125" y="5854"/>
                  <a:pt x="5123" y="5443"/>
                  <a:pt x="5089" y="5138"/>
                </a:cubicBezTo>
                <a:cubicBezTo>
                  <a:pt x="5076" y="4945"/>
                  <a:pt x="5012" y="3975"/>
                  <a:pt x="4874" y="3664"/>
                </a:cubicBezTo>
                <a:cubicBezTo>
                  <a:pt x="4659" y="3174"/>
                  <a:pt x="4289" y="3036"/>
                  <a:pt x="3979" y="3036"/>
                </a:cubicBezTo>
                <a:cubicBezTo>
                  <a:pt x="3890" y="3036"/>
                  <a:pt x="3806" y="3047"/>
                  <a:pt x="3732" y="3065"/>
                </a:cubicBezTo>
                <a:cubicBezTo>
                  <a:pt x="3637" y="3012"/>
                  <a:pt x="3509" y="2970"/>
                  <a:pt x="3358" y="2970"/>
                </a:cubicBezTo>
                <a:close/>
                <a:moveTo>
                  <a:pt x="6870" y="6092"/>
                </a:moveTo>
                <a:cubicBezTo>
                  <a:pt x="6816" y="6092"/>
                  <a:pt x="6764" y="6112"/>
                  <a:pt x="6722" y="6151"/>
                </a:cubicBezTo>
                <a:lnTo>
                  <a:pt x="5894" y="6878"/>
                </a:lnTo>
                <a:cubicBezTo>
                  <a:pt x="5800" y="6960"/>
                  <a:pt x="5791" y="7104"/>
                  <a:pt x="5874" y="7198"/>
                </a:cubicBezTo>
                <a:cubicBezTo>
                  <a:pt x="5919" y="7248"/>
                  <a:pt x="5982" y="7275"/>
                  <a:pt x="6045" y="7275"/>
                </a:cubicBezTo>
                <a:cubicBezTo>
                  <a:pt x="6098" y="7275"/>
                  <a:pt x="6151" y="7256"/>
                  <a:pt x="6194" y="7217"/>
                </a:cubicBezTo>
                <a:lnTo>
                  <a:pt x="6927" y="6574"/>
                </a:lnTo>
                <a:cubicBezTo>
                  <a:pt x="7202" y="6657"/>
                  <a:pt x="7494" y="6763"/>
                  <a:pt x="7595" y="6822"/>
                </a:cubicBezTo>
                <a:cubicBezTo>
                  <a:pt x="7615" y="6901"/>
                  <a:pt x="7628" y="7024"/>
                  <a:pt x="7637" y="7112"/>
                </a:cubicBezTo>
                <a:cubicBezTo>
                  <a:pt x="7643" y="7162"/>
                  <a:pt x="7647" y="7207"/>
                  <a:pt x="7652" y="7244"/>
                </a:cubicBezTo>
                <a:cubicBezTo>
                  <a:pt x="7670" y="7357"/>
                  <a:pt x="7765" y="7437"/>
                  <a:pt x="7876" y="7437"/>
                </a:cubicBezTo>
                <a:cubicBezTo>
                  <a:pt x="7888" y="7437"/>
                  <a:pt x="7898" y="7437"/>
                  <a:pt x="7910" y="7435"/>
                </a:cubicBezTo>
                <a:cubicBezTo>
                  <a:pt x="8035" y="7416"/>
                  <a:pt x="8120" y="7302"/>
                  <a:pt x="8102" y="7178"/>
                </a:cubicBezTo>
                <a:cubicBezTo>
                  <a:pt x="8096" y="7147"/>
                  <a:pt x="8091" y="7109"/>
                  <a:pt x="8088" y="7066"/>
                </a:cubicBezTo>
                <a:cubicBezTo>
                  <a:pt x="8072" y="6919"/>
                  <a:pt x="8053" y="6739"/>
                  <a:pt x="8001" y="6613"/>
                </a:cubicBezTo>
                <a:cubicBezTo>
                  <a:pt x="7968" y="6531"/>
                  <a:pt x="7904" y="6381"/>
                  <a:pt x="6933" y="6102"/>
                </a:cubicBezTo>
                <a:cubicBezTo>
                  <a:pt x="6912" y="6096"/>
                  <a:pt x="6891" y="6092"/>
                  <a:pt x="6870" y="6092"/>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13" name="Google Shape;1313;p140"/>
          <p:cNvSpPr/>
          <p:nvPr/>
        </p:nvSpPr>
        <p:spPr>
          <a:xfrm>
            <a:off x="8337165" y="976475"/>
            <a:ext cx="274314" cy="212077"/>
          </a:xfrm>
          <a:custGeom>
            <a:rect b="b" l="l" r="r" t="t"/>
            <a:pathLst>
              <a:path extrusionOk="0" h="7023" w="9084">
                <a:moveTo>
                  <a:pt x="5618" y="1718"/>
                </a:moveTo>
                <a:lnTo>
                  <a:pt x="1862" y="3913"/>
                </a:lnTo>
                <a:lnTo>
                  <a:pt x="1064" y="3185"/>
                </a:lnTo>
                <a:lnTo>
                  <a:pt x="5618" y="1718"/>
                </a:lnTo>
                <a:close/>
                <a:moveTo>
                  <a:pt x="6968" y="1457"/>
                </a:moveTo>
                <a:lnTo>
                  <a:pt x="2719" y="4675"/>
                </a:lnTo>
                <a:cubicBezTo>
                  <a:pt x="2658" y="4691"/>
                  <a:pt x="2602" y="4716"/>
                  <a:pt x="2556" y="4765"/>
                </a:cubicBezTo>
                <a:cubicBezTo>
                  <a:pt x="2410" y="4921"/>
                  <a:pt x="2254" y="5083"/>
                  <a:pt x="2110" y="5233"/>
                </a:cubicBezTo>
                <a:cubicBezTo>
                  <a:pt x="2121" y="4960"/>
                  <a:pt x="2136" y="4649"/>
                  <a:pt x="2152" y="4357"/>
                </a:cubicBezTo>
                <a:cubicBezTo>
                  <a:pt x="2154" y="4329"/>
                  <a:pt x="2152" y="4300"/>
                  <a:pt x="2148" y="4275"/>
                </a:cubicBezTo>
                <a:lnTo>
                  <a:pt x="6968" y="1457"/>
                </a:lnTo>
                <a:close/>
                <a:moveTo>
                  <a:pt x="7431" y="1672"/>
                </a:moveTo>
                <a:lnTo>
                  <a:pt x="4550" y="6125"/>
                </a:lnTo>
                <a:lnTo>
                  <a:pt x="3197" y="4879"/>
                </a:lnTo>
                <a:lnTo>
                  <a:pt x="7431" y="1672"/>
                </a:lnTo>
                <a:close/>
                <a:moveTo>
                  <a:pt x="8704" y="0"/>
                </a:moveTo>
                <a:cubicBezTo>
                  <a:pt x="8668" y="0"/>
                  <a:pt x="8632" y="5"/>
                  <a:pt x="8597" y="16"/>
                </a:cubicBezTo>
                <a:lnTo>
                  <a:pt x="265" y="2697"/>
                </a:lnTo>
                <a:cubicBezTo>
                  <a:pt x="144" y="2737"/>
                  <a:pt x="55" y="2836"/>
                  <a:pt x="27" y="2959"/>
                </a:cubicBezTo>
                <a:cubicBezTo>
                  <a:pt x="0" y="3081"/>
                  <a:pt x="42" y="3212"/>
                  <a:pt x="134" y="3295"/>
                </a:cubicBezTo>
                <a:lnTo>
                  <a:pt x="1436" y="4482"/>
                </a:lnTo>
                <a:cubicBezTo>
                  <a:pt x="1340" y="6216"/>
                  <a:pt x="1365" y="6235"/>
                  <a:pt x="1534" y="6364"/>
                </a:cubicBezTo>
                <a:cubicBezTo>
                  <a:pt x="1597" y="6413"/>
                  <a:pt x="1674" y="6439"/>
                  <a:pt x="1752" y="6439"/>
                </a:cubicBezTo>
                <a:cubicBezTo>
                  <a:pt x="1789" y="6439"/>
                  <a:pt x="1827" y="6433"/>
                  <a:pt x="1862" y="6421"/>
                </a:cubicBezTo>
                <a:cubicBezTo>
                  <a:pt x="1953" y="6391"/>
                  <a:pt x="1993" y="6378"/>
                  <a:pt x="2828" y="5502"/>
                </a:cubicBezTo>
                <a:lnTo>
                  <a:pt x="4376" y="6929"/>
                </a:lnTo>
                <a:cubicBezTo>
                  <a:pt x="4440" y="6991"/>
                  <a:pt x="4528" y="7022"/>
                  <a:pt x="4616" y="7022"/>
                </a:cubicBezTo>
                <a:cubicBezTo>
                  <a:pt x="4630" y="7022"/>
                  <a:pt x="4645" y="7021"/>
                  <a:pt x="4660" y="7018"/>
                </a:cubicBezTo>
                <a:cubicBezTo>
                  <a:pt x="4764" y="7004"/>
                  <a:pt x="4858" y="6948"/>
                  <a:pt x="4913" y="6859"/>
                </a:cubicBezTo>
                <a:lnTo>
                  <a:pt x="9004" y="548"/>
                </a:lnTo>
                <a:cubicBezTo>
                  <a:pt x="9084" y="422"/>
                  <a:pt x="9078" y="258"/>
                  <a:pt x="8987" y="140"/>
                </a:cubicBezTo>
                <a:cubicBezTo>
                  <a:pt x="8918" y="50"/>
                  <a:pt x="8813" y="0"/>
                  <a:pt x="870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14" name="Google Shape;1314;p140"/>
          <p:cNvSpPr txBox="1"/>
          <p:nvPr/>
        </p:nvSpPr>
        <p:spPr>
          <a:xfrm>
            <a:off x="7772551" y="2222911"/>
            <a:ext cx="10011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AI enabled Self-service for Biz, Engineers</a:t>
            </a:r>
            <a:endParaRPr sz="600">
              <a:solidFill>
                <a:srgbClr val="105780"/>
              </a:solidFill>
            </a:endParaRPr>
          </a:p>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Natural Language Querying</a:t>
            </a:r>
            <a:endParaRPr sz="600">
              <a:solidFill>
                <a:srgbClr val="105780"/>
              </a:solidFill>
            </a:endParaRPr>
          </a:p>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Reporting Tools</a:t>
            </a:r>
            <a:endParaRPr sz="600">
              <a:solidFill>
                <a:srgbClr val="105780"/>
              </a:solidFill>
            </a:endParaRPr>
          </a:p>
        </p:txBody>
      </p:sp>
      <p:sp>
        <p:nvSpPr>
          <p:cNvPr id="1315" name="Google Shape;1315;p140"/>
          <p:cNvSpPr txBox="1"/>
          <p:nvPr/>
        </p:nvSpPr>
        <p:spPr>
          <a:xfrm>
            <a:off x="7772542" y="2839573"/>
            <a:ext cx="769500" cy="415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Rich Semantics from SAP. Enrich further with Snowflake Marketplace, with Enterprise data.</a:t>
            </a:r>
            <a:endParaRPr sz="600">
              <a:solidFill>
                <a:srgbClr val="105780"/>
              </a:solidFill>
            </a:endParaRPr>
          </a:p>
        </p:txBody>
      </p:sp>
      <p:sp>
        <p:nvSpPr>
          <p:cNvPr id="1316" name="Google Shape;1316;p140"/>
          <p:cNvSpPr txBox="1"/>
          <p:nvPr/>
        </p:nvSpPr>
        <p:spPr>
          <a:xfrm>
            <a:off x="7266351" y="4220933"/>
            <a:ext cx="9498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Build Listings/Apps/ Agents in Snowflake with mix of SAP &amp; non-SAP (IOT, Social, Documents) sources</a:t>
            </a:r>
            <a:endParaRPr sz="600">
              <a:solidFill>
                <a:srgbClr val="105780"/>
              </a:solidFill>
            </a:endParaRPr>
          </a:p>
        </p:txBody>
      </p:sp>
      <p:sp>
        <p:nvSpPr>
          <p:cNvPr id="1317" name="Google Shape;1317;p140"/>
          <p:cNvSpPr/>
          <p:nvPr/>
        </p:nvSpPr>
        <p:spPr>
          <a:xfrm>
            <a:off x="7202046" y="1539977"/>
            <a:ext cx="340128" cy="323613"/>
          </a:xfrm>
          <a:custGeom>
            <a:rect b="b" l="l" r="r" t="t"/>
            <a:pathLst>
              <a:path extrusionOk="0" h="8857" w="9309">
                <a:moveTo>
                  <a:pt x="3985" y="437"/>
                </a:moveTo>
                <a:cubicBezTo>
                  <a:pt x="4121" y="437"/>
                  <a:pt x="4233" y="548"/>
                  <a:pt x="4233" y="686"/>
                </a:cubicBezTo>
                <a:cubicBezTo>
                  <a:pt x="4233" y="823"/>
                  <a:pt x="4121" y="934"/>
                  <a:pt x="3985" y="934"/>
                </a:cubicBezTo>
                <a:cubicBezTo>
                  <a:pt x="3847" y="934"/>
                  <a:pt x="3735" y="823"/>
                  <a:pt x="3735" y="686"/>
                </a:cubicBezTo>
                <a:cubicBezTo>
                  <a:pt x="3735" y="548"/>
                  <a:pt x="3847" y="437"/>
                  <a:pt x="3985" y="437"/>
                </a:cubicBezTo>
                <a:close/>
                <a:moveTo>
                  <a:pt x="3031" y="1023"/>
                </a:moveTo>
                <a:cubicBezTo>
                  <a:pt x="2995" y="1023"/>
                  <a:pt x="2958" y="1032"/>
                  <a:pt x="2924" y="1052"/>
                </a:cubicBezTo>
                <a:lnTo>
                  <a:pt x="1609" y="1810"/>
                </a:lnTo>
                <a:cubicBezTo>
                  <a:pt x="1506" y="1870"/>
                  <a:pt x="1471" y="2002"/>
                  <a:pt x="1530" y="2105"/>
                </a:cubicBezTo>
                <a:cubicBezTo>
                  <a:pt x="1572" y="2171"/>
                  <a:pt x="1641" y="2210"/>
                  <a:pt x="1716" y="2210"/>
                </a:cubicBezTo>
                <a:cubicBezTo>
                  <a:pt x="1753" y="2210"/>
                  <a:pt x="1788" y="2201"/>
                  <a:pt x="1824" y="2182"/>
                </a:cubicBezTo>
                <a:lnTo>
                  <a:pt x="3140" y="1423"/>
                </a:lnTo>
                <a:cubicBezTo>
                  <a:pt x="3242" y="1364"/>
                  <a:pt x="3276" y="1231"/>
                  <a:pt x="3217" y="1130"/>
                </a:cubicBezTo>
                <a:cubicBezTo>
                  <a:pt x="3177" y="1062"/>
                  <a:pt x="3105" y="1023"/>
                  <a:pt x="3031" y="1023"/>
                </a:cubicBezTo>
                <a:close/>
                <a:moveTo>
                  <a:pt x="4936" y="1020"/>
                </a:moveTo>
                <a:cubicBezTo>
                  <a:pt x="4863" y="1020"/>
                  <a:pt x="4791" y="1058"/>
                  <a:pt x="4751" y="1126"/>
                </a:cubicBezTo>
                <a:cubicBezTo>
                  <a:pt x="4692" y="1230"/>
                  <a:pt x="4727" y="1362"/>
                  <a:pt x="4828" y="1421"/>
                </a:cubicBezTo>
                <a:lnTo>
                  <a:pt x="6148" y="2182"/>
                </a:lnTo>
                <a:cubicBezTo>
                  <a:pt x="6182" y="2203"/>
                  <a:pt x="6220" y="2210"/>
                  <a:pt x="6257" y="2210"/>
                </a:cubicBezTo>
                <a:cubicBezTo>
                  <a:pt x="6331" y="2210"/>
                  <a:pt x="6402" y="2171"/>
                  <a:pt x="6442" y="2103"/>
                </a:cubicBezTo>
                <a:cubicBezTo>
                  <a:pt x="6502" y="2001"/>
                  <a:pt x="6466" y="1868"/>
                  <a:pt x="6364" y="1809"/>
                </a:cubicBezTo>
                <a:lnTo>
                  <a:pt x="5043" y="1049"/>
                </a:lnTo>
                <a:cubicBezTo>
                  <a:pt x="5010" y="1029"/>
                  <a:pt x="4973" y="1020"/>
                  <a:pt x="4936" y="1020"/>
                </a:cubicBezTo>
                <a:close/>
                <a:moveTo>
                  <a:pt x="777" y="2289"/>
                </a:moveTo>
                <a:cubicBezTo>
                  <a:pt x="819" y="2289"/>
                  <a:pt x="862" y="2299"/>
                  <a:pt x="900" y="2321"/>
                </a:cubicBezTo>
                <a:cubicBezTo>
                  <a:pt x="1019" y="2390"/>
                  <a:pt x="1061" y="2543"/>
                  <a:pt x="993" y="2661"/>
                </a:cubicBezTo>
                <a:cubicBezTo>
                  <a:pt x="946" y="2741"/>
                  <a:pt x="862" y="2785"/>
                  <a:pt x="777" y="2785"/>
                </a:cubicBezTo>
                <a:cubicBezTo>
                  <a:pt x="734" y="2785"/>
                  <a:pt x="692" y="2774"/>
                  <a:pt x="653" y="2752"/>
                </a:cubicBezTo>
                <a:cubicBezTo>
                  <a:pt x="534" y="2684"/>
                  <a:pt x="492" y="2531"/>
                  <a:pt x="562" y="2412"/>
                </a:cubicBezTo>
                <a:cubicBezTo>
                  <a:pt x="608" y="2333"/>
                  <a:pt x="691" y="2289"/>
                  <a:pt x="777" y="2289"/>
                </a:cubicBezTo>
                <a:close/>
                <a:moveTo>
                  <a:pt x="7192" y="2288"/>
                </a:moveTo>
                <a:cubicBezTo>
                  <a:pt x="7277" y="2288"/>
                  <a:pt x="7361" y="2332"/>
                  <a:pt x="7407" y="2412"/>
                </a:cubicBezTo>
                <a:cubicBezTo>
                  <a:pt x="7476" y="2531"/>
                  <a:pt x="7434" y="2684"/>
                  <a:pt x="7315" y="2752"/>
                </a:cubicBezTo>
                <a:cubicBezTo>
                  <a:pt x="7276" y="2774"/>
                  <a:pt x="7233" y="2785"/>
                  <a:pt x="7191" y="2785"/>
                </a:cubicBezTo>
                <a:cubicBezTo>
                  <a:pt x="7106" y="2785"/>
                  <a:pt x="7023" y="2741"/>
                  <a:pt x="6977" y="2661"/>
                </a:cubicBezTo>
                <a:cubicBezTo>
                  <a:pt x="6907" y="2543"/>
                  <a:pt x="6949" y="2390"/>
                  <a:pt x="7067" y="2321"/>
                </a:cubicBezTo>
                <a:cubicBezTo>
                  <a:pt x="7107" y="2299"/>
                  <a:pt x="7149" y="2288"/>
                  <a:pt x="7192" y="2288"/>
                </a:cubicBezTo>
                <a:close/>
                <a:moveTo>
                  <a:pt x="5318" y="3137"/>
                </a:moveTo>
                <a:lnTo>
                  <a:pt x="5318" y="3172"/>
                </a:lnTo>
                <a:lnTo>
                  <a:pt x="5395" y="3172"/>
                </a:lnTo>
                <a:lnTo>
                  <a:pt x="5395" y="3380"/>
                </a:lnTo>
                <a:lnTo>
                  <a:pt x="5435" y="3380"/>
                </a:lnTo>
                <a:lnTo>
                  <a:pt x="5435" y="3172"/>
                </a:lnTo>
                <a:lnTo>
                  <a:pt x="5511" y="3172"/>
                </a:lnTo>
                <a:lnTo>
                  <a:pt x="5511" y="3137"/>
                </a:lnTo>
                <a:close/>
                <a:moveTo>
                  <a:pt x="5548" y="3137"/>
                </a:moveTo>
                <a:lnTo>
                  <a:pt x="5548" y="3380"/>
                </a:lnTo>
                <a:lnTo>
                  <a:pt x="5590" y="3380"/>
                </a:lnTo>
                <a:lnTo>
                  <a:pt x="5590" y="3211"/>
                </a:lnTo>
                <a:lnTo>
                  <a:pt x="5660" y="3301"/>
                </a:lnTo>
                <a:lnTo>
                  <a:pt x="5675" y="3301"/>
                </a:lnTo>
                <a:lnTo>
                  <a:pt x="5746" y="3211"/>
                </a:lnTo>
                <a:lnTo>
                  <a:pt x="5746" y="3380"/>
                </a:lnTo>
                <a:lnTo>
                  <a:pt x="5784" y="3380"/>
                </a:lnTo>
                <a:lnTo>
                  <a:pt x="5784" y="3137"/>
                </a:lnTo>
                <a:lnTo>
                  <a:pt x="5755" y="3137"/>
                </a:lnTo>
                <a:lnTo>
                  <a:pt x="5667" y="3249"/>
                </a:lnTo>
                <a:lnTo>
                  <a:pt x="5581" y="3137"/>
                </a:lnTo>
                <a:close/>
                <a:moveTo>
                  <a:pt x="3645" y="2869"/>
                </a:moveTo>
                <a:cubicBezTo>
                  <a:pt x="3539" y="2869"/>
                  <a:pt x="3455" y="2954"/>
                  <a:pt x="3455" y="3058"/>
                </a:cubicBezTo>
                <a:lnTo>
                  <a:pt x="3455" y="3474"/>
                </a:lnTo>
                <a:lnTo>
                  <a:pt x="3094" y="3266"/>
                </a:lnTo>
                <a:cubicBezTo>
                  <a:pt x="3063" y="3249"/>
                  <a:pt x="3031" y="3241"/>
                  <a:pt x="2999" y="3241"/>
                </a:cubicBezTo>
                <a:cubicBezTo>
                  <a:pt x="2933" y="3241"/>
                  <a:pt x="2870" y="3274"/>
                  <a:pt x="2834" y="3334"/>
                </a:cubicBezTo>
                <a:cubicBezTo>
                  <a:pt x="2782" y="3428"/>
                  <a:pt x="2812" y="3543"/>
                  <a:pt x="2902" y="3595"/>
                </a:cubicBezTo>
                <a:lnTo>
                  <a:pt x="3548" y="3967"/>
                </a:lnTo>
                <a:cubicBezTo>
                  <a:pt x="3579" y="3983"/>
                  <a:pt x="3610" y="3991"/>
                  <a:pt x="3642" y="3991"/>
                </a:cubicBezTo>
                <a:cubicBezTo>
                  <a:pt x="3648" y="3991"/>
                  <a:pt x="3653" y="3991"/>
                  <a:pt x="3658" y="3990"/>
                </a:cubicBezTo>
                <a:cubicBezTo>
                  <a:pt x="3756" y="3983"/>
                  <a:pt x="3833" y="3901"/>
                  <a:pt x="3833" y="3800"/>
                </a:cubicBezTo>
                <a:lnTo>
                  <a:pt x="3833" y="3058"/>
                </a:lnTo>
                <a:cubicBezTo>
                  <a:pt x="3833" y="2954"/>
                  <a:pt x="3749" y="2869"/>
                  <a:pt x="3645" y="2869"/>
                </a:cubicBezTo>
                <a:close/>
                <a:moveTo>
                  <a:pt x="4334" y="2871"/>
                </a:moveTo>
                <a:cubicBezTo>
                  <a:pt x="4230" y="2871"/>
                  <a:pt x="4144" y="2957"/>
                  <a:pt x="4144" y="3061"/>
                </a:cubicBezTo>
                <a:lnTo>
                  <a:pt x="4144" y="3803"/>
                </a:lnTo>
                <a:cubicBezTo>
                  <a:pt x="4144" y="3901"/>
                  <a:pt x="4222" y="3983"/>
                  <a:pt x="4320" y="3990"/>
                </a:cubicBezTo>
                <a:cubicBezTo>
                  <a:pt x="4326" y="3991"/>
                  <a:pt x="4331" y="3991"/>
                  <a:pt x="4336" y="3991"/>
                </a:cubicBezTo>
                <a:cubicBezTo>
                  <a:pt x="4368" y="3991"/>
                  <a:pt x="4400" y="3983"/>
                  <a:pt x="4430" y="3967"/>
                </a:cubicBezTo>
                <a:lnTo>
                  <a:pt x="5076" y="3595"/>
                </a:lnTo>
                <a:cubicBezTo>
                  <a:pt x="5167" y="3543"/>
                  <a:pt x="5196" y="3428"/>
                  <a:pt x="5144" y="3337"/>
                </a:cubicBezTo>
                <a:cubicBezTo>
                  <a:pt x="5108" y="3277"/>
                  <a:pt x="5044" y="3244"/>
                  <a:pt x="4979" y="3244"/>
                </a:cubicBezTo>
                <a:cubicBezTo>
                  <a:pt x="4947" y="3244"/>
                  <a:pt x="4914" y="3252"/>
                  <a:pt x="4885" y="3269"/>
                </a:cubicBezTo>
                <a:lnTo>
                  <a:pt x="4522" y="3477"/>
                </a:lnTo>
                <a:lnTo>
                  <a:pt x="4522" y="3061"/>
                </a:lnTo>
                <a:cubicBezTo>
                  <a:pt x="4522" y="2957"/>
                  <a:pt x="4439" y="2871"/>
                  <a:pt x="4334" y="2871"/>
                </a:cubicBezTo>
                <a:close/>
                <a:moveTo>
                  <a:pt x="3989" y="4268"/>
                </a:moveTo>
                <a:cubicBezTo>
                  <a:pt x="4001" y="4268"/>
                  <a:pt x="4016" y="4274"/>
                  <a:pt x="4023" y="4281"/>
                </a:cubicBezTo>
                <a:lnTo>
                  <a:pt x="4101" y="4357"/>
                </a:lnTo>
                <a:cubicBezTo>
                  <a:pt x="4108" y="4365"/>
                  <a:pt x="4115" y="4379"/>
                  <a:pt x="4115" y="4391"/>
                </a:cubicBezTo>
                <a:lnTo>
                  <a:pt x="4115" y="4394"/>
                </a:lnTo>
                <a:cubicBezTo>
                  <a:pt x="4115" y="4406"/>
                  <a:pt x="4108" y="4421"/>
                  <a:pt x="4101" y="4428"/>
                </a:cubicBezTo>
                <a:lnTo>
                  <a:pt x="4023" y="4506"/>
                </a:lnTo>
                <a:cubicBezTo>
                  <a:pt x="4016" y="4513"/>
                  <a:pt x="4001" y="4519"/>
                  <a:pt x="3989" y="4519"/>
                </a:cubicBezTo>
                <a:lnTo>
                  <a:pt x="3986" y="4519"/>
                </a:lnTo>
                <a:cubicBezTo>
                  <a:pt x="3974" y="4519"/>
                  <a:pt x="3959" y="4513"/>
                  <a:pt x="3952" y="4506"/>
                </a:cubicBezTo>
                <a:lnTo>
                  <a:pt x="3875" y="4428"/>
                </a:lnTo>
                <a:cubicBezTo>
                  <a:pt x="3867" y="4421"/>
                  <a:pt x="3861" y="4406"/>
                  <a:pt x="3861" y="4394"/>
                </a:cubicBezTo>
                <a:lnTo>
                  <a:pt x="3861" y="4391"/>
                </a:lnTo>
                <a:cubicBezTo>
                  <a:pt x="3861" y="4379"/>
                  <a:pt x="3867" y="4365"/>
                  <a:pt x="3875" y="4357"/>
                </a:cubicBezTo>
                <a:lnTo>
                  <a:pt x="3952" y="4281"/>
                </a:lnTo>
                <a:cubicBezTo>
                  <a:pt x="3959" y="4274"/>
                  <a:pt x="3974" y="4268"/>
                  <a:pt x="3986" y="4268"/>
                </a:cubicBezTo>
                <a:close/>
                <a:moveTo>
                  <a:pt x="3949" y="4038"/>
                </a:moveTo>
                <a:cubicBezTo>
                  <a:pt x="3937" y="4038"/>
                  <a:pt x="3922" y="4045"/>
                  <a:pt x="3915" y="4053"/>
                </a:cubicBezTo>
                <a:lnTo>
                  <a:pt x="3648" y="4320"/>
                </a:lnTo>
                <a:cubicBezTo>
                  <a:pt x="3639" y="4327"/>
                  <a:pt x="3633" y="4342"/>
                  <a:pt x="3636" y="4354"/>
                </a:cubicBezTo>
                <a:lnTo>
                  <a:pt x="3636" y="4372"/>
                </a:lnTo>
                <a:lnTo>
                  <a:pt x="3636" y="4412"/>
                </a:lnTo>
                <a:lnTo>
                  <a:pt x="3636" y="4431"/>
                </a:lnTo>
                <a:cubicBezTo>
                  <a:pt x="3636" y="4443"/>
                  <a:pt x="3640" y="4458"/>
                  <a:pt x="3648" y="4466"/>
                </a:cubicBezTo>
                <a:lnTo>
                  <a:pt x="3915" y="4733"/>
                </a:lnTo>
                <a:cubicBezTo>
                  <a:pt x="3922" y="4742"/>
                  <a:pt x="3937" y="4748"/>
                  <a:pt x="3949" y="4748"/>
                </a:cubicBezTo>
                <a:lnTo>
                  <a:pt x="4026" y="4748"/>
                </a:lnTo>
                <a:cubicBezTo>
                  <a:pt x="4038" y="4748"/>
                  <a:pt x="4053" y="4740"/>
                  <a:pt x="4060" y="4733"/>
                </a:cubicBezTo>
                <a:lnTo>
                  <a:pt x="4329" y="4466"/>
                </a:lnTo>
                <a:cubicBezTo>
                  <a:pt x="4337" y="4458"/>
                  <a:pt x="4343" y="4443"/>
                  <a:pt x="4343" y="4431"/>
                </a:cubicBezTo>
                <a:lnTo>
                  <a:pt x="4343" y="4412"/>
                </a:lnTo>
                <a:lnTo>
                  <a:pt x="4343" y="4372"/>
                </a:lnTo>
                <a:lnTo>
                  <a:pt x="4343" y="4354"/>
                </a:lnTo>
                <a:cubicBezTo>
                  <a:pt x="4343" y="4342"/>
                  <a:pt x="4337" y="4327"/>
                  <a:pt x="4329" y="4320"/>
                </a:cubicBezTo>
                <a:lnTo>
                  <a:pt x="4060" y="4053"/>
                </a:lnTo>
                <a:cubicBezTo>
                  <a:pt x="4053" y="4044"/>
                  <a:pt x="4038" y="4038"/>
                  <a:pt x="4026" y="4038"/>
                </a:cubicBezTo>
                <a:close/>
                <a:moveTo>
                  <a:pt x="2654" y="3833"/>
                </a:moveTo>
                <a:cubicBezTo>
                  <a:pt x="2589" y="3833"/>
                  <a:pt x="2524" y="3867"/>
                  <a:pt x="2489" y="3927"/>
                </a:cubicBezTo>
                <a:cubicBezTo>
                  <a:pt x="2437" y="4019"/>
                  <a:pt x="2467" y="4133"/>
                  <a:pt x="2558" y="4185"/>
                </a:cubicBezTo>
                <a:lnTo>
                  <a:pt x="2919" y="4393"/>
                </a:lnTo>
                <a:lnTo>
                  <a:pt x="2558" y="4599"/>
                </a:lnTo>
                <a:cubicBezTo>
                  <a:pt x="2467" y="4651"/>
                  <a:pt x="2436" y="4766"/>
                  <a:pt x="2489" y="4858"/>
                </a:cubicBezTo>
                <a:cubicBezTo>
                  <a:pt x="2524" y="4918"/>
                  <a:pt x="2588" y="4951"/>
                  <a:pt x="2653" y="4951"/>
                </a:cubicBezTo>
                <a:cubicBezTo>
                  <a:pt x="2686" y="4951"/>
                  <a:pt x="2719" y="4943"/>
                  <a:pt x="2749" y="4926"/>
                </a:cubicBezTo>
                <a:lnTo>
                  <a:pt x="3395" y="4555"/>
                </a:lnTo>
                <a:cubicBezTo>
                  <a:pt x="3440" y="4532"/>
                  <a:pt x="3469" y="4494"/>
                  <a:pt x="3483" y="4449"/>
                </a:cubicBezTo>
                <a:cubicBezTo>
                  <a:pt x="3489" y="4428"/>
                  <a:pt x="3492" y="4408"/>
                  <a:pt x="3492" y="4387"/>
                </a:cubicBezTo>
                <a:cubicBezTo>
                  <a:pt x="3492" y="4372"/>
                  <a:pt x="3490" y="4357"/>
                  <a:pt x="3484" y="4342"/>
                </a:cubicBezTo>
                <a:cubicBezTo>
                  <a:pt x="3472" y="4296"/>
                  <a:pt x="3443" y="4256"/>
                  <a:pt x="3395" y="4229"/>
                </a:cubicBezTo>
                <a:lnTo>
                  <a:pt x="2749" y="3858"/>
                </a:lnTo>
                <a:cubicBezTo>
                  <a:pt x="2719" y="3841"/>
                  <a:pt x="2687" y="3833"/>
                  <a:pt x="2654" y="3833"/>
                </a:cubicBezTo>
                <a:close/>
                <a:moveTo>
                  <a:pt x="5322" y="3834"/>
                </a:moveTo>
                <a:cubicBezTo>
                  <a:pt x="5289" y="3834"/>
                  <a:pt x="5256" y="3842"/>
                  <a:pt x="5226" y="3860"/>
                </a:cubicBezTo>
                <a:lnTo>
                  <a:pt x="4580" y="4231"/>
                </a:lnTo>
                <a:cubicBezTo>
                  <a:pt x="4536" y="4256"/>
                  <a:pt x="4506" y="4296"/>
                  <a:pt x="4493" y="4342"/>
                </a:cubicBezTo>
                <a:cubicBezTo>
                  <a:pt x="4490" y="4357"/>
                  <a:pt x="4487" y="4372"/>
                  <a:pt x="4485" y="4387"/>
                </a:cubicBezTo>
                <a:cubicBezTo>
                  <a:pt x="4485" y="4408"/>
                  <a:pt x="4487" y="4428"/>
                  <a:pt x="4494" y="4448"/>
                </a:cubicBezTo>
                <a:cubicBezTo>
                  <a:pt x="4507" y="4492"/>
                  <a:pt x="4537" y="4532"/>
                  <a:pt x="4580" y="4556"/>
                </a:cubicBezTo>
                <a:lnTo>
                  <a:pt x="5226" y="4927"/>
                </a:lnTo>
                <a:cubicBezTo>
                  <a:pt x="5256" y="4944"/>
                  <a:pt x="5288" y="4953"/>
                  <a:pt x="5321" y="4953"/>
                </a:cubicBezTo>
                <a:cubicBezTo>
                  <a:pt x="5386" y="4953"/>
                  <a:pt x="5450" y="4919"/>
                  <a:pt x="5486" y="4859"/>
                </a:cubicBezTo>
                <a:cubicBezTo>
                  <a:pt x="5538" y="4767"/>
                  <a:pt x="5508" y="4653"/>
                  <a:pt x="5418" y="4601"/>
                </a:cubicBezTo>
                <a:lnTo>
                  <a:pt x="5057" y="4394"/>
                </a:lnTo>
                <a:lnTo>
                  <a:pt x="5418" y="4186"/>
                </a:lnTo>
                <a:cubicBezTo>
                  <a:pt x="5508" y="4134"/>
                  <a:pt x="5539" y="4020"/>
                  <a:pt x="5486" y="3928"/>
                </a:cubicBezTo>
                <a:cubicBezTo>
                  <a:pt x="5451" y="3868"/>
                  <a:pt x="5387" y="3834"/>
                  <a:pt x="5322" y="3834"/>
                </a:cubicBezTo>
                <a:close/>
                <a:moveTo>
                  <a:pt x="7192" y="3417"/>
                </a:moveTo>
                <a:cubicBezTo>
                  <a:pt x="7073" y="3417"/>
                  <a:pt x="6977" y="3514"/>
                  <a:pt x="6977" y="3633"/>
                </a:cubicBezTo>
                <a:lnTo>
                  <a:pt x="6977" y="4795"/>
                </a:lnTo>
                <a:cubicBezTo>
                  <a:pt x="6977" y="4914"/>
                  <a:pt x="7073" y="5011"/>
                  <a:pt x="7192" y="5011"/>
                </a:cubicBezTo>
                <a:cubicBezTo>
                  <a:pt x="7311" y="5011"/>
                  <a:pt x="7407" y="4914"/>
                  <a:pt x="7407" y="4795"/>
                </a:cubicBezTo>
                <a:lnTo>
                  <a:pt x="7407" y="3633"/>
                </a:lnTo>
                <a:cubicBezTo>
                  <a:pt x="7407" y="3514"/>
                  <a:pt x="7311" y="3417"/>
                  <a:pt x="7192" y="3417"/>
                </a:cubicBezTo>
                <a:close/>
                <a:moveTo>
                  <a:pt x="777" y="3404"/>
                </a:moveTo>
                <a:cubicBezTo>
                  <a:pt x="658" y="3404"/>
                  <a:pt x="562" y="3500"/>
                  <a:pt x="562" y="3619"/>
                </a:cubicBezTo>
                <a:lnTo>
                  <a:pt x="562" y="5158"/>
                </a:lnTo>
                <a:cubicBezTo>
                  <a:pt x="562" y="5276"/>
                  <a:pt x="658" y="5373"/>
                  <a:pt x="777" y="5373"/>
                </a:cubicBezTo>
                <a:cubicBezTo>
                  <a:pt x="896" y="5371"/>
                  <a:pt x="993" y="5276"/>
                  <a:pt x="993" y="5158"/>
                </a:cubicBezTo>
                <a:lnTo>
                  <a:pt x="993" y="3619"/>
                </a:lnTo>
                <a:cubicBezTo>
                  <a:pt x="993" y="3500"/>
                  <a:pt x="896" y="3404"/>
                  <a:pt x="777" y="3404"/>
                </a:cubicBezTo>
                <a:close/>
                <a:moveTo>
                  <a:pt x="4336" y="4795"/>
                </a:moveTo>
                <a:cubicBezTo>
                  <a:pt x="4331" y="4795"/>
                  <a:pt x="4325" y="4795"/>
                  <a:pt x="4320" y="4795"/>
                </a:cubicBezTo>
                <a:cubicBezTo>
                  <a:pt x="4221" y="4803"/>
                  <a:pt x="4144" y="4884"/>
                  <a:pt x="4144" y="4984"/>
                </a:cubicBezTo>
                <a:lnTo>
                  <a:pt x="4144" y="5726"/>
                </a:lnTo>
                <a:cubicBezTo>
                  <a:pt x="4144" y="5830"/>
                  <a:pt x="4228" y="5915"/>
                  <a:pt x="4332" y="5915"/>
                </a:cubicBezTo>
                <a:cubicBezTo>
                  <a:pt x="4439" y="5915"/>
                  <a:pt x="4522" y="5830"/>
                  <a:pt x="4522" y="5726"/>
                </a:cubicBezTo>
                <a:lnTo>
                  <a:pt x="4522" y="5311"/>
                </a:lnTo>
                <a:lnTo>
                  <a:pt x="4885" y="5518"/>
                </a:lnTo>
                <a:cubicBezTo>
                  <a:pt x="4915" y="5536"/>
                  <a:pt x="4947" y="5544"/>
                  <a:pt x="4979" y="5544"/>
                </a:cubicBezTo>
                <a:cubicBezTo>
                  <a:pt x="5044" y="5544"/>
                  <a:pt x="5108" y="5510"/>
                  <a:pt x="5144" y="5449"/>
                </a:cubicBezTo>
                <a:cubicBezTo>
                  <a:pt x="5196" y="5360"/>
                  <a:pt x="5167" y="5245"/>
                  <a:pt x="5076" y="5192"/>
                </a:cubicBezTo>
                <a:lnTo>
                  <a:pt x="4430" y="4820"/>
                </a:lnTo>
                <a:cubicBezTo>
                  <a:pt x="4400" y="4803"/>
                  <a:pt x="4368" y="4795"/>
                  <a:pt x="4336" y="4795"/>
                </a:cubicBezTo>
                <a:close/>
                <a:moveTo>
                  <a:pt x="3637" y="4797"/>
                </a:moveTo>
                <a:cubicBezTo>
                  <a:pt x="3606" y="4797"/>
                  <a:pt x="3575" y="4805"/>
                  <a:pt x="3548" y="4822"/>
                </a:cubicBezTo>
                <a:lnTo>
                  <a:pt x="2902" y="5193"/>
                </a:lnTo>
                <a:cubicBezTo>
                  <a:pt x="2810" y="5245"/>
                  <a:pt x="2779" y="5362"/>
                  <a:pt x="2834" y="5450"/>
                </a:cubicBezTo>
                <a:cubicBezTo>
                  <a:pt x="2869" y="5512"/>
                  <a:pt x="2932" y="5545"/>
                  <a:pt x="2998" y="5545"/>
                </a:cubicBezTo>
                <a:cubicBezTo>
                  <a:pt x="3030" y="5545"/>
                  <a:pt x="3063" y="5537"/>
                  <a:pt x="3094" y="5520"/>
                </a:cubicBezTo>
                <a:lnTo>
                  <a:pt x="3455" y="5312"/>
                </a:lnTo>
                <a:lnTo>
                  <a:pt x="3455" y="5728"/>
                </a:lnTo>
                <a:cubicBezTo>
                  <a:pt x="3455" y="5832"/>
                  <a:pt x="3541" y="5916"/>
                  <a:pt x="3645" y="5916"/>
                </a:cubicBezTo>
                <a:cubicBezTo>
                  <a:pt x="3749" y="5916"/>
                  <a:pt x="3833" y="5832"/>
                  <a:pt x="3833" y="5728"/>
                </a:cubicBezTo>
                <a:lnTo>
                  <a:pt x="3833" y="4985"/>
                </a:lnTo>
                <a:cubicBezTo>
                  <a:pt x="3833" y="4884"/>
                  <a:pt x="3756" y="4803"/>
                  <a:pt x="3658" y="4798"/>
                </a:cubicBezTo>
                <a:cubicBezTo>
                  <a:pt x="3651" y="4797"/>
                  <a:pt x="3644" y="4797"/>
                  <a:pt x="3637" y="4797"/>
                </a:cubicBezTo>
                <a:close/>
                <a:moveTo>
                  <a:pt x="777" y="5991"/>
                </a:moveTo>
                <a:cubicBezTo>
                  <a:pt x="862" y="5991"/>
                  <a:pt x="946" y="6036"/>
                  <a:pt x="993" y="6115"/>
                </a:cubicBezTo>
                <a:cubicBezTo>
                  <a:pt x="1061" y="6234"/>
                  <a:pt x="1019" y="6387"/>
                  <a:pt x="900" y="6455"/>
                </a:cubicBezTo>
                <a:cubicBezTo>
                  <a:pt x="862" y="6476"/>
                  <a:pt x="819" y="6487"/>
                  <a:pt x="776" y="6487"/>
                </a:cubicBezTo>
                <a:cubicBezTo>
                  <a:pt x="754" y="6487"/>
                  <a:pt x="733" y="6485"/>
                  <a:pt x="712" y="6479"/>
                </a:cubicBezTo>
                <a:cubicBezTo>
                  <a:pt x="648" y="6463"/>
                  <a:pt x="595" y="6421"/>
                  <a:pt x="560" y="6365"/>
                </a:cubicBezTo>
                <a:cubicBezTo>
                  <a:pt x="492" y="6246"/>
                  <a:pt x="534" y="6093"/>
                  <a:pt x="653" y="6025"/>
                </a:cubicBezTo>
                <a:cubicBezTo>
                  <a:pt x="692" y="6002"/>
                  <a:pt x="734" y="5991"/>
                  <a:pt x="777" y="5991"/>
                </a:cubicBezTo>
                <a:close/>
                <a:moveTo>
                  <a:pt x="4038" y="2136"/>
                </a:moveTo>
                <a:cubicBezTo>
                  <a:pt x="4831" y="2155"/>
                  <a:pt x="5522" y="2583"/>
                  <a:pt x="5909" y="3218"/>
                </a:cubicBezTo>
                <a:cubicBezTo>
                  <a:pt x="5912" y="3235"/>
                  <a:pt x="5918" y="3249"/>
                  <a:pt x="5927" y="3264"/>
                </a:cubicBezTo>
                <a:cubicBezTo>
                  <a:pt x="5937" y="3281"/>
                  <a:pt x="5948" y="3295"/>
                  <a:pt x="5961" y="3309"/>
                </a:cubicBezTo>
                <a:cubicBezTo>
                  <a:pt x="6138" y="3630"/>
                  <a:pt x="6237" y="3998"/>
                  <a:pt x="6237" y="4390"/>
                </a:cubicBezTo>
                <a:cubicBezTo>
                  <a:pt x="6237" y="5615"/>
                  <a:pt x="5256" y="6613"/>
                  <a:pt x="4038" y="6643"/>
                </a:cubicBezTo>
                <a:cubicBezTo>
                  <a:pt x="4022" y="6637"/>
                  <a:pt x="4003" y="6635"/>
                  <a:pt x="3985" y="6635"/>
                </a:cubicBezTo>
                <a:cubicBezTo>
                  <a:pt x="3965" y="6635"/>
                  <a:pt x="3948" y="6640"/>
                  <a:pt x="3930" y="6643"/>
                </a:cubicBezTo>
                <a:cubicBezTo>
                  <a:pt x="3138" y="6625"/>
                  <a:pt x="2448" y="6196"/>
                  <a:pt x="2060" y="5560"/>
                </a:cubicBezTo>
                <a:cubicBezTo>
                  <a:pt x="2057" y="5544"/>
                  <a:pt x="2051" y="5529"/>
                  <a:pt x="2042" y="5514"/>
                </a:cubicBezTo>
                <a:cubicBezTo>
                  <a:pt x="2042" y="5512"/>
                  <a:pt x="2041" y="5512"/>
                  <a:pt x="2041" y="5511"/>
                </a:cubicBezTo>
                <a:cubicBezTo>
                  <a:pt x="2031" y="5496"/>
                  <a:pt x="2020" y="5483"/>
                  <a:pt x="2008" y="5469"/>
                </a:cubicBezTo>
                <a:cubicBezTo>
                  <a:pt x="1833" y="5149"/>
                  <a:pt x="1732" y="4780"/>
                  <a:pt x="1732" y="4390"/>
                </a:cubicBezTo>
                <a:cubicBezTo>
                  <a:pt x="1732" y="3998"/>
                  <a:pt x="1833" y="3628"/>
                  <a:pt x="2008" y="3307"/>
                </a:cubicBezTo>
                <a:cubicBezTo>
                  <a:pt x="2020" y="3295"/>
                  <a:pt x="2029" y="3284"/>
                  <a:pt x="2038" y="3269"/>
                </a:cubicBezTo>
                <a:cubicBezTo>
                  <a:pt x="2038" y="3269"/>
                  <a:pt x="2041" y="3266"/>
                  <a:pt x="2041" y="3264"/>
                </a:cubicBezTo>
                <a:cubicBezTo>
                  <a:pt x="2048" y="3249"/>
                  <a:pt x="2056" y="3235"/>
                  <a:pt x="2059" y="3218"/>
                </a:cubicBezTo>
                <a:cubicBezTo>
                  <a:pt x="2446" y="2583"/>
                  <a:pt x="3140" y="2155"/>
                  <a:pt x="3930" y="2136"/>
                </a:cubicBezTo>
                <a:cubicBezTo>
                  <a:pt x="3948" y="2142"/>
                  <a:pt x="3965" y="2143"/>
                  <a:pt x="3985" y="2143"/>
                </a:cubicBezTo>
                <a:cubicBezTo>
                  <a:pt x="4003" y="2143"/>
                  <a:pt x="4022" y="2140"/>
                  <a:pt x="4038" y="2136"/>
                </a:cubicBezTo>
                <a:close/>
                <a:moveTo>
                  <a:pt x="7997" y="5750"/>
                </a:moveTo>
                <a:cubicBezTo>
                  <a:pt x="8388" y="5750"/>
                  <a:pt x="8658" y="6001"/>
                  <a:pt x="8658" y="6359"/>
                </a:cubicBezTo>
                <a:lnTo>
                  <a:pt x="8658" y="6741"/>
                </a:lnTo>
                <a:lnTo>
                  <a:pt x="7162" y="6741"/>
                </a:lnTo>
                <a:lnTo>
                  <a:pt x="7162" y="6359"/>
                </a:lnTo>
                <a:cubicBezTo>
                  <a:pt x="7162" y="5979"/>
                  <a:pt x="7522" y="5750"/>
                  <a:pt x="7871" y="5750"/>
                </a:cubicBezTo>
                <a:close/>
                <a:moveTo>
                  <a:pt x="1717" y="6568"/>
                </a:moveTo>
                <a:cubicBezTo>
                  <a:pt x="1642" y="6568"/>
                  <a:pt x="1570" y="6606"/>
                  <a:pt x="1530" y="6674"/>
                </a:cubicBezTo>
                <a:cubicBezTo>
                  <a:pt x="1471" y="6776"/>
                  <a:pt x="1506" y="6908"/>
                  <a:pt x="1609" y="6968"/>
                </a:cubicBezTo>
                <a:lnTo>
                  <a:pt x="2929" y="7731"/>
                </a:lnTo>
                <a:cubicBezTo>
                  <a:pt x="2963" y="7750"/>
                  <a:pt x="3000" y="7758"/>
                  <a:pt x="3037" y="7758"/>
                </a:cubicBezTo>
                <a:cubicBezTo>
                  <a:pt x="3112" y="7758"/>
                  <a:pt x="3184" y="7719"/>
                  <a:pt x="3223" y="7651"/>
                </a:cubicBezTo>
                <a:cubicBezTo>
                  <a:pt x="3284" y="7550"/>
                  <a:pt x="3250" y="7419"/>
                  <a:pt x="3146" y="7360"/>
                </a:cubicBezTo>
                <a:lnTo>
                  <a:pt x="1824" y="6596"/>
                </a:lnTo>
                <a:cubicBezTo>
                  <a:pt x="1790" y="6577"/>
                  <a:pt x="1753" y="6568"/>
                  <a:pt x="1717" y="6568"/>
                </a:cubicBezTo>
                <a:close/>
                <a:moveTo>
                  <a:pt x="6091" y="6662"/>
                </a:moveTo>
                <a:cubicBezTo>
                  <a:pt x="6055" y="6662"/>
                  <a:pt x="6017" y="6672"/>
                  <a:pt x="5983" y="6692"/>
                </a:cubicBezTo>
                <a:lnTo>
                  <a:pt x="4824" y="7361"/>
                </a:lnTo>
                <a:cubicBezTo>
                  <a:pt x="4721" y="7421"/>
                  <a:pt x="4686" y="7553"/>
                  <a:pt x="4745" y="7654"/>
                </a:cubicBezTo>
                <a:cubicBezTo>
                  <a:pt x="4784" y="7724"/>
                  <a:pt x="4856" y="7762"/>
                  <a:pt x="4931" y="7762"/>
                </a:cubicBezTo>
                <a:cubicBezTo>
                  <a:pt x="4968" y="7762"/>
                  <a:pt x="5003" y="7752"/>
                  <a:pt x="5039" y="7732"/>
                </a:cubicBezTo>
                <a:lnTo>
                  <a:pt x="6199" y="7061"/>
                </a:lnTo>
                <a:cubicBezTo>
                  <a:pt x="6301" y="7002"/>
                  <a:pt x="6335" y="6871"/>
                  <a:pt x="6276" y="6769"/>
                </a:cubicBezTo>
                <a:cubicBezTo>
                  <a:pt x="6236" y="6700"/>
                  <a:pt x="6165" y="6662"/>
                  <a:pt x="6091" y="6662"/>
                </a:cubicBezTo>
                <a:close/>
                <a:moveTo>
                  <a:pt x="7911" y="7456"/>
                </a:moveTo>
                <a:cubicBezTo>
                  <a:pt x="7991" y="7456"/>
                  <a:pt x="8058" y="7520"/>
                  <a:pt x="8058" y="7602"/>
                </a:cubicBezTo>
                <a:cubicBezTo>
                  <a:pt x="8058" y="7649"/>
                  <a:pt x="8036" y="7691"/>
                  <a:pt x="7998" y="7719"/>
                </a:cubicBezTo>
                <a:cubicBezTo>
                  <a:pt x="7966" y="7744"/>
                  <a:pt x="7945" y="7784"/>
                  <a:pt x="7945" y="7826"/>
                </a:cubicBezTo>
                <a:lnTo>
                  <a:pt x="7945" y="8089"/>
                </a:lnTo>
                <a:lnTo>
                  <a:pt x="7877" y="8089"/>
                </a:lnTo>
                <a:lnTo>
                  <a:pt x="7877" y="7826"/>
                </a:lnTo>
                <a:cubicBezTo>
                  <a:pt x="7877" y="7784"/>
                  <a:pt x="7856" y="7744"/>
                  <a:pt x="7823" y="7719"/>
                </a:cubicBezTo>
                <a:cubicBezTo>
                  <a:pt x="7786" y="7691"/>
                  <a:pt x="7764" y="7649"/>
                  <a:pt x="7764" y="7602"/>
                </a:cubicBezTo>
                <a:cubicBezTo>
                  <a:pt x="7764" y="7520"/>
                  <a:pt x="7832" y="7456"/>
                  <a:pt x="7911" y="7456"/>
                </a:cubicBezTo>
                <a:close/>
                <a:moveTo>
                  <a:pt x="3985" y="7844"/>
                </a:moveTo>
                <a:cubicBezTo>
                  <a:pt x="4121" y="7844"/>
                  <a:pt x="4233" y="7955"/>
                  <a:pt x="4233" y="8092"/>
                </a:cubicBezTo>
                <a:cubicBezTo>
                  <a:pt x="4233" y="8230"/>
                  <a:pt x="4121" y="8341"/>
                  <a:pt x="3985" y="8341"/>
                </a:cubicBezTo>
                <a:cubicBezTo>
                  <a:pt x="3847" y="8341"/>
                  <a:pt x="3735" y="8230"/>
                  <a:pt x="3735" y="8092"/>
                </a:cubicBezTo>
                <a:cubicBezTo>
                  <a:pt x="3735" y="7955"/>
                  <a:pt x="3847" y="7844"/>
                  <a:pt x="3985" y="7844"/>
                </a:cubicBezTo>
                <a:close/>
                <a:moveTo>
                  <a:pt x="7909" y="7186"/>
                </a:moveTo>
                <a:cubicBezTo>
                  <a:pt x="7679" y="7186"/>
                  <a:pt x="7494" y="7375"/>
                  <a:pt x="7494" y="7602"/>
                </a:cubicBezTo>
                <a:cubicBezTo>
                  <a:pt x="7494" y="7710"/>
                  <a:pt x="7535" y="7810"/>
                  <a:pt x="7608" y="7887"/>
                </a:cubicBezTo>
                <a:lnTo>
                  <a:pt x="7605" y="7887"/>
                </a:lnTo>
                <a:lnTo>
                  <a:pt x="7605" y="8110"/>
                </a:lnTo>
                <a:cubicBezTo>
                  <a:pt x="7605" y="8245"/>
                  <a:pt x="7716" y="8356"/>
                  <a:pt x="7853" y="8356"/>
                </a:cubicBezTo>
                <a:lnTo>
                  <a:pt x="7966" y="8356"/>
                </a:lnTo>
                <a:cubicBezTo>
                  <a:pt x="8101" y="8356"/>
                  <a:pt x="8212" y="8245"/>
                  <a:pt x="8212" y="8110"/>
                </a:cubicBezTo>
                <a:lnTo>
                  <a:pt x="8212" y="7887"/>
                </a:lnTo>
                <a:cubicBezTo>
                  <a:pt x="8285" y="7808"/>
                  <a:pt x="8325" y="7709"/>
                  <a:pt x="8325" y="7602"/>
                </a:cubicBezTo>
                <a:cubicBezTo>
                  <a:pt x="8325" y="7372"/>
                  <a:pt x="8140" y="7186"/>
                  <a:pt x="7909" y="7186"/>
                </a:cubicBezTo>
                <a:close/>
                <a:moveTo>
                  <a:pt x="8875" y="7170"/>
                </a:moveTo>
                <a:lnTo>
                  <a:pt x="8875" y="7983"/>
                </a:lnTo>
                <a:cubicBezTo>
                  <a:pt x="8875" y="8203"/>
                  <a:pt x="8734" y="8430"/>
                  <a:pt x="8499" y="8430"/>
                </a:cubicBezTo>
                <a:lnTo>
                  <a:pt x="7373" y="8430"/>
                </a:lnTo>
                <a:cubicBezTo>
                  <a:pt x="7149" y="8430"/>
                  <a:pt x="6943" y="8217"/>
                  <a:pt x="6943" y="7983"/>
                </a:cubicBezTo>
                <a:lnTo>
                  <a:pt x="6943" y="7170"/>
                </a:lnTo>
                <a:close/>
                <a:moveTo>
                  <a:pt x="3985" y="0"/>
                </a:moveTo>
                <a:cubicBezTo>
                  <a:pt x="3610" y="0"/>
                  <a:pt x="3306" y="305"/>
                  <a:pt x="3306" y="679"/>
                </a:cubicBezTo>
                <a:cubicBezTo>
                  <a:pt x="3306" y="976"/>
                  <a:pt x="3496" y="1225"/>
                  <a:pt x="3762" y="1319"/>
                </a:cubicBezTo>
                <a:lnTo>
                  <a:pt x="3762" y="1708"/>
                </a:lnTo>
                <a:cubicBezTo>
                  <a:pt x="2941" y="1778"/>
                  <a:pt x="2225" y="2213"/>
                  <a:pt x="1780" y="2854"/>
                </a:cubicBezTo>
                <a:lnTo>
                  <a:pt x="1441" y="2658"/>
                </a:lnTo>
                <a:cubicBezTo>
                  <a:pt x="1493" y="2382"/>
                  <a:pt x="1371" y="2093"/>
                  <a:pt x="1114" y="1944"/>
                </a:cubicBezTo>
                <a:cubicBezTo>
                  <a:pt x="1008" y="1883"/>
                  <a:pt x="892" y="1854"/>
                  <a:pt x="777" y="1854"/>
                </a:cubicBezTo>
                <a:cubicBezTo>
                  <a:pt x="543" y="1854"/>
                  <a:pt x="314" y="1976"/>
                  <a:pt x="188" y="2194"/>
                </a:cubicBezTo>
                <a:cubicBezTo>
                  <a:pt x="2" y="2517"/>
                  <a:pt x="113" y="2932"/>
                  <a:pt x="437" y="3119"/>
                </a:cubicBezTo>
                <a:cubicBezTo>
                  <a:pt x="543" y="3181"/>
                  <a:pt x="660" y="3211"/>
                  <a:pt x="774" y="3211"/>
                </a:cubicBezTo>
                <a:cubicBezTo>
                  <a:pt x="936" y="3211"/>
                  <a:pt x="1094" y="3153"/>
                  <a:pt x="1218" y="3044"/>
                </a:cubicBezTo>
                <a:lnTo>
                  <a:pt x="1557" y="3240"/>
                </a:lnTo>
                <a:cubicBezTo>
                  <a:pt x="1393" y="3589"/>
                  <a:pt x="1300" y="3976"/>
                  <a:pt x="1300" y="4385"/>
                </a:cubicBezTo>
                <a:cubicBezTo>
                  <a:pt x="1300" y="4795"/>
                  <a:pt x="1391" y="5183"/>
                  <a:pt x="1557" y="5530"/>
                </a:cubicBezTo>
                <a:lnTo>
                  <a:pt x="1218" y="5726"/>
                </a:lnTo>
                <a:cubicBezTo>
                  <a:pt x="1095" y="5619"/>
                  <a:pt x="937" y="5561"/>
                  <a:pt x="775" y="5561"/>
                </a:cubicBezTo>
                <a:cubicBezTo>
                  <a:pt x="660" y="5561"/>
                  <a:pt x="543" y="5590"/>
                  <a:pt x="437" y="5652"/>
                </a:cubicBezTo>
                <a:cubicBezTo>
                  <a:pt x="112" y="5839"/>
                  <a:pt x="1" y="6255"/>
                  <a:pt x="188" y="6577"/>
                </a:cubicBezTo>
                <a:cubicBezTo>
                  <a:pt x="280" y="6733"/>
                  <a:pt x="425" y="6847"/>
                  <a:pt x="601" y="6893"/>
                </a:cubicBezTo>
                <a:cubicBezTo>
                  <a:pt x="658" y="6910"/>
                  <a:pt x="718" y="6917"/>
                  <a:pt x="777" y="6917"/>
                </a:cubicBezTo>
                <a:cubicBezTo>
                  <a:pt x="893" y="6917"/>
                  <a:pt x="1010" y="6886"/>
                  <a:pt x="1114" y="6827"/>
                </a:cubicBezTo>
                <a:cubicBezTo>
                  <a:pt x="1371" y="6678"/>
                  <a:pt x="1493" y="6386"/>
                  <a:pt x="1441" y="6111"/>
                </a:cubicBezTo>
                <a:lnTo>
                  <a:pt x="1780" y="5916"/>
                </a:lnTo>
                <a:cubicBezTo>
                  <a:pt x="2225" y="6556"/>
                  <a:pt x="2941" y="6996"/>
                  <a:pt x="3762" y="7063"/>
                </a:cubicBezTo>
                <a:lnTo>
                  <a:pt x="3762" y="7452"/>
                </a:lnTo>
                <a:cubicBezTo>
                  <a:pt x="3498" y="7545"/>
                  <a:pt x="3306" y="7798"/>
                  <a:pt x="3306" y="8092"/>
                </a:cubicBezTo>
                <a:cubicBezTo>
                  <a:pt x="3306" y="8466"/>
                  <a:pt x="3610" y="8770"/>
                  <a:pt x="3985" y="8770"/>
                </a:cubicBezTo>
                <a:cubicBezTo>
                  <a:pt x="4357" y="8770"/>
                  <a:pt x="4662" y="8466"/>
                  <a:pt x="4662" y="8092"/>
                </a:cubicBezTo>
                <a:cubicBezTo>
                  <a:pt x="4662" y="7795"/>
                  <a:pt x="4470" y="7545"/>
                  <a:pt x="4207" y="7450"/>
                </a:cubicBezTo>
                <a:lnTo>
                  <a:pt x="4207" y="7060"/>
                </a:lnTo>
                <a:cubicBezTo>
                  <a:pt x="5582" y="6947"/>
                  <a:pt x="6668" y="5790"/>
                  <a:pt x="6668" y="4385"/>
                </a:cubicBezTo>
                <a:cubicBezTo>
                  <a:pt x="6668" y="3976"/>
                  <a:pt x="6577" y="3586"/>
                  <a:pt x="6413" y="3240"/>
                </a:cubicBezTo>
                <a:lnTo>
                  <a:pt x="6750" y="3044"/>
                </a:lnTo>
                <a:cubicBezTo>
                  <a:pt x="6873" y="3153"/>
                  <a:pt x="7032" y="3211"/>
                  <a:pt x="7194" y="3211"/>
                </a:cubicBezTo>
                <a:cubicBezTo>
                  <a:pt x="7308" y="3211"/>
                  <a:pt x="7425" y="3181"/>
                  <a:pt x="7531" y="3119"/>
                </a:cubicBezTo>
                <a:cubicBezTo>
                  <a:pt x="7856" y="2932"/>
                  <a:pt x="7967" y="2516"/>
                  <a:pt x="7780" y="2194"/>
                </a:cubicBezTo>
                <a:cubicBezTo>
                  <a:pt x="7655" y="1975"/>
                  <a:pt x="7426" y="1853"/>
                  <a:pt x="7191" y="1853"/>
                </a:cubicBezTo>
                <a:cubicBezTo>
                  <a:pt x="7076" y="1853"/>
                  <a:pt x="6960" y="1883"/>
                  <a:pt x="6854" y="1944"/>
                </a:cubicBezTo>
                <a:cubicBezTo>
                  <a:pt x="6598" y="2093"/>
                  <a:pt x="6475" y="2385"/>
                  <a:pt x="6527" y="2658"/>
                </a:cubicBezTo>
                <a:lnTo>
                  <a:pt x="6190" y="2854"/>
                </a:lnTo>
                <a:cubicBezTo>
                  <a:pt x="5744" y="2213"/>
                  <a:pt x="5027" y="1775"/>
                  <a:pt x="4207" y="1708"/>
                </a:cubicBezTo>
                <a:lnTo>
                  <a:pt x="4207" y="1319"/>
                </a:lnTo>
                <a:cubicBezTo>
                  <a:pt x="4470" y="1225"/>
                  <a:pt x="4662" y="973"/>
                  <a:pt x="4662" y="679"/>
                </a:cubicBezTo>
                <a:cubicBezTo>
                  <a:pt x="4662" y="305"/>
                  <a:pt x="4357" y="0"/>
                  <a:pt x="3985" y="0"/>
                </a:cubicBezTo>
                <a:close/>
                <a:moveTo>
                  <a:pt x="7872" y="5319"/>
                </a:moveTo>
                <a:cubicBezTo>
                  <a:pt x="7234" y="5319"/>
                  <a:pt x="6735" y="5775"/>
                  <a:pt x="6735" y="6357"/>
                </a:cubicBezTo>
                <a:lnTo>
                  <a:pt x="6735" y="6739"/>
                </a:lnTo>
                <a:lnTo>
                  <a:pt x="6729" y="6739"/>
                </a:lnTo>
                <a:cubicBezTo>
                  <a:pt x="6610" y="6739"/>
                  <a:pt x="6514" y="6836"/>
                  <a:pt x="6514" y="6954"/>
                </a:cubicBezTo>
                <a:lnTo>
                  <a:pt x="6514" y="7980"/>
                </a:lnTo>
                <a:cubicBezTo>
                  <a:pt x="6514" y="8456"/>
                  <a:pt x="6910" y="8857"/>
                  <a:pt x="7375" y="8857"/>
                </a:cubicBezTo>
                <a:lnTo>
                  <a:pt x="8500" y="8857"/>
                </a:lnTo>
                <a:cubicBezTo>
                  <a:pt x="8953" y="8857"/>
                  <a:pt x="9308" y="8473"/>
                  <a:pt x="9308" y="7980"/>
                </a:cubicBezTo>
                <a:lnTo>
                  <a:pt x="9308" y="6954"/>
                </a:lnTo>
                <a:cubicBezTo>
                  <a:pt x="9308" y="6837"/>
                  <a:pt x="9212" y="6741"/>
                  <a:pt x="9094" y="6739"/>
                </a:cubicBezTo>
                <a:lnTo>
                  <a:pt x="9088" y="6739"/>
                </a:lnTo>
                <a:lnTo>
                  <a:pt x="9088" y="6357"/>
                </a:lnTo>
                <a:cubicBezTo>
                  <a:pt x="9088" y="5765"/>
                  <a:pt x="8621" y="5319"/>
                  <a:pt x="7998" y="5319"/>
                </a:cubicBez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18" name="Google Shape;1318;p140"/>
          <p:cNvSpPr txBox="1"/>
          <p:nvPr/>
        </p:nvSpPr>
        <p:spPr>
          <a:xfrm>
            <a:off x="7106894" y="1937925"/>
            <a:ext cx="529200" cy="178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Public/</a:t>
            </a:r>
            <a:r>
              <a:rPr lang="en" sz="600">
                <a:solidFill>
                  <a:srgbClr val="11567F"/>
                </a:solidFill>
                <a:latin typeface="Arial"/>
                <a:ea typeface="Arial"/>
                <a:cs typeface="Arial"/>
                <a:sym typeface="Arial"/>
              </a:rPr>
              <a:t>Private Data Exchange</a:t>
            </a:r>
            <a:endParaRPr sz="1800">
              <a:solidFill>
                <a:srgbClr val="252525"/>
              </a:solidFill>
              <a:latin typeface="Arial"/>
              <a:ea typeface="Arial"/>
              <a:cs typeface="Arial"/>
              <a:sym typeface="Arial"/>
            </a:endParaRPr>
          </a:p>
        </p:txBody>
      </p:sp>
      <p:sp>
        <p:nvSpPr>
          <p:cNvPr id="1319" name="Google Shape;1319;p140"/>
          <p:cNvSpPr txBox="1"/>
          <p:nvPr/>
        </p:nvSpPr>
        <p:spPr>
          <a:xfrm>
            <a:off x="7766126" y="1625508"/>
            <a:ext cx="10011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Build Data Supply Chain with your Business Partners Cross-Region, Cross-Cloud</a:t>
            </a:r>
            <a:endParaRPr sz="600">
              <a:solidFill>
                <a:srgbClr val="105780"/>
              </a:solidFill>
            </a:endParaRPr>
          </a:p>
        </p:txBody>
      </p:sp>
      <p:sp>
        <p:nvSpPr>
          <p:cNvPr id="1320" name="Google Shape;1320;p140"/>
          <p:cNvSpPr txBox="1"/>
          <p:nvPr/>
        </p:nvSpPr>
        <p:spPr>
          <a:xfrm>
            <a:off x="7173921" y="4576162"/>
            <a:ext cx="1268100" cy="26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600">
                <a:solidFill>
                  <a:srgbClr val="105780"/>
                </a:solidFill>
              </a:rPr>
              <a:t>Snowflake Data Products</a:t>
            </a:r>
            <a:endParaRPr/>
          </a:p>
        </p:txBody>
      </p:sp>
      <p:sp>
        <p:nvSpPr>
          <p:cNvPr id="1321" name="Google Shape;1321;p140"/>
          <p:cNvSpPr/>
          <p:nvPr/>
        </p:nvSpPr>
        <p:spPr>
          <a:xfrm>
            <a:off x="7167239" y="991831"/>
            <a:ext cx="330043" cy="178157"/>
          </a:xfrm>
          <a:custGeom>
            <a:rect b="b" l="l" r="r" t="t"/>
            <a:pathLst>
              <a:path extrusionOk="0" h="4876" w="9033">
                <a:moveTo>
                  <a:pt x="4516" y="818"/>
                </a:moveTo>
                <a:cubicBezTo>
                  <a:pt x="4409" y="818"/>
                  <a:pt x="4323" y="904"/>
                  <a:pt x="4323" y="1011"/>
                </a:cubicBezTo>
                <a:lnTo>
                  <a:pt x="4323" y="1346"/>
                </a:lnTo>
                <a:cubicBezTo>
                  <a:pt x="4323" y="1453"/>
                  <a:pt x="4409" y="1539"/>
                  <a:pt x="4516" y="1539"/>
                </a:cubicBezTo>
                <a:cubicBezTo>
                  <a:pt x="4624" y="1539"/>
                  <a:pt x="4709" y="1452"/>
                  <a:pt x="4709" y="1346"/>
                </a:cubicBezTo>
                <a:lnTo>
                  <a:pt x="4709" y="1011"/>
                </a:lnTo>
                <a:cubicBezTo>
                  <a:pt x="4709" y="904"/>
                  <a:pt x="4624" y="818"/>
                  <a:pt x="4516" y="818"/>
                </a:cubicBezTo>
                <a:close/>
                <a:moveTo>
                  <a:pt x="3028" y="1141"/>
                </a:moveTo>
                <a:cubicBezTo>
                  <a:pt x="3001" y="1141"/>
                  <a:pt x="2973" y="1147"/>
                  <a:pt x="2946" y="1159"/>
                </a:cubicBezTo>
                <a:cubicBezTo>
                  <a:pt x="2850" y="1204"/>
                  <a:pt x="2808" y="1318"/>
                  <a:pt x="2853" y="1414"/>
                </a:cubicBezTo>
                <a:lnTo>
                  <a:pt x="2997" y="1719"/>
                </a:lnTo>
                <a:cubicBezTo>
                  <a:pt x="3029" y="1790"/>
                  <a:pt x="3098" y="1830"/>
                  <a:pt x="3170" y="1830"/>
                </a:cubicBezTo>
                <a:cubicBezTo>
                  <a:pt x="3199" y="1830"/>
                  <a:pt x="3227" y="1824"/>
                  <a:pt x="3252" y="1812"/>
                </a:cubicBezTo>
                <a:cubicBezTo>
                  <a:pt x="3349" y="1768"/>
                  <a:pt x="3390" y="1652"/>
                  <a:pt x="3346" y="1556"/>
                </a:cubicBezTo>
                <a:lnTo>
                  <a:pt x="3202" y="1251"/>
                </a:lnTo>
                <a:cubicBezTo>
                  <a:pt x="3169" y="1181"/>
                  <a:pt x="3100" y="1141"/>
                  <a:pt x="3028" y="1141"/>
                </a:cubicBezTo>
                <a:close/>
                <a:moveTo>
                  <a:pt x="5999" y="1165"/>
                </a:moveTo>
                <a:cubicBezTo>
                  <a:pt x="5927" y="1165"/>
                  <a:pt x="5858" y="1205"/>
                  <a:pt x="5825" y="1275"/>
                </a:cubicBezTo>
                <a:lnTo>
                  <a:pt x="5681" y="1579"/>
                </a:lnTo>
                <a:cubicBezTo>
                  <a:pt x="5637" y="1676"/>
                  <a:pt x="5678" y="1792"/>
                  <a:pt x="5775" y="1836"/>
                </a:cubicBezTo>
                <a:cubicBezTo>
                  <a:pt x="5800" y="1848"/>
                  <a:pt x="5828" y="1854"/>
                  <a:pt x="5857" y="1854"/>
                </a:cubicBezTo>
                <a:cubicBezTo>
                  <a:pt x="5929" y="1854"/>
                  <a:pt x="5998" y="1814"/>
                  <a:pt x="6030" y="1743"/>
                </a:cubicBezTo>
                <a:lnTo>
                  <a:pt x="6174" y="1438"/>
                </a:lnTo>
                <a:cubicBezTo>
                  <a:pt x="6220" y="1342"/>
                  <a:pt x="6177" y="1227"/>
                  <a:pt x="6081" y="1183"/>
                </a:cubicBezTo>
                <a:cubicBezTo>
                  <a:pt x="6054" y="1171"/>
                  <a:pt x="6026" y="1165"/>
                  <a:pt x="5999" y="1165"/>
                </a:cubicBezTo>
                <a:close/>
                <a:moveTo>
                  <a:pt x="1819" y="2066"/>
                </a:moveTo>
                <a:cubicBezTo>
                  <a:pt x="1763" y="2066"/>
                  <a:pt x="1708" y="2089"/>
                  <a:pt x="1671" y="2135"/>
                </a:cubicBezTo>
                <a:cubicBezTo>
                  <a:pt x="1604" y="2216"/>
                  <a:pt x="1616" y="2337"/>
                  <a:pt x="1697" y="2406"/>
                </a:cubicBezTo>
                <a:lnTo>
                  <a:pt x="1954" y="2622"/>
                </a:lnTo>
                <a:cubicBezTo>
                  <a:pt x="1990" y="2651"/>
                  <a:pt x="2034" y="2666"/>
                  <a:pt x="2077" y="2666"/>
                </a:cubicBezTo>
                <a:cubicBezTo>
                  <a:pt x="2132" y="2666"/>
                  <a:pt x="2189" y="2641"/>
                  <a:pt x="2226" y="2595"/>
                </a:cubicBezTo>
                <a:cubicBezTo>
                  <a:pt x="2293" y="2513"/>
                  <a:pt x="2281" y="2393"/>
                  <a:pt x="2199" y="2325"/>
                </a:cubicBezTo>
                <a:lnTo>
                  <a:pt x="1942" y="2109"/>
                </a:lnTo>
                <a:cubicBezTo>
                  <a:pt x="1906" y="2080"/>
                  <a:pt x="1862" y="2066"/>
                  <a:pt x="1819" y="2066"/>
                </a:cubicBezTo>
                <a:close/>
                <a:moveTo>
                  <a:pt x="7194" y="2107"/>
                </a:moveTo>
                <a:cubicBezTo>
                  <a:pt x="7151" y="2107"/>
                  <a:pt x="7108" y="2121"/>
                  <a:pt x="7073" y="2151"/>
                </a:cubicBezTo>
                <a:lnTo>
                  <a:pt x="6814" y="2365"/>
                </a:lnTo>
                <a:cubicBezTo>
                  <a:pt x="6733" y="2432"/>
                  <a:pt x="6719" y="2555"/>
                  <a:pt x="6788" y="2637"/>
                </a:cubicBezTo>
                <a:cubicBezTo>
                  <a:pt x="6828" y="2683"/>
                  <a:pt x="6881" y="2706"/>
                  <a:pt x="6936" y="2706"/>
                </a:cubicBezTo>
                <a:cubicBezTo>
                  <a:pt x="6979" y="2706"/>
                  <a:pt x="7024" y="2692"/>
                  <a:pt x="7059" y="2662"/>
                </a:cubicBezTo>
                <a:lnTo>
                  <a:pt x="7318" y="2448"/>
                </a:lnTo>
                <a:cubicBezTo>
                  <a:pt x="7399" y="2381"/>
                  <a:pt x="7411" y="2259"/>
                  <a:pt x="7343" y="2178"/>
                </a:cubicBezTo>
                <a:cubicBezTo>
                  <a:pt x="7305" y="2131"/>
                  <a:pt x="7250" y="2107"/>
                  <a:pt x="7194" y="2107"/>
                </a:cubicBezTo>
                <a:close/>
                <a:moveTo>
                  <a:pt x="1116" y="3420"/>
                </a:moveTo>
                <a:cubicBezTo>
                  <a:pt x="1031" y="3420"/>
                  <a:pt x="954" y="3479"/>
                  <a:pt x="933" y="3565"/>
                </a:cubicBezTo>
                <a:cubicBezTo>
                  <a:pt x="904" y="3666"/>
                  <a:pt x="967" y="3773"/>
                  <a:pt x="1069" y="3798"/>
                </a:cubicBezTo>
                <a:lnTo>
                  <a:pt x="1394" y="3881"/>
                </a:lnTo>
                <a:cubicBezTo>
                  <a:pt x="1411" y="3885"/>
                  <a:pt x="1426" y="3887"/>
                  <a:pt x="1442" y="3887"/>
                </a:cubicBezTo>
                <a:cubicBezTo>
                  <a:pt x="1528" y="3887"/>
                  <a:pt x="1605" y="3829"/>
                  <a:pt x="1627" y="3743"/>
                </a:cubicBezTo>
                <a:cubicBezTo>
                  <a:pt x="1656" y="3639"/>
                  <a:pt x="1593" y="3535"/>
                  <a:pt x="1491" y="3510"/>
                </a:cubicBezTo>
                <a:lnTo>
                  <a:pt x="1166" y="3427"/>
                </a:lnTo>
                <a:cubicBezTo>
                  <a:pt x="1149" y="3422"/>
                  <a:pt x="1133" y="3420"/>
                  <a:pt x="1116" y="3420"/>
                </a:cubicBezTo>
                <a:close/>
                <a:moveTo>
                  <a:pt x="7875" y="3471"/>
                </a:moveTo>
                <a:cubicBezTo>
                  <a:pt x="7859" y="3471"/>
                  <a:pt x="7843" y="3473"/>
                  <a:pt x="7827" y="3477"/>
                </a:cubicBezTo>
                <a:lnTo>
                  <a:pt x="7503" y="3560"/>
                </a:lnTo>
                <a:cubicBezTo>
                  <a:pt x="7401" y="3587"/>
                  <a:pt x="7337" y="3691"/>
                  <a:pt x="7365" y="3792"/>
                </a:cubicBezTo>
                <a:cubicBezTo>
                  <a:pt x="7388" y="3880"/>
                  <a:pt x="7466" y="3937"/>
                  <a:pt x="7551" y="3937"/>
                </a:cubicBezTo>
                <a:cubicBezTo>
                  <a:pt x="7567" y="3937"/>
                  <a:pt x="7582" y="3936"/>
                  <a:pt x="7600" y="3931"/>
                </a:cubicBezTo>
                <a:lnTo>
                  <a:pt x="7924" y="3848"/>
                </a:lnTo>
                <a:cubicBezTo>
                  <a:pt x="8026" y="3822"/>
                  <a:pt x="8087" y="3716"/>
                  <a:pt x="8062" y="3614"/>
                </a:cubicBezTo>
                <a:cubicBezTo>
                  <a:pt x="8039" y="3529"/>
                  <a:pt x="7961" y="3471"/>
                  <a:pt x="7875" y="3471"/>
                </a:cubicBezTo>
                <a:close/>
                <a:moveTo>
                  <a:pt x="4516" y="3492"/>
                </a:moveTo>
                <a:cubicBezTo>
                  <a:pt x="4946" y="3492"/>
                  <a:pt x="5310" y="3770"/>
                  <a:pt x="5448" y="4154"/>
                </a:cubicBezTo>
                <a:lnTo>
                  <a:pt x="3586" y="4154"/>
                </a:lnTo>
                <a:cubicBezTo>
                  <a:pt x="3721" y="3770"/>
                  <a:pt x="4085" y="3492"/>
                  <a:pt x="4516" y="3492"/>
                </a:cubicBezTo>
                <a:close/>
                <a:moveTo>
                  <a:pt x="4519" y="724"/>
                </a:moveTo>
                <a:cubicBezTo>
                  <a:pt x="6489" y="724"/>
                  <a:pt x="8112" y="2231"/>
                  <a:pt x="8293" y="4154"/>
                </a:cubicBezTo>
                <a:lnTo>
                  <a:pt x="5919" y="4154"/>
                </a:lnTo>
                <a:cubicBezTo>
                  <a:pt x="5886" y="4010"/>
                  <a:pt x="5828" y="3874"/>
                  <a:pt x="5754" y="3750"/>
                </a:cubicBezTo>
                <a:lnTo>
                  <a:pt x="6557" y="3107"/>
                </a:lnTo>
                <a:cubicBezTo>
                  <a:pt x="6655" y="3030"/>
                  <a:pt x="6672" y="2886"/>
                  <a:pt x="6593" y="2790"/>
                </a:cubicBezTo>
                <a:cubicBezTo>
                  <a:pt x="6548" y="2734"/>
                  <a:pt x="6482" y="2705"/>
                  <a:pt x="6415" y="2705"/>
                </a:cubicBezTo>
                <a:cubicBezTo>
                  <a:pt x="6366" y="2705"/>
                  <a:pt x="6316" y="2721"/>
                  <a:pt x="6275" y="2754"/>
                </a:cubicBezTo>
                <a:lnTo>
                  <a:pt x="5465" y="3403"/>
                </a:lnTo>
                <a:cubicBezTo>
                  <a:pt x="5211" y="3180"/>
                  <a:pt x="4881" y="3041"/>
                  <a:pt x="4517" y="3041"/>
                </a:cubicBezTo>
                <a:cubicBezTo>
                  <a:pt x="3834" y="3041"/>
                  <a:pt x="3265" y="3517"/>
                  <a:pt x="3117" y="4156"/>
                </a:cubicBezTo>
                <a:lnTo>
                  <a:pt x="741" y="4156"/>
                </a:lnTo>
                <a:cubicBezTo>
                  <a:pt x="922" y="2233"/>
                  <a:pt x="2547" y="724"/>
                  <a:pt x="4519" y="724"/>
                </a:cubicBezTo>
                <a:close/>
                <a:moveTo>
                  <a:pt x="4516" y="1"/>
                </a:moveTo>
                <a:cubicBezTo>
                  <a:pt x="2027" y="1"/>
                  <a:pt x="0" y="2025"/>
                  <a:pt x="0" y="4517"/>
                </a:cubicBezTo>
                <a:cubicBezTo>
                  <a:pt x="0" y="4716"/>
                  <a:pt x="162" y="4876"/>
                  <a:pt x="359" y="4876"/>
                </a:cubicBezTo>
                <a:lnTo>
                  <a:pt x="8669" y="4876"/>
                </a:lnTo>
                <a:cubicBezTo>
                  <a:pt x="8867" y="4876"/>
                  <a:pt x="9028" y="4716"/>
                  <a:pt x="9028" y="4517"/>
                </a:cubicBezTo>
                <a:cubicBezTo>
                  <a:pt x="9033" y="2025"/>
                  <a:pt x="7007" y="1"/>
                  <a:pt x="451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22" name="Google Shape;1322;p140"/>
          <p:cNvSpPr txBox="1"/>
          <p:nvPr/>
        </p:nvSpPr>
        <p:spPr>
          <a:xfrm>
            <a:off x="6838226" y="3835374"/>
            <a:ext cx="4674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S</a:t>
            </a:r>
            <a:r>
              <a:rPr lang="en" sz="600">
                <a:solidFill>
                  <a:srgbClr val="105780"/>
                </a:solidFill>
                <a:latin typeface="Arial"/>
                <a:ea typeface="Arial"/>
                <a:cs typeface="Arial"/>
                <a:sym typeface="Arial"/>
              </a:rPr>
              <a:t>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1323" name="Google Shape;1323;p140"/>
          <p:cNvSpPr txBox="1"/>
          <p:nvPr/>
        </p:nvSpPr>
        <p:spPr>
          <a:xfrm>
            <a:off x="7471529" y="3835374"/>
            <a:ext cx="6162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Semi-Structured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1324" name="Google Shape;1324;p140"/>
          <p:cNvSpPr txBox="1"/>
          <p:nvPr/>
        </p:nvSpPr>
        <p:spPr>
          <a:xfrm>
            <a:off x="8142525" y="3817440"/>
            <a:ext cx="536100" cy="2493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rgbClr val="105780"/>
              </a:buClr>
              <a:buSzPts val="600"/>
              <a:buFont typeface="Arial"/>
              <a:buNone/>
            </a:pPr>
            <a:r>
              <a:rPr lang="en" sz="600">
                <a:solidFill>
                  <a:srgbClr val="105780"/>
                </a:solidFill>
              </a:rPr>
              <a:t>Unstructured </a:t>
            </a:r>
            <a:br>
              <a:rPr lang="en" sz="600">
                <a:solidFill>
                  <a:srgbClr val="105780"/>
                </a:solidFill>
              </a:rPr>
            </a:br>
            <a:r>
              <a:rPr lang="en" sz="600">
                <a:solidFill>
                  <a:srgbClr val="105780"/>
                </a:solidFill>
              </a:rPr>
              <a:t>Data</a:t>
            </a:r>
            <a:endParaRPr/>
          </a:p>
          <a:p>
            <a:pPr indent="0" lvl="0" marL="0" marR="0" rtl="0" algn="l">
              <a:lnSpc>
                <a:spcPct val="90000"/>
              </a:lnSpc>
              <a:spcBef>
                <a:spcPts val="0"/>
              </a:spcBef>
              <a:spcAft>
                <a:spcPts val="0"/>
              </a:spcAft>
              <a:buClr>
                <a:srgbClr val="105780"/>
              </a:buClr>
              <a:buSzPts val="600"/>
              <a:buFont typeface="Arial"/>
              <a:buNone/>
            </a:pPr>
            <a:r>
              <a:t/>
            </a:r>
            <a:endParaRPr sz="600">
              <a:solidFill>
                <a:srgbClr val="105780"/>
              </a:solidFill>
            </a:endParaRPr>
          </a:p>
        </p:txBody>
      </p:sp>
      <p:sp>
        <p:nvSpPr>
          <p:cNvPr id="1325" name="Google Shape;1325;p140"/>
          <p:cNvSpPr/>
          <p:nvPr/>
        </p:nvSpPr>
        <p:spPr>
          <a:xfrm>
            <a:off x="6976600" y="3592038"/>
            <a:ext cx="190652" cy="198027"/>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pic>
        <p:nvPicPr>
          <p:cNvPr descr="Image" id="1326" name="Google Shape;1326;p140"/>
          <p:cNvPicPr preferRelativeResize="0"/>
          <p:nvPr/>
        </p:nvPicPr>
        <p:blipFill rotWithShape="1">
          <a:blip r:embed="rId4">
            <a:alphaModFix/>
          </a:blip>
          <a:srcRect b="0" l="0" r="0" t="0"/>
          <a:stretch/>
        </p:blipFill>
        <p:spPr>
          <a:xfrm>
            <a:off x="8315256" y="3591975"/>
            <a:ext cx="190612" cy="198150"/>
          </a:xfrm>
          <a:prstGeom prst="rect">
            <a:avLst/>
          </a:prstGeom>
          <a:noFill/>
          <a:ln>
            <a:noFill/>
          </a:ln>
        </p:spPr>
      </p:pic>
      <p:sp>
        <p:nvSpPr>
          <p:cNvPr id="1327" name="Google Shape;1327;p140"/>
          <p:cNvSpPr/>
          <p:nvPr/>
        </p:nvSpPr>
        <p:spPr>
          <a:xfrm>
            <a:off x="7645928" y="3591976"/>
            <a:ext cx="190652" cy="198027"/>
          </a:xfrm>
          <a:custGeom>
            <a:rect b="b" l="l" r="r" t="t"/>
            <a:pathLst>
              <a:path extrusionOk="0" h="295563" w="256770">
                <a:moveTo>
                  <a:pt x="0" y="239314"/>
                </a:moveTo>
                <a:cubicBezTo>
                  <a:pt x="0" y="276260"/>
                  <a:pt x="64655" y="295564"/>
                  <a:pt x="128385" y="295564"/>
                </a:cubicBezTo>
                <a:cubicBezTo>
                  <a:pt x="192116" y="295564"/>
                  <a:pt x="256771" y="276260"/>
                  <a:pt x="256771" y="239314"/>
                </a:cubicBezTo>
                <a:lnTo>
                  <a:pt x="256771" y="56249"/>
                </a:lnTo>
                <a:cubicBezTo>
                  <a:pt x="256771" y="19304"/>
                  <a:pt x="192116" y="0"/>
                  <a:pt x="128385" y="0"/>
                </a:cubicBezTo>
                <a:cubicBezTo>
                  <a:pt x="64655" y="0"/>
                  <a:pt x="0" y="19304"/>
                  <a:pt x="0" y="56249"/>
                </a:cubicBezTo>
                <a:close/>
                <a:moveTo>
                  <a:pt x="83127" y="229431"/>
                </a:moveTo>
                <a:cubicBezTo>
                  <a:pt x="72160" y="227651"/>
                  <a:pt x="61373" y="224900"/>
                  <a:pt x="50892" y="221211"/>
                </a:cubicBezTo>
                <a:lnTo>
                  <a:pt x="50892" y="188145"/>
                </a:lnTo>
                <a:cubicBezTo>
                  <a:pt x="61405" y="191658"/>
                  <a:pt x="72186" y="194315"/>
                  <a:pt x="83127" y="196088"/>
                </a:cubicBezTo>
                <a:close/>
                <a:moveTo>
                  <a:pt x="83127" y="186759"/>
                </a:moveTo>
                <a:cubicBezTo>
                  <a:pt x="72172" y="184967"/>
                  <a:pt x="61388" y="182247"/>
                  <a:pt x="50892" y="178631"/>
                </a:cubicBezTo>
                <a:lnTo>
                  <a:pt x="50892" y="146212"/>
                </a:lnTo>
                <a:cubicBezTo>
                  <a:pt x="61415" y="149605"/>
                  <a:pt x="72195" y="152138"/>
                  <a:pt x="83127" y="153785"/>
                </a:cubicBezTo>
                <a:close/>
                <a:moveTo>
                  <a:pt x="83127" y="144641"/>
                </a:moveTo>
                <a:cubicBezTo>
                  <a:pt x="72174" y="142881"/>
                  <a:pt x="61390" y="140192"/>
                  <a:pt x="50892" y="136606"/>
                </a:cubicBezTo>
                <a:lnTo>
                  <a:pt x="50892" y="102616"/>
                </a:lnTo>
                <a:cubicBezTo>
                  <a:pt x="61365" y="106396"/>
                  <a:pt x="72153" y="109238"/>
                  <a:pt x="83127" y="111113"/>
                </a:cubicBezTo>
                <a:close/>
                <a:moveTo>
                  <a:pt x="124229" y="190823"/>
                </a:moveTo>
                <a:cubicBezTo>
                  <a:pt x="113449" y="190655"/>
                  <a:pt x="102688" y="189884"/>
                  <a:pt x="91994" y="188514"/>
                </a:cubicBezTo>
                <a:lnTo>
                  <a:pt x="91994" y="155079"/>
                </a:lnTo>
                <a:cubicBezTo>
                  <a:pt x="102692" y="156384"/>
                  <a:pt x="113453" y="157093"/>
                  <a:pt x="124229" y="157203"/>
                </a:cubicBezTo>
                <a:close/>
                <a:moveTo>
                  <a:pt x="165331" y="231186"/>
                </a:moveTo>
                <a:cubicBezTo>
                  <a:pt x="154640" y="232571"/>
                  <a:pt x="143876" y="233311"/>
                  <a:pt x="133096" y="233403"/>
                </a:cubicBezTo>
                <a:lnTo>
                  <a:pt x="133096" y="199505"/>
                </a:lnTo>
                <a:cubicBezTo>
                  <a:pt x="143876" y="199410"/>
                  <a:pt x="154640" y="198670"/>
                  <a:pt x="165331" y="197289"/>
                </a:cubicBezTo>
                <a:close/>
                <a:moveTo>
                  <a:pt x="206433" y="261481"/>
                </a:moveTo>
                <a:cubicBezTo>
                  <a:pt x="195962" y="265205"/>
                  <a:pt x="185172" y="267956"/>
                  <a:pt x="174198" y="269702"/>
                </a:cubicBezTo>
                <a:lnTo>
                  <a:pt x="174198" y="238668"/>
                </a:lnTo>
                <a:cubicBezTo>
                  <a:pt x="185126" y="236913"/>
                  <a:pt x="195903" y="234319"/>
                  <a:pt x="206433" y="230909"/>
                </a:cubicBezTo>
                <a:close/>
                <a:moveTo>
                  <a:pt x="206433" y="179001"/>
                </a:moveTo>
                <a:cubicBezTo>
                  <a:pt x="195937" y="182617"/>
                  <a:pt x="185153" y="185336"/>
                  <a:pt x="174198" y="187129"/>
                </a:cubicBezTo>
                <a:lnTo>
                  <a:pt x="174198" y="153785"/>
                </a:lnTo>
                <a:cubicBezTo>
                  <a:pt x="185128" y="152128"/>
                  <a:pt x="195908" y="149595"/>
                  <a:pt x="206433" y="146212"/>
                </a:cubicBezTo>
                <a:close/>
                <a:moveTo>
                  <a:pt x="206433" y="136975"/>
                </a:moveTo>
                <a:cubicBezTo>
                  <a:pt x="195935" y="140562"/>
                  <a:pt x="185151" y="143250"/>
                  <a:pt x="174198" y="145011"/>
                </a:cubicBezTo>
                <a:lnTo>
                  <a:pt x="174198" y="111113"/>
                </a:lnTo>
                <a:cubicBezTo>
                  <a:pt x="185172" y="109238"/>
                  <a:pt x="195960" y="106396"/>
                  <a:pt x="206433" y="102616"/>
                </a:cubicBezTo>
                <a:close/>
                <a:moveTo>
                  <a:pt x="234142" y="239684"/>
                </a:moveTo>
                <a:cubicBezTo>
                  <a:pt x="234142" y="245225"/>
                  <a:pt x="227307" y="251876"/>
                  <a:pt x="214838" y="257695"/>
                </a:cubicBezTo>
                <a:lnTo>
                  <a:pt x="214838" y="227492"/>
                </a:lnTo>
                <a:cubicBezTo>
                  <a:pt x="221836" y="224851"/>
                  <a:pt x="228476" y="221345"/>
                  <a:pt x="234604" y="217055"/>
                </a:cubicBezTo>
                <a:close/>
                <a:moveTo>
                  <a:pt x="234142" y="121551"/>
                </a:moveTo>
                <a:cubicBezTo>
                  <a:pt x="228425" y="126607"/>
                  <a:pt x="221900" y="130666"/>
                  <a:pt x="214838" y="133558"/>
                </a:cubicBezTo>
                <a:lnTo>
                  <a:pt x="214838" y="99106"/>
                </a:lnTo>
                <a:lnTo>
                  <a:pt x="219456" y="96797"/>
                </a:lnTo>
                <a:cubicBezTo>
                  <a:pt x="224556" y="94764"/>
                  <a:pt x="229470" y="92292"/>
                  <a:pt x="234142" y="89408"/>
                </a:cubicBezTo>
                <a:close/>
                <a:moveTo>
                  <a:pt x="128385" y="22537"/>
                </a:moveTo>
                <a:cubicBezTo>
                  <a:pt x="193040" y="22537"/>
                  <a:pt x="234604" y="42487"/>
                  <a:pt x="234604" y="56249"/>
                </a:cubicBezTo>
                <a:cubicBezTo>
                  <a:pt x="234604" y="70012"/>
                  <a:pt x="193040" y="89962"/>
                  <a:pt x="128385" y="89962"/>
                </a:cubicBezTo>
                <a:cubicBezTo>
                  <a:pt x="63731" y="89962"/>
                  <a:pt x="22167" y="70012"/>
                  <a:pt x="22167" y="56249"/>
                </a:cubicBezTo>
                <a:cubicBezTo>
                  <a:pt x="22167" y="42487"/>
                  <a:pt x="63731" y="22537"/>
                  <a:pt x="128385" y="22537"/>
                </a:cubicBezTo>
                <a:close/>
                <a:moveTo>
                  <a:pt x="22167" y="89408"/>
                </a:moveTo>
                <a:cubicBezTo>
                  <a:pt x="26817" y="92274"/>
                  <a:pt x="31699" y="94746"/>
                  <a:pt x="36761" y="96797"/>
                </a:cubicBezTo>
                <a:lnTo>
                  <a:pt x="41471" y="99106"/>
                </a:lnTo>
                <a:lnTo>
                  <a:pt x="41471" y="133188"/>
                </a:lnTo>
                <a:cubicBezTo>
                  <a:pt x="34432" y="130291"/>
                  <a:pt x="27912" y="126267"/>
                  <a:pt x="22167" y="121273"/>
                </a:cubicBezTo>
                <a:close/>
                <a:moveTo>
                  <a:pt x="22167" y="174475"/>
                </a:moveTo>
                <a:cubicBezTo>
                  <a:pt x="28183" y="178678"/>
                  <a:pt x="34660" y="182181"/>
                  <a:pt x="41471" y="184912"/>
                </a:cubicBezTo>
                <a:lnTo>
                  <a:pt x="41471" y="217701"/>
                </a:lnTo>
                <a:cubicBezTo>
                  <a:pt x="34421" y="214746"/>
                  <a:pt x="27900" y="210659"/>
                  <a:pt x="22167" y="205601"/>
                </a:cubicBezTo>
                <a:close/>
                <a:moveTo>
                  <a:pt x="22167" y="217055"/>
                </a:moveTo>
                <a:cubicBezTo>
                  <a:pt x="28161" y="221293"/>
                  <a:pt x="34642" y="224796"/>
                  <a:pt x="41471" y="227492"/>
                </a:cubicBezTo>
                <a:lnTo>
                  <a:pt x="41471" y="257325"/>
                </a:lnTo>
                <a:cubicBezTo>
                  <a:pt x="29372" y="251506"/>
                  <a:pt x="22167" y="244764"/>
                  <a:pt x="22167" y="23931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sp>
        <p:nvSpPr>
          <p:cNvPr id="1328" name="Google Shape;1328;p140"/>
          <p:cNvSpPr/>
          <p:nvPr/>
        </p:nvSpPr>
        <p:spPr>
          <a:xfrm>
            <a:off x="144425" y="2577500"/>
            <a:ext cx="2315100" cy="789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b="1" lang="en" sz="800">
                <a:solidFill>
                  <a:schemeClr val="dk1"/>
                </a:solidFill>
              </a:rPr>
              <a:t>S/4 Hana Private Cloud Edition </a:t>
            </a:r>
            <a:endParaRPr b="1" sz="800">
              <a:solidFill>
                <a:schemeClr val="dk1"/>
              </a:solidFill>
            </a:endParaRPr>
          </a:p>
          <a:p>
            <a:pPr indent="0" lvl="0" marL="0" rtl="0" algn="l">
              <a:spcBef>
                <a:spcPts val="0"/>
              </a:spcBef>
              <a:spcAft>
                <a:spcPts val="0"/>
              </a:spcAft>
              <a:buNone/>
            </a:pPr>
            <a:r>
              <a:rPr b="1" lang="en" sz="800">
                <a:solidFill>
                  <a:schemeClr val="dk1"/>
                </a:solidFill>
              </a:rPr>
              <a:t>S/4 Hana Public Cloud Edition </a:t>
            </a:r>
            <a:endParaRPr b="1" sz="800">
              <a:solidFill>
                <a:schemeClr val="dk1"/>
              </a:solidFill>
            </a:endParaRPr>
          </a:p>
          <a:p>
            <a:pPr indent="0" lvl="0" marL="0" rtl="0" algn="l">
              <a:spcBef>
                <a:spcPts val="0"/>
              </a:spcBef>
              <a:spcAft>
                <a:spcPts val="0"/>
              </a:spcAft>
              <a:buNone/>
            </a:pPr>
            <a:r>
              <a:rPr b="1" lang="en" sz="800">
                <a:solidFill>
                  <a:schemeClr val="dk1"/>
                </a:solidFill>
              </a:rPr>
              <a:t>SuccessFactors</a:t>
            </a:r>
            <a:r>
              <a:rPr lang="en" sz="800">
                <a:solidFill>
                  <a:schemeClr val="dk1"/>
                </a:solidFill>
              </a:rPr>
              <a:t> </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sz="800">
              <a:solidFill>
                <a:schemeClr val="dk1"/>
              </a:solidFill>
            </a:endParaRPr>
          </a:p>
        </p:txBody>
      </p:sp>
      <p:sp>
        <p:nvSpPr>
          <p:cNvPr id="1329" name="Google Shape;1329;p140"/>
          <p:cNvSpPr txBox="1"/>
          <p:nvPr/>
        </p:nvSpPr>
        <p:spPr>
          <a:xfrm>
            <a:off x="0" y="915650"/>
            <a:ext cx="6406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SAP</a:t>
            </a:r>
            <a:endParaRPr sz="900"/>
          </a:p>
          <a:p>
            <a:pPr indent="0" lvl="0" marL="0" rtl="0" algn="l">
              <a:spcBef>
                <a:spcPts val="0"/>
              </a:spcBef>
              <a:spcAft>
                <a:spcPts val="0"/>
              </a:spcAft>
              <a:buNone/>
            </a:pPr>
            <a:r>
              <a:rPr lang="en" sz="900"/>
              <a:t>1. APRS replicates S/4HANA PCE initial/delta CDS views to BDC.</a:t>
            </a:r>
            <a:endParaRPr sz="900"/>
          </a:p>
          <a:p>
            <a:pPr indent="0" lvl="0" marL="0" rtl="0" algn="l">
              <a:spcBef>
                <a:spcPts val="0"/>
              </a:spcBef>
              <a:spcAft>
                <a:spcPts val="0"/>
              </a:spcAft>
              <a:buNone/>
            </a:pPr>
            <a:r>
              <a:rPr lang="en" sz="900"/>
              <a:t>2. Apache Spark augments CDS view data with semantic information. Data is stored in Parquet File format. SAP BDC Catalog manages these.</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b="1" lang="en" sz="900"/>
              <a:t>Snowflake</a:t>
            </a:r>
            <a:endParaRPr sz="900"/>
          </a:p>
          <a:p>
            <a:pPr indent="0" lvl="0" marL="0" rtl="0" algn="l">
              <a:spcBef>
                <a:spcPts val="0"/>
              </a:spcBef>
              <a:spcAft>
                <a:spcPts val="0"/>
              </a:spcAft>
              <a:buNone/>
            </a:pPr>
            <a:r>
              <a:rPr lang="en" sz="900"/>
              <a:t>3. Snowflake Horizon Catalog refreshes against BDC Catalog at regular intervals, updating Table DDLs and Snowflake Semantic Views (API call to  SAP ORD-CSN in BDC).</a:t>
            </a:r>
            <a:endParaRPr sz="900"/>
          </a:p>
          <a:p>
            <a:pPr indent="0" lvl="0" marL="0" rtl="0" algn="l">
              <a:spcBef>
                <a:spcPts val="0"/>
              </a:spcBef>
              <a:spcAft>
                <a:spcPts val="0"/>
              </a:spcAft>
              <a:buNone/>
            </a:pPr>
            <a:r>
              <a:rPr lang="en" sz="900"/>
              <a:t>4. Snowflake executes queries directly against BDC data using its unified engine and virtual warehouses. Cortex AI&amp;ML &amp; Snowflake all leverage this foundational capability to get and process the data.</a:t>
            </a:r>
            <a:endParaRPr sz="900"/>
          </a:p>
        </p:txBody>
      </p:sp>
      <p:cxnSp>
        <p:nvCxnSpPr>
          <p:cNvPr id="1330" name="Google Shape;1330;p140"/>
          <p:cNvCxnSpPr>
            <a:stCxn id="1328" idx="3"/>
          </p:cNvCxnSpPr>
          <p:nvPr/>
        </p:nvCxnSpPr>
        <p:spPr>
          <a:xfrm>
            <a:off x="2459525" y="2972300"/>
            <a:ext cx="1022100" cy="60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331" name="Google Shape;1331;p140"/>
          <p:cNvSpPr/>
          <p:nvPr/>
        </p:nvSpPr>
        <p:spPr>
          <a:xfrm>
            <a:off x="2868014" y="3037559"/>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332" name="Google Shape;1332;p140"/>
          <p:cNvSpPr/>
          <p:nvPr/>
        </p:nvSpPr>
        <p:spPr>
          <a:xfrm>
            <a:off x="3534415" y="474394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333" name="Google Shape;1333;p140"/>
          <p:cNvSpPr/>
          <p:nvPr/>
        </p:nvSpPr>
        <p:spPr>
          <a:xfrm>
            <a:off x="6836390" y="3255072"/>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3</a:t>
            </a:r>
            <a:endParaRPr sz="1000">
              <a:solidFill>
                <a:schemeClr val="lt1"/>
              </a:solidFill>
            </a:endParaRPr>
          </a:p>
        </p:txBody>
      </p:sp>
      <p:sp>
        <p:nvSpPr>
          <p:cNvPr id="1334" name="Google Shape;1334;p140"/>
          <p:cNvSpPr/>
          <p:nvPr/>
        </p:nvSpPr>
        <p:spPr>
          <a:xfrm>
            <a:off x="6861552" y="291810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335" name="Google Shape;1335;p140"/>
          <p:cNvSpPr txBox="1"/>
          <p:nvPr/>
        </p:nvSpPr>
        <p:spPr>
          <a:xfrm>
            <a:off x="70925" y="3731250"/>
            <a:ext cx="300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Benefits: reduced development and maintenance costs. Certified. </a:t>
            </a:r>
            <a:endParaRPr b="1" sz="900"/>
          </a:p>
          <a:p>
            <a:pPr indent="0" lvl="0" marL="0" rtl="0" algn="l">
              <a:spcBef>
                <a:spcPts val="0"/>
              </a:spcBef>
              <a:spcAft>
                <a:spcPts val="0"/>
              </a:spcAft>
              <a:buNone/>
            </a:pPr>
            <a:r>
              <a:t/>
            </a:r>
            <a:endParaRPr b="1" sz="900"/>
          </a:p>
          <a:p>
            <a:pPr indent="0" lvl="0" marL="0" rtl="0" algn="l">
              <a:spcBef>
                <a:spcPts val="0"/>
              </a:spcBef>
              <a:spcAft>
                <a:spcPts val="0"/>
              </a:spcAft>
              <a:buNone/>
            </a:pPr>
            <a:r>
              <a:t/>
            </a:r>
            <a:endParaRPr b="1" sz="900"/>
          </a:p>
          <a:p>
            <a:pPr indent="0" lvl="0" marL="0" rtl="0" algn="l">
              <a:spcBef>
                <a:spcPts val="0"/>
              </a:spcBef>
              <a:spcAft>
                <a:spcPts val="0"/>
              </a:spcAft>
              <a:buNone/>
            </a:pPr>
            <a:r>
              <a:rPr b="1" lang="en" sz="900"/>
              <a:t>Challenges: relevance of data products. Still need to model on top.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41"/>
          <p:cNvSpPr/>
          <p:nvPr/>
        </p:nvSpPr>
        <p:spPr>
          <a:xfrm>
            <a:off x="6777625" y="742300"/>
            <a:ext cx="2060700" cy="4256100"/>
          </a:xfrm>
          <a:prstGeom prst="rect">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1" name="Google Shape;1341;p141"/>
          <p:cNvSpPr txBox="1"/>
          <p:nvPr>
            <p:ph type="title"/>
          </p:nvPr>
        </p:nvSpPr>
        <p:spPr>
          <a:xfrm>
            <a:off x="124650" y="124525"/>
            <a:ext cx="8637900" cy="498600"/>
          </a:xfrm>
          <a:prstGeom prst="rect">
            <a:avLst/>
          </a:prstGeom>
        </p:spPr>
        <p:txBody>
          <a:bodyPr anchorCtr="0" anchor="ctr" bIns="34275" lIns="68575" spcFirstLastPara="1" rIns="68575" wrap="square" tIns="34275">
            <a:spAutoFit/>
          </a:bodyPr>
          <a:lstStyle/>
          <a:p>
            <a:pPr indent="0" lvl="0" marL="0" rtl="0" algn="l">
              <a:spcBef>
                <a:spcPts val="0"/>
              </a:spcBef>
              <a:spcAft>
                <a:spcPts val="0"/>
              </a:spcAft>
              <a:buNone/>
            </a:pPr>
            <a:r>
              <a:rPr lang="en" sz="1700"/>
              <a:t>Don’t Have S/4HANA Private or Public?  Data Products not out yet? No Worries.</a:t>
            </a:r>
            <a:r>
              <a:rPr lang="en" sz="1800"/>
              <a:t> </a:t>
            </a:r>
            <a:endParaRPr sz="1800"/>
          </a:p>
          <a:p>
            <a:pPr indent="0" lvl="0" marL="0" rtl="0" algn="l">
              <a:spcBef>
                <a:spcPts val="0"/>
              </a:spcBef>
              <a:spcAft>
                <a:spcPts val="0"/>
              </a:spcAft>
              <a:buNone/>
            </a:pPr>
            <a:r>
              <a:rPr b="0" i="1" lang="en" sz="1300"/>
              <a:t>use BDC as ELT to Snowflake</a:t>
            </a:r>
            <a:endParaRPr b="0" i="1" sz="1300"/>
          </a:p>
        </p:txBody>
      </p:sp>
      <p:cxnSp>
        <p:nvCxnSpPr>
          <p:cNvPr id="1342" name="Google Shape;1342;p141"/>
          <p:cNvCxnSpPr/>
          <p:nvPr/>
        </p:nvCxnSpPr>
        <p:spPr>
          <a:xfrm>
            <a:off x="5266300" y="1035075"/>
            <a:ext cx="15192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343" name="Google Shape;1343;p141"/>
          <p:cNvSpPr/>
          <p:nvPr/>
        </p:nvSpPr>
        <p:spPr>
          <a:xfrm>
            <a:off x="3494100" y="728575"/>
            <a:ext cx="1772100" cy="1326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BDC - Use Datasphere as ELT.</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i="1" lang="en" sz="800">
                <a:solidFill>
                  <a:schemeClr val="dk1"/>
                </a:solidFill>
              </a:rPr>
              <a:t>Custom</a:t>
            </a:r>
            <a:endParaRPr i="1" sz="800">
              <a:solidFill>
                <a:schemeClr val="dk1"/>
              </a:solidFill>
            </a:endParaRPr>
          </a:p>
          <a:p>
            <a:pPr indent="0" lvl="0" marL="0" rtl="0" algn="l">
              <a:spcBef>
                <a:spcPts val="0"/>
              </a:spcBef>
              <a:spcAft>
                <a:spcPts val="0"/>
              </a:spcAft>
              <a:buNone/>
            </a:pPr>
            <a:r>
              <a:rPr lang="en" sz="800">
                <a:solidFill>
                  <a:schemeClr val="dk1"/>
                </a:solidFill>
              </a:rPr>
              <a:t>Datasphere Replication Flow</a:t>
            </a:r>
            <a:endParaRPr sz="800">
              <a:solidFill>
                <a:schemeClr val="dk1"/>
              </a:solidFill>
            </a:endParaRPr>
          </a:p>
        </p:txBody>
      </p:sp>
      <p:sp>
        <p:nvSpPr>
          <p:cNvPr id="1344" name="Google Shape;1344;p141"/>
          <p:cNvSpPr/>
          <p:nvPr/>
        </p:nvSpPr>
        <p:spPr>
          <a:xfrm>
            <a:off x="6838233" y="924093"/>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45" name="Google Shape;1345;p141"/>
          <p:cNvCxnSpPr>
            <a:stCxn id="1346" idx="3"/>
          </p:cNvCxnSpPr>
          <p:nvPr/>
        </p:nvCxnSpPr>
        <p:spPr>
          <a:xfrm>
            <a:off x="5273198" y="1660275"/>
            <a:ext cx="1496700" cy="6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1347" name="Google Shape;1347;p141"/>
          <p:cNvSpPr/>
          <p:nvPr/>
        </p:nvSpPr>
        <p:spPr>
          <a:xfrm>
            <a:off x="6838233" y="1570287"/>
            <a:ext cx="177900" cy="180600"/>
          </a:xfrm>
          <a:prstGeom prst="ellipse">
            <a:avLst/>
          </a:pr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8" name="Google Shape;1348;p141"/>
          <p:cNvSpPr/>
          <p:nvPr/>
        </p:nvSpPr>
        <p:spPr>
          <a:xfrm>
            <a:off x="5413380" y="742300"/>
            <a:ext cx="891900" cy="585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Bucket</a:t>
            </a:r>
            <a:endParaRPr sz="800">
              <a:solidFill>
                <a:schemeClr val="dk1"/>
              </a:solidFill>
            </a:endParaRPr>
          </a:p>
          <a:p>
            <a:pPr indent="0" lvl="0" marL="0" rtl="0" algn="l">
              <a:spcBef>
                <a:spcPts val="0"/>
              </a:spcBef>
              <a:spcAft>
                <a:spcPts val="0"/>
              </a:spcAft>
              <a:buNone/>
            </a:pPr>
            <a:r>
              <a:rPr lang="en" sz="800">
                <a:solidFill>
                  <a:schemeClr val="dk1"/>
                </a:solidFill>
              </a:rPr>
              <a:t>(S3, AZ, GCP)</a:t>
            </a:r>
            <a:endParaRPr sz="800">
              <a:solidFill>
                <a:schemeClr val="dk1"/>
              </a:solidFill>
            </a:endParaRPr>
          </a:p>
        </p:txBody>
      </p:sp>
      <p:sp>
        <p:nvSpPr>
          <p:cNvPr id="1349" name="Google Shape;1349;p141"/>
          <p:cNvSpPr/>
          <p:nvPr/>
        </p:nvSpPr>
        <p:spPr>
          <a:xfrm>
            <a:off x="5419895" y="1381800"/>
            <a:ext cx="891900" cy="585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rPr>
              <a:t>-</a:t>
            </a:r>
            <a:r>
              <a:rPr lang="en" sz="800">
                <a:solidFill>
                  <a:schemeClr val="dk1"/>
                </a:solidFill>
              </a:rPr>
              <a:t>Kafka </a:t>
            </a:r>
            <a:br>
              <a:rPr lang="en" sz="800">
                <a:solidFill>
                  <a:schemeClr val="dk1"/>
                </a:solidFill>
              </a:rPr>
            </a:br>
            <a:r>
              <a:rPr lang="en" sz="800">
                <a:solidFill>
                  <a:schemeClr val="dk1"/>
                </a:solidFill>
              </a:rPr>
              <a:t>-Snowflake Datastream</a:t>
            </a:r>
            <a:endParaRPr sz="800">
              <a:solidFill>
                <a:schemeClr val="dk1"/>
              </a:solidFill>
            </a:endParaRPr>
          </a:p>
        </p:txBody>
      </p:sp>
      <p:sp>
        <p:nvSpPr>
          <p:cNvPr id="1350" name="Google Shape;1350;p141"/>
          <p:cNvSpPr txBox="1"/>
          <p:nvPr>
            <p:ph idx="4294967295"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351" name="Google Shape;1351;p141"/>
          <p:cNvSpPr/>
          <p:nvPr/>
        </p:nvSpPr>
        <p:spPr>
          <a:xfrm>
            <a:off x="7055421" y="630039"/>
            <a:ext cx="1448400" cy="215100"/>
          </a:xfrm>
          <a:prstGeom prst="roundRect">
            <a:avLst>
              <a:gd fmla="val 8301" name="adj"/>
            </a:avLst>
          </a:prstGeom>
          <a:solidFill>
            <a:schemeClr val="accent1"/>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800">
                <a:solidFill>
                  <a:schemeClr val="lt1"/>
                </a:solidFill>
              </a:rPr>
              <a:t>SNOWFLAKE</a:t>
            </a:r>
            <a:endParaRPr b="1" sz="800">
              <a:solidFill>
                <a:schemeClr val="lt1"/>
              </a:solidFill>
            </a:endParaRPr>
          </a:p>
        </p:txBody>
      </p:sp>
      <p:grpSp>
        <p:nvGrpSpPr>
          <p:cNvPr id="1352" name="Google Shape;1352;p141"/>
          <p:cNvGrpSpPr/>
          <p:nvPr/>
        </p:nvGrpSpPr>
        <p:grpSpPr>
          <a:xfrm>
            <a:off x="8639830" y="606665"/>
            <a:ext cx="313055" cy="319800"/>
            <a:chOff x="8639830" y="606665"/>
            <a:chExt cx="313055" cy="319800"/>
          </a:xfrm>
        </p:grpSpPr>
        <p:sp>
          <p:nvSpPr>
            <p:cNvPr id="1353" name="Google Shape;1353;p141"/>
            <p:cNvSpPr/>
            <p:nvPr/>
          </p:nvSpPr>
          <p:spPr>
            <a:xfrm>
              <a:off x="8639830" y="606665"/>
              <a:ext cx="308700" cy="31980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62626"/>
                </a:buClr>
                <a:buSzPts val="1800"/>
                <a:buFont typeface="Lato"/>
                <a:buNone/>
              </a:pPr>
              <a:r>
                <a:t/>
              </a:r>
              <a:endParaRPr sz="1800">
                <a:solidFill>
                  <a:srgbClr val="262626"/>
                </a:solidFill>
                <a:latin typeface="Lato"/>
                <a:ea typeface="Lato"/>
                <a:cs typeface="Lato"/>
                <a:sym typeface="Lato"/>
              </a:endParaRPr>
            </a:p>
          </p:txBody>
        </p:sp>
        <p:pic>
          <p:nvPicPr>
            <p:cNvPr id="1354" name="Google Shape;1354;p141"/>
            <p:cNvPicPr preferRelativeResize="0"/>
            <p:nvPr/>
          </p:nvPicPr>
          <p:blipFill rotWithShape="1">
            <a:blip r:embed="rId3">
              <a:alphaModFix/>
            </a:blip>
            <a:srcRect b="0" l="0" r="0" t="0"/>
            <a:stretch/>
          </p:blipFill>
          <p:spPr>
            <a:xfrm>
              <a:off x="8667525" y="629946"/>
              <a:ext cx="285361" cy="273198"/>
            </a:xfrm>
            <a:prstGeom prst="rect">
              <a:avLst/>
            </a:prstGeom>
            <a:noFill/>
            <a:ln>
              <a:noFill/>
            </a:ln>
          </p:spPr>
        </p:pic>
      </p:grpSp>
      <p:sp>
        <p:nvSpPr>
          <p:cNvPr id="1355" name="Google Shape;1355;p141"/>
          <p:cNvSpPr/>
          <p:nvPr/>
        </p:nvSpPr>
        <p:spPr>
          <a:xfrm>
            <a:off x="7204400" y="2198946"/>
            <a:ext cx="340076" cy="217213"/>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rgbClr val="29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5940"/>
              <a:buFont typeface="Arial"/>
              <a:buNone/>
            </a:pPr>
            <a:r>
              <a:t/>
            </a:r>
            <a:endParaRPr sz="5940">
              <a:solidFill>
                <a:srgbClr val="FFFFFF"/>
              </a:solidFill>
              <a:latin typeface="Lato"/>
              <a:ea typeface="Lato"/>
              <a:cs typeface="Lato"/>
              <a:sym typeface="Lato"/>
            </a:endParaRPr>
          </a:p>
        </p:txBody>
      </p:sp>
      <p:sp>
        <p:nvSpPr>
          <p:cNvPr id="1356" name="Google Shape;1356;p141"/>
          <p:cNvSpPr txBox="1"/>
          <p:nvPr/>
        </p:nvSpPr>
        <p:spPr>
          <a:xfrm>
            <a:off x="7104523" y="2452346"/>
            <a:ext cx="5238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Snowflake </a:t>
            </a:r>
            <a:r>
              <a:rPr lang="en" sz="600">
                <a:solidFill>
                  <a:srgbClr val="105780"/>
                </a:solidFill>
              </a:rPr>
              <a:t>Intelligence</a:t>
            </a:r>
            <a:r>
              <a:rPr lang="en" sz="600">
                <a:solidFill>
                  <a:srgbClr val="105780"/>
                </a:solidFill>
                <a:latin typeface="Arial"/>
                <a:ea typeface="Arial"/>
                <a:cs typeface="Arial"/>
                <a:sym typeface="Arial"/>
              </a:rPr>
              <a:t> </a:t>
            </a:r>
            <a:endParaRPr sz="600">
              <a:solidFill>
                <a:srgbClr val="105780"/>
              </a:solidFill>
              <a:latin typeface="Arial"/>
              <a:ea typeface="Arial"/>
              <a:cs typeface="Arial"/>
              <a:sym typeface="Arial"/>
            </a:endParaRPr>
          </a:p>
        </p:txBody>
      </p:sp>
      <p:grpSp>
        <p:nvGrpSpPr>
          <p:cNvPr id="1357" name="Google Shape;1357;p141"/>
          <p:cNvGrpSpPr/>
          <p:nvPr/>
        </p:nvGrpSpPr>
        <p:grpSpPr>
          <a:xfrm>
            <a:off x="6808959" y="4169403"/>
            <a:ext cx="377290" cy="424186"/>
            <a:chOff x="6808959" y="4169403"/>
            <a:chExt cx="377290" cy="424186"/>
          </a:xfrm>
        </p:grpSpPr>
        <p:sp>
          <p:nvSpPr>
            <p:cNvPr id="1358" name="Google Shape;1358;p141"/>
            <p:cNvSpPr/>
            <p:nvPr/>
          </p:nvSpPr>
          <p:spPr>
            <a:xfrm>
              <a:off x="6849814" y="4169403"/>
              <a:ext cx="44055" cy="24161"/>
            </a:xfrm>
            <a:custGeom>
              <a:rect b="b" l="l" r="r" t="t"/>
              <a:pathLst>
                <a:path extrusionOk="0" h="11410" w="20805">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59" name="Google Shape;1359;p141"/>
            <p:cNvSpPr/>
            <p:nvPr/>
          </p:nvSpPr>
          <p:spPr>
            <a:xfrm>
              <a:off x="6935433" y="4169403"/>
              <a:ext cx="41567" cy="22384"/>
            </a:xfrm>
            <a:custGeom>
              <a:rect b="b" l="l" r="r" t="t"/>
              <a:pathLst>
                <a:path extrusionOk="0" h="10571" w="1963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0" name="Google Shape;1360;p141"/>
            <p:cNvSpPr/>
            <p:nvPr/>
          </p:nvSpPr>
          <p:spPr>
            <a:xfrm>
              <a:off x="7018208" y="4169403"/>
              <a:ext cx="41569" cy="22384"/>
            </a:xfrm>
            <a:custGeom>
              <a:rect b="b" l="l" r="r" t="t"/>
              <a:pathLst>
                <a:path extrusionOk="0" h="10571" w="19631">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1" name="Google Shape;1361;p141"/>
            <p:cNvSpPr/>
            <p:nvPr/>
          </p:nvSpPr>
          <p:spPr>
            <a:xfrm>
              <a:off x="7101339" y="4169403"/>
              <a:ext cx="44055" cy="24161"/>
            </a:xfrm>
            <a:custGeom>
              <a:rect b="b" l="l" r="r" t="t"/>
              <a:pathLst>
                <a:path extrusionOk="0" h="11410" w="20805">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2" name="Google Shape;1362;p141"/>
            <p:cNvSpPr/>
            <p:nvPr/>
          </p:nvSpPr>
          <p:spPr>
            <a:xfrm>
              <a:off x="6808959" y="4210614"/>
              <a:ext cx="24161" cy="43699"/>
            </a:xfrm>
            <a:custGeom>
              <a:rect b="b" l="l" r="r" t="t"/>
              <a:pathLst>
                <a:path extrusionOk="0" h="20637" w="1141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3" name="Google Shape;1363;p141"/>
            <p:cNvSpPr/>
            <p:nvPr/>
          </p:nvSpPr>
          <p:spPr>
            <a:xfrm>
              <a:off x="7162090" y="4210614"/>
              <a:ext cx="24159" cy="43699"/>
            </a:xfrm>
            <a:custGeom>
              <a:rect b="b" l="l" r="r" t="t"/>
              <a:pathLst>
                <a:path extrusionOk="0" h="20637" w="11409">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4" name="Google Shape;1364;p141"/>
            <p:cNvSpPr/>
            <p:nvPr/>
          </p:nvSpPr>
          <p:spPr>
            <a:xfrm>
              <a:off x="6808959" y="4294810"/>
              <a:ext cx="22028" cy="40857"/>
            </a:xfrm>
            <a:custGeom>
              <a:rect b="b" l="l" r="r" t="t"/>
              <a:pathLst>
                <a:path extrusionOk="0" h="19295" w="10403">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5" name="Google Shape;1365;p141"/>
            <p:cNvSpPr/>
            <p:nvPr/>
          </p:nvSpPr>
          <p:spPr>
            <a:xfrm>
              <a:off x="7164223" y="4294810"/>
              <a:ext cx="22026" cy="40857"/>
            </a:xfrm>
            <a:custGeom>
              <a:rect b="b" l="l" r="r" t="t"/>
              <a:pathLst>
                <a:path extrusionOk="0" h="19295" w="10402">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6" name="Google Shape;1366;p141"/>
            <p:cNvSpPr/>
            <p:nvPr/>
          </p:nvSpPr>
          <p:spPr>
            <a:xfrm>
              <a:off x="6808959" y="4376522"/>
              <a:ext cx="22028" cy="40501"/>
            </a:xfrm>
            <a:custGeom>
              <a:rect b="b" l="l" r="r" t="t"/>
              <a:pathLst>
                <a:path extrusionOk="0" h="19127" w="10403">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7" name="Google Shape;1367;p141"/>
            <p:cNvSpPr/>
            <p:nvPr/>
          </p:nvSpPr>
          <p:spPr>
            <a:xfrm>
              <a:off x="7164223" y="4376522"/>
              <a:ext cx="22026" cy="40501"/>
            </a:xfrm>
            <a:custGeom>
              <a:rect b="b" l="l" r="r" t="t"/>
              <a:pathLst>
                <a:path extrusionOk="0" h="19127" w="10402">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8" name="Google Shape;1368;p141"/>
            <p:cNvSpPr/>
            <p:nvPr/>
          </p:nvSpPr>
          <p:spPr>
            <a:xfrm>
              <a:off x="6808959" y="4457877"/>
              <a:ext cx="24161" cy="43699"/>
            </a:xfrm>
            <a:custGeom>
              <a:rect b="b" l="l" r="r" t="t"/>
              <a:pathLst>
                <a:path extrusionOk="0" h="20637" w="1141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69" name="Google Shape;1369;p141"/>
            <p:cNvSpPr/>
            <p:nvPr/>
          </p:nvSpPr>
          <p:spPr>
            <a:xfrm>
              <a:off x="7162090" y="4457877"/>
              <a:ext cx="24159" cy="43699"/>
            </a:xfrm>
            <a:custGeom>
              <a:rect b="b" l="l" r="r" t="t"/>
              <a:pathLst>
                <a:path extrusionOk="0" h="20637" w="11409">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70" name="Google Shape;1370;p141"/>
            <p:cNvSpPr/>
            <p:nvPr/>
          </p:nvSpPr>
          <p:spPr>
            <a:xfrm>
              <a:off x="6831518" y="4451482"/>
              <a:ext cx="332279" cy="142108"/>
            </a:xfrm>
            <a:custGeom>
              <a:rect b="b" l="l" r="r" t="t"/>
              <a:pathLst>
                <a:path extrusionOk="0" h="67111" w="142609">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500">
                  <a:solidFill>
                    <a:srgbClr val="FFFFFF"/>
                  </a:solidFill>
                  <a:latin typeface="Arial"/>
                  <a:ea typeface="Arial"/>
                  <a:cs typeface="Arial"/>
                  <a:sym typeface="Arial"/>
                </a:rPr>
                <a:t>FINANCE</a:t>
              </a:r>
              <a:endParaRPr b="1" sz="500">
                <a:solidFill>
                  <a:srgbClr val="FFFFFF"/>
                </a:solidFill>
                <a:latin typeface="Arial"/>
                <a:ea typeface="Arial"/>
                <a:cs typeface="Arial"/>
                <a:sym typeface="Arial"/>
              </a:endParaRPr>
            </a:p>
          </p:txBody>
        </p:sp>
        <p:sp>
          <p:nvSpPr>
            <p:cNvPr id="1371" name="Google Shape;1371;p141"/>
            <p:cNvSpPr/>
            <p:nvPr/>
          </p:nvSpPr>
          <p:spPr>
            <a:xfrm>
              <a:off x="6953197" y="4264968"/>
              <a:ext cx="93435" cy="40148"/>
            </a:xfrm>
            <a:custGeom>
              <a:rect b="b" l="l" r="r" t="t"/>
              <a:pathLst>
                <a:path extrusionOk="0" h="18960" w="44125">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72" name="Google Shape;1372;p141"/>
            <p:cNvSpPr/>
            <p:nvPr/>
          </p:nvSpPr>
          <p:spPr>
            <a:xfrm>
              <a:off x="6953197" y="4300851"/>
              <a:ext cx="93435" cy="84198"/>
            </a:xfrm>
            <a:custGeom>
              <a:rect b="b" l="l" r="r" t="t"/>
              <a:pathLst>
                <a:path extrusionOk="0" h="39763" w="44125">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grpSp>
      <p:sp>
        <p:nvSpPr>
          <p:cNvPr id="1373" name="Google Shape;1373;p141"/>
          <p:cNvSpPr/>
          <p:nvPr/>
        </p:nvSpPr>
        <p:spPr>
          <a:xfrm>
            <a:off x="7271108" y="2786941"/>
            <a:ext cx="291441" cy="277302"/>
          </a:xfrm>
          <a:custGeom>
            <a:rect b="b" l="l" r="r" t="t"/>
            <a:pathLst>
              <a:path extrusionOk="0" h="171970" w="200994">
                <a:moveTo>
                  <a:pt x="0" y="31374"/>
                </a:moveTo>
                <a:lnTo>
                  <a:pt x="168" y="28187"/>
                </a:lnTo>
                <a:lnTo>
                  <a:pt x="1343" y="21979"/>
                </a:lnTo>
                <a:lnTo>
                  <a:pt x="3691" y="16275"/>
                </a:lnTo>
                <a:lnTo>
                  <a:pt x="7215" y="11409"/>
                </a:lnTo>
                <a:lnTo>
                  <a:pt x="11409" y="7047"/>
                </a:lnTo>
                <a:lnTo>
                  <a:pt x="16442" y="3692"/>
                </a:lnTo>
                <a:lnTo>
                  <a:pt x="22147" y="1343"/>
                </a:lnTo>
                <a:lnTo>
                  <a:pt x="28186" y="0"/>
                </a:lnTo>
                <a:lnTo>
                  <a:pt x="31542" y="0"/>
                </a:lnTo>
                <a:lnTo>
                  <a:pt x="125999" y="0"/>
                </a:lnTo>
                <a:lnTo>
                  <a:pt x="129187" y="0"/>
                </a:lnTo>
                <a:lnTo>
                  <a:pt x="135394" y="1343"/>
                </a:lnTo>
                <a:lnTo>
                  <a:pt x="141098" y="3692"/>
                </a:lnTo>
                <a:lnTo>
                  <a:pt x="146132" y="7047"/>
                </a:lnTo>
                <a:lnTo>
                  <a:pt x="150326" y="11409"/>
                </a:lnTo>
                <a:lnTo>
                  <a:pt x="153682" y="16275"/>
                </a:lnTo>
                <a:lnTo>
                  <a:pt x="156030" y="21979"/>
                </a:lnTo>
                <a:lnTo>
                  <a:pt x="157373" y="28187"/>
                </a:lnTo>
                <a:lnTo>
                  <a:pt x="157540" y="31374"/>
                </a:lnTo>
                <a:lnTo>
                  <a:pt x="157540" y="43454"/>
                </a:lnTo>
                <a:lnTo>
                  <a:pt x="169452" y="43454"/>
                </a:lnTo>
                <a:lnTo>
                  <a:pt x="172640" y="43454"/>
                </a:lnTo>
                <a:lnTo>
                  <a:pt x="178848" y="44796"/>
                </a:lnTo>
                <a:lnTo>
                  <a:pt x="184552" y="47145"/>
                </a:lnTo>
                <a:lnTo>
                  <a:pt x="189585" y="50501"/>
                </a:lnTo>
                <a:lnTo>
                  <a:pt x="193780" y="54863"/>
                </a:lnTo>
                <a:lnTo>
                  <a:pt x="197135" y="59896"/>
                </a:lnTo>
                <a:lnTo>
                  <a:pt x="199652" y="65432"/>
                </a:lnTo>
                <a:lnTo>
                  <a:pt x="200826" y="71640"/>
                </a:lnTo>
                <a:lnTo>
                  <a:pt x="200994" y="74828"/>
                </a:lnTo>
                <a:lnTo>
                  <a:pt x="200994" y="140428"/>
                </a:lnTo>
                <a:lnTo>
                  <a:pt x="200826" y="143615"/>
                </a:lnTo>
                <a:lnTo>
                  <a:pt x="199652" y="149823"/>
                </a:lnTo>
                <a:lnTo>
                  <a:pt x="197135" y="155527"/>
                </a:lnTo>
                <a:lnTo>
                  <a:pt x="193780" y="160393"/>
                </a:lnTo>
                <a:lnTo>
                  <a:pt x="189585" y="164755"/>
                </a:lnTo>
                <a:lnTo>
                  <a:pt x="184552" y="168110"/>
                </a:lnTo>
                <a:lnTo>
                  <a:pt x="178848" y="170459"/>
                </a:lnTo>
                <a:lnTo>
                  <a:pt x="172640" y="171801"/>
                </a:lnTo>
                <a:lnTo>
                  <a:pt x="169452" y="171969"/>
                </a:lnTo>
                <a:lnTo>
                  <a:pt x="74995" y="171969"/>
                </a:lnTo>
                <a:lnTo>
                  <a:pt x="71640" y="171801"/>
                </a:lnTo>
                <a:lnTo>
                  <a:pt x="65600" y="170459"/>
                </a:lnTo>
                <a:lnTo>
                  <a:pt x="59896" y="168110"/>
                </a:lnTo>
                <a:lnTo>
                  <a:pt x="54863" y="164755"/>
                </a:lnTo>
                <a:lnTo>
                  <a:pt x="50668" y="160393"/>
                </a:lnTo>
                <a:lnTo>
                  <a:pt x="47145" y="155527"/>
                </a:lnTo>
                <a:lnTo>
                  <a:pt x="44796" y="149823"/>
                </a:lnTo>
                <a:lnTo>
                  <a:pt x="43622" y="143615"/>
                </a:lnTo>
                <a:lnTo>
                  <a:pt x="43454" y="140428"/>
                </a:lnTo>
                <a:lnTo>
                  <a:pt x="43454" y="128348"/>
                </a:lnTo>
                <a:lnTo>
                  <a:pt x="31542" y="128348"/>
                </a:lnTo>
                <a:lnTo>
                  <a:pt x="28186" y="128348"/>
                </a:lnTo>
                <a:lnTo>
                  <a:pt x="22147" y="127006"/>
                </a:lnTo>
                <a:lnTo>
                  <a:pt x="16442" y="124657"/>
                </a:lnTo>
                <a:lnTo>
                  <a:pt x="11409" y="121301"/>
                </a:lnTo>
                <a:lnTo>
                  <a:pt x="7215" y="116939"/>
                </a:lnTo>
                <a:lnTo>
                  <a:pt x="3691" y="111906"/>
                </a:lnTo>
                <a:lnTo>
                  <a:pt x="1343" y="106369"/>
                </a:lnTo>
                <a:lnTo>
                  <a:pt x="168" y="100162"/>
                </a:lnTo>
                <a:lnTo>
                  <a:pt x="0" y="96974"/>
                </a:lnTo>
                <a:close/>
                <a:moveTo>
                  <a:pt x="144957" y="31374"/>
                </a:moveTo>
                <a:lnTo>
                  <a:pt x="144957" y="43454"/>
                </a:lnTo>
                <a:lnTo>
                  <a:pt x="74995" y="43454"/>
                </a:lnTo>
                <a:lnTo>
                  <a:pt x="71640" y="43454"/>
                </a:lnTo>
                <a:lnTo>
                  <a:pt x="65600" y="44796"/>
                </a:lnTo>
                <a:lnTo>
                  <a:pt x="59896" y="47145"/>
                </a:lnTo>
                <a:lnTo>
                  <a:pt x="54863" y="50501"/>
                </a:lnTo>
                <a:lnTo>
                  <a:pt x="50668" y="54863"/>
                </a:lnTo>
                <a:lnTo>
                  <a:pt x="47145" y="59896"/>
                </a:lnTo>
                <a:lnTo>
                  <a:pt x="44796" y="65432"/>
                </a:lnTo>
                <a:lnTo>
                  <a:pt x="43622" y="71640"/>
                </a:lnTo>
                <a:lnTo>
                  <a:pt x="43454" y="74828"/>
                </a:lnTo>
                <a:lnTo>
                  <a:pt x="43454" y="115765"/>
                </a:lnTo>
                <a:lnTo>
                  <a:pt x="31542" y="115765"/>
                </a:lnTo>
                <a:lnTo>
                  <a:pt x="27683" y="115597"/>
                </a:lnTo>
                <a:lnTo>
                  <a:pt x="20804" y="112745"/>
                </a:lnTo>
                <a:lnTo>
                  <a:pt x="15771" y="107544"/>
                </a:lnTo>
                <a:lnTo>
                  <a:pt x="12919" y="100833"/>
                </a:lnTo>
                <a:lnTo>
                  <a:pt x="12583" y="96974"/>
                </a:lnTo>
                <a:lnTo>
                  <a:pt x="12583" y="31374"/>
                </a:lnTo>
                <a:lnTo>
                  <a:pt x="12919" y="27515"/>
                </a:lnTo>
                <a:lnTo>
                  <a:pt x="15771" y="20804"/>
                </a:lnTo>
                <a:lnTo>
                  <a:pt x="20804" y="15603"/>
                </a:lnTo>
                <a:lnTo>
                  <a:pt x="27683" y="12751"/>
                </a:lnTo>
                <a:lnTo>
                  <a:pt x="31542" y="12584"/>
                </a:lnTo>
                <a:lnTo>
                  <a:pt x="125999" y="12584"/>
                </a:lnTo>
                <a:lnTo>
                  <a:pt x="129858" y="12751"/>
                </a:lnTo>
                <a:lnTo>
                  <a:pt x="136569" y="15603"/>
                </a:lnTo>
                <a:lnTo>
                  <a:pt x="141770" y="20804"/>
                </a:lnTo>
                <a:lnTo>
                  <a:pt x="144622" y="27515"/>
                </a:lnTo>
                <a:close/>
                <a:moveTo>
                  <a:pt x="74995" y="56037"/>
                </a:moveTo>
                <a:lnTo>
                  <a:pt x="71137" y="56205"/>
                </a:lnTo>
                <a:lnTo>
                  <a:pt x="64258" y="59057"/>
                </a:lnTo>
                <a:lnTo>
                  <a:pt x="59225" y="64258"/>
                </a:lnTo>
                <a:lnTo>
                  <a:pt x="56372" y="70969"/>
                </a:lnTo>
                <a:lnTo>
                  <a:pt x="56037" y="74828"/>
                </a:lnTo>
                <a:lnTo>
                  <a:pt x="56037" y="82713"/>
                </a:lnTo>
                <a:lnTo>
                  <a:pt x="188411" y="82713"/>
                </a:lnTo>
                <a:lnTo>
                  <a:pt x="188411" y="74828"/>
                </a:lnTo>
                <a:lnTo>
                  <a:pt x="188075" y="70969"/>
                </a:lnTo>
                <a:lnTo>
                  <a:pt x="185223" y="64258"/>
                </a:lnTo>
                <a:lnTo>
                  <a:pt x="180190" y="59057"/>
                </a:lnTo>
                <a:lnTo>
                  <a:pt x="173311" y="56205"/>
                </a:lnTo>
                <a:lnTo>
                  <a:pt x="169452" y="56037"/>
                </a:lnTo>
                <a:close/>
                <a:moveTo>
                  <a:pt x="188411" y="95296"/>
                </a:moveTo>
                <a:lnTo>
                  <a:pt x="56037" y="95296"/>
                </a:lnTo>
                <a:lnTo>
                  <a:pt x="56037" y="140428"/>
                </a:lnTo>
                <a:lnTo>
                  <a:pt x="56372" y="144286"/>
                </a:lnTo>
                <a:lnTo>
                  <a:pt x="59225" y="150997"/>
                </a:lnTo>
                <a:lnTo>
                  <a:pt x="64258" y="156198"/>
                </a:lnTo>
                <a:lnTo>
                  <a:pt x="71137" y="159050"/>
                </a:lnTo>
                <a:lnTo>
                  <a:pt x="74995" y="159386"/>
                </a:lnTo>
                <a:lnTo>
                  <a:pt x="169452" y="159386"/>
                </a:lnTo>
                <a:lnTo>
                  <a:pt x="173311" y="159050"/>
                </a:lnTo>
                <a:lnTo>
                  <a:pt x="180190" y="156198"/>
                </a:lnTo>
                <a:lnTo>
                  <a:pt x="185223" y="150997"/>
                </a:lnTo>
                <a:lnTo>
                  <a:pt x="188075" y="144286"/>
                </a:lnTo>
                <a:lnTo>
                  <a:pt x="188411" y="140428"/>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500"/>
              <a:buFont typeface="Arial"/>
              <a:buNone/>
            </a:pPr>
            <a:r>
              <a:t/>
            </a:r>
            <a:endParaRPr sz="500">
              <a:solidFill>
                <a:srgbClr val="252525"/>
              </a:solidFill>
              <a:latin typeface="Arial"/>
              <a:ea typeface="Arial"/>
              <a:cs typeface="Arial"/>
              <a:sym typeface="Arial"/>
            </a:endParaRPr>
          </a:p>
        </p:txBody>
      </p:sp>
      <p:sp>
        <p:nvSpPr>
          <p:cNvPr id="1374" name="Google Shape;1374;p141"/>
          <p:cNvSpPr txBox="1"/>
          <p:nvPr/>
        </p:nvSpPr>
        <p:spPr>
          <a:xfrm>
            <a:off x="7174423" y="3084526"/>
            <a:ext cx="484800" cy="215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Semantic Views &amp; Models</a:t>
            </a:r>
            <a:endParaRPr sz="600">
              <a:solidFill>
                <a:srgbClr val="11567F"/>
              </a:solidFill>
              <a:latin typeface="Arial"/>
              <a:ea typeface="Arial"/>
              <a:cs typeface="Arial"/>
              <a:sym typeface="Arial"/>
            </a:endParaRPr>
          </a:p>
        </p:txBody>
      </p:sp>
      <p:sp>
        <p:nvSpPr>
          <p:cNvPr id="1375" name="Google Shape;1375;p141"/>
          <p:cNvSpPr txBox="1"/>
          <p:nvPr/>
        </p:nvSpPr>
        <p:spPr>
          <a:xfrm>
            <a:off x="7229022" y="1210799"/>
            <a:ext cx="313200" cy="166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Scale</a:t>
            </a:r>
            <a:endParaRPr sz="1800">
              <a:solidFill>
                <a:srgbClr val="252525"/>
              </a:solidFill>
              <a:latin typeface="Arial"/>
              <a:ea typeface="Arial"/>
              <a:cs typeface="Arial"/>
              <a:sym typeface="Arial"/>
            </a:endParaRPr>
          </a:p>
        </p:txBody>
      </p:sp>
      <p:sp>
        <p:nvSpPr>
          <p:cNvPr id="1376" name="Google Shape;1376;p141"/>
          <p:cNvSpPr txBox="1"/>
          <p:nvPr/>
        </p:nvSpPr>
        <p:spPr>
          <a:xfrm>
            <a:off x="7716384" y="1241091"/>
            <a:ext cx="443100" cy="168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Concurrency</a:t>
            </a:r>
            <a:endParaRPr sz="1800">
              <a:solidFill>
                <a:srgbClr val="252525"/>
              </a:solidFill>
              <a:latin typeface="Arial"/>
              <a:ea typeface="Arial"/>
              <a:cs typeface="Arial"/>
              <a:sym typeface="Arial"/>
            </a:endParaRPr>
          </a:p>
        </p:txBody>
      </p:sp>
      <p:sp>
        <p:nvSpPr>
          <p:cNvPr id="1377" name="Google Shape;1377;p141"/>
          <p:cNvSpPr txBox="1"/>
          <p:nvPr/>
        </p:nvSpPr>
        <p:spPr>
          <a:xfrm>
            <a:off x="8244897" y="1224069"/>
            <a:ext cx="443100" cy="8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Speed</a:t>
            </a:r>
            <a:endParaRPr sz="1800">
              <a:solidFill>
                <a:srgbClr val="252525"/>
              </a:solidFill>
              <a:latin typeface="Arial"/>
              <a:ea typeface="Arial"/>
              <a:cs typeface="Arial"/>
              <a:sym typeface="Arial"/>
            </a:endParaRPr>
          </a:p>
        </p:txBody>
      </p:sp>
      <p:sp>
        <p:nvSpPr>
          <p:cNvPr id="1378" name="Google Shape;1378;p141"/>
          <p:cNvSpPr/>
          <p:nvPr/>
        </p:nvSpPr>
        <p:spPr>
          <a:xfrm>
            <a:off x="7744788" y="923007"/>
            <a:ext cx="336985" cy="271729"/>
          </a:xfrm>
          <a:custGeom>
            <a:rect b="b" l="l" r="r" t="t"/>
            <a:pathLst>
              <a:path extrusionOk="0" h="7437" w="9223">
                <a:moveTo>
                  <a:pt x="3376" y="4106"/>
                </a:moveTo>
                <a:cubicBezTo>
                  <a:pt x="3375" y="4106"/>
                  <a:pt x="3374" y="4106"/>
                  <a:pt x="3372" y="4106"/>
                </a:cubicBezTo>
                <a:cubicBezTo>
                  <a:pt x="3334" y="4109"/>
                  <a:pt x="3298" y="4136"/>
                  <a:pt x="3285" y="4173"/>
                </a:cubicBezTo>
                <a:cubicBezTo>
                  <a:pt x="3282" y="4183"/>
                  <a:pt x="3202" y="4406"/>
                  <a:pt x="2891" y="4543"/>
                </a:cubicBezTo>
                <a:cubicBezTo>
                  <a:pt x="2841" y="4565"/>
                  <a:pt x="2818" y="4623"/>
                  <a:pt x="2841" y="4673"/>
                </a:cubicBezTo>
                <a:cubicBezTo>
                  <a:pt x="2857" y="4712"/>
                  <a:pt x="2893" y="4734"/>
                  <a:pt x="2931" y="4734"/>
                </a:cubicBezTo>
                <a:cubicBezTo>
                  <a:pt x="2944" y="4734"/>
                  <a:pt x="2958" y="4731"/>
                  <a:pt x="2971" y="4725"/>
                </a:cubicBezTo>
                <a:cubicBezTo>
                  <a:pt x="3184" y="4630"/>
                  <a:pt x="3313" y="4500"/>
                  <a:pt x="3386" y="4396"/>
                </a:cubicBezTo>
                <a:cubicBezTo>
                  <a:pt x="3521" y="4574"/>
                  <a:pt x="3809" y="4863"/>
                  <a:pt x="4309" y="4967"/>
                </a:cubicBezTo>
                <a:cubicBezTo>
                  <a:pt x="4317" y="4970"/>
                  <a:pt x="4323" y="4970"/>
                  <a:pt x="4330" y="4970"/>
                </a:cubicBezTo>
                <a:cubicBezTo>
                  <a:pt x="4376" y="4970"/>
                  <a:pt x="4418" y="4938"/>
                  <a:pt x="4427" y="4892"/>
                </a:cubicBezTo>
                <a:cubicBezTo>
                  <a:pt x="4437" y="4838"/>
                  <a:pt x="4404" y="4786"/>
                  <a:pt x="4351" y="4774"/>
                </a:cubicBezTo>
                <a:cubicBezTo>
                  <a:pt x="3720" y="4644"/>
                  <a:pt x="3478" y="4180"/>
                  <a:pt x="3467" y="4161"/>
                </a:cubicBezTo>
                <a:cubicBezTo>
                  <a:pt x="3449" y="4127"/>
                  <a:pt x="3412" y="4106"/>
                  <a:pt x="3376" y="4106"/>
                </a:cubicBezTo>
                <a:close/>
                <a:moveTo>
                  <a:pt x="2747" y="4819"/>
                </a:moveTo>
                <a:cubicBezTo>
                  <a:pt x="2746" y="4819"/>
                  <a:pt x="2745" y="4819"/>
                  <a:pt x="2744" y="4819"/>
                </a:cubicBezTo>
                <a:cubicBezTo>
                  <a:pt x="2691" y="4823"/>
                  <a:pt x="2648" y="4871"/>
                  <a:pt x="2654" y="4926"/>
                </a:cubicBezTo>
                <a:cubicBezTo>
                  <a:pt x="2714" y="5775"/>
                  <a:pt x="3207" y="6072"/>
                  <a:pt x="3417" y="6161"/>
                </a:cubicBezTo>
                <a:cubicBezTo>
                  <a:pt x="3473" y="6185"/>
                  <a:pt x="3536" y="6198"/>
                  <a:pt x="3598" y="6198"/>
                </a:cubicBezTo>
                <a:cubicBezTo>
                  <a:pt x="3647" y="6198"/>
                  <a:pt x="3696" y="6191"/>
                  <a:pt x="3744" y="6175"/>
                </a:cubicBezTo>
                <a:cubicBezTo>
                  <a:pt x="3944" y="6108"/>
                  <a:pt x="4427" y="5872"/>
                  <a:pt x="4590" y="5108"/>
                </a:cubicBezTo>
                <a:cubicBezTo>
                  <a:pt x="4600" y="5055"/>
                  <a:pt x="4568" y="5003"/>
                  <a:pt x="4513" y="4993"/>
                </a:cubicBezTo>
                <a:cubicBezTo>
                  <a:pt x="4505" y="4991"/>
                  <a:pt x="4497" y="4990"/>
                  <a:pt x="4490" y="4990"/>
                </a:cubicBezTo>
                <a:cubicBezTo>
                  <a:pt x="4445" y="4990"/>
                  <a:pt x="4406" y="5022"/>
                  <a:pt x="4397" y="5068"/>
                </a:cubicBezTo>
                <a:cubicBezTo>
                  <a:pt x="4253" y="5731"/>
                  <a:pt x="3849" y="5931"/>
                  <a:pt x="3681" y="5987"/>
                </a:cubicBezTo>
                <a:cubicBezTo>
                  <a:pt x="3654" y="5996"/>
                  <a:pt x="3626" y="6000"/>
                  <a:pt x="3599" y="6000"/>
                </a:cubicBezTo>
                <a:cubicBezTo>
                  <a:pt x="3563" y="6000"/>
                  <a:pt x="3527" y="5993"/>
                  <a:pt x="3494" y="5980"/>
                </a:cubicBezTo>
                <a:cubicBezTo>
                  <a:pt x="3320" y="5906"/>
                  <a:pt x="2906" y="5650"/>
                  <a:pt x="2850" y="4911"/>
                </a:cubicBezTo>
                <a:cubicBezTo>
                  <a:pt x="2847" y="4857"/>
                  <a:pt x="2798" y="4819"/>
                  <a:pt x="2747" y="4819"/>
                </a:cubicBezTo>
                <a:close/>
                <a:moveTo>
                  <a:pt x="6046" y="3089"/>
                </a:moveTo>
                <a:cubicBezTo>
                  <a:pt x="6033" y="3089"/>
                  <a:pt x="6020" y="3089"/>
                  <a:pt x="6008" y="3089"/>
                </a:cubicBezTo>
                <a:cubicBezTo>
                  <a:pt x="5825" y="3093"/>
                  <a:pt x="5282" y="3087"/>
                  <a:pt x="5029" y="3702"/>
                </a:cubicBezTo>
                <a:cubicBezTo>
                  <a:pt x="4983" y="3817"/>
                  <a:pt x="5037" y="3950"/>
                  <a:pt x="5154" y="3998"/>
                </a:cubicBezTo>
                <a:cubicBezTo>
                  <a:pt x="5182" y="4009"/>
                  <a:pt x="5211" y="4014"/>
                  <a:pt x="5239" y="4014"/>
                </a:cubicBezTo>
                <a:cubicBezTo>
                  <a:pt x="5328" y="4014"/>
                  <a:pt x="5414" y="3962"/>
                  <a:pt x="5450" y="3873"/>
                </a:cubicBezTo>
                <a:cubicBezTo>
                  <a:pt x="5573" y="3574"/>
                  <a:pt x="5784" y="3542"/>
                  <a:pt x="5991" y="3542"/>
                </a:cubicBezTo>
                <a:cubicBezTo>
                  <a:pt x="5996" y="3542"/>
                  <a:pt x="6002" y="3542"/>
                  <a:pt x="6007" y="3542"/>
                </a:cubicBezTo>
                <a:lnTo>
                  <a:pt x="6033" y="3542"/>
                </a:lnTo>
                <a:cubicBezTo>
                  <a:pt x="6145" y="3542"/>
                  <a:pt x="6330" y="3542"/>
                  <a:pt x="6467" y="3678"/>
                </a:cubicBezTo>
                <a:cubicBezTo>
                  <a:pt x="6574" y="3785"/>
                  <a:pt x="6641" y="3968"/>
                  <a:pt x="6669" y="4210"/>
                </a:cubicBezTo>
                <a:cubicBezTo>
                  <a:pt x="6650" y="4192"/>
                  <a:pt x="6626" y="4180"/>
                  <a:pt x="6598" y="4180"/>
                </a:cubicBezTo>
                <a:cubicBezTo>
                  <a:pt x="6133" y="4180"/>
                  <a:pt x="5770" y="3775"/>
                  <a:pt x="5766" y="3770"/>
                </a:cubicBezTo>
                <a:cubicBezTo>
                  <a:pt x="5746" y="3749"/>
                  <a:pt x="5719" y="3736"/>
                  <a:pt x="5691" y="3736"/>
                </a:cubicBezTo>
                <a:cubicBezTo>
                  <a:pt x="5676" y="3736"/>
                  <a:pt x="5661" y="3740"/>
                  <a:pt x="5647" y="3747"/>
                </a:cubicBezTo>
                <a:cubicBezTo>
                  <a:pt x="5607" y="3767"/>
                  <a:pt x="5585" y="3809"/>
                  <a:pt x="5594" y="3854"/>
                </a:cubicBezTo>
                <a:cubicBezTo>
                  <a:pt x="5595" y="3866"/>
                  <a:pt x="5644" y="4131"/>
                  <a:pt x="5395" y="4238"/>
                </a:cubicBezTo>
                <a:cubicBezTo>
                  <a:pt x="5346" y="4261"/>
                  <a:pt x="5324" y="4318"/>
                  <a:pt x="5343" y="4369"/>
                </a:cubicBezTo>
                <a:cubicBezTo>
                  <a:pt x="5361" y="4406"/>
                  <a:pt x="5395" y="4428"/>
                  <a:pt x="5435" y="4428"/>
                </a:cubicBezTo>
                <a:cubicBezTo>
                  <a:pt x="5447" y="4428"/>
                  <a:pt x="5460" y="4425"/>
                  <a:pt x="5473" y="4421"/>
                </a:cubicBezTo>
                <a:cubicBezTo>
                  <a:pt x="5661" y="4339"/>
                  <a:pt x="5747" y="4192"/>
                  <a:pt x="5779" y="4054"/>
                </a:cubicBezTo>
                <a:cubicBezTo>
                  <a:pt x="5950" y="4194"/>
                  <a:pt x="6244" y="4379"/>
                  <a:pt x="6596" y="4379"/>
                </a:cubicBezTo>
                <a:cubicBezTo>
                  <a:pt x="6627" y="4379"/>
                  <a:pt x="6656" y="4363"/>
                  <a:pt x="6675" y="4339"/>
                </a:cubicBezTo>
                <a:cubicBezTo>
                  <a:pt x="6676" y="4379"/>
                  <a:pt x="6679" y="4416"/>
                  <a:pt x="6679" y="4459"/>
                </a:cubicBezTo>
                <a:cubicBezTo>
                  <a:pt x="6679" y="4519"/>
                  <a:pt x="6705" y="4577"/>
                  <a:pt x="6746" y="4618"/>
                </a:cubicBezTo>
                <a:cubicBezTo>
                  <a:pt x="6776" y="4648"/>
                  <a:pt x="6794" y="4690"/>
                  <a:pt x="6794" y="4733"/>
                </a:cubicBezTo>
                <a:lnTo>
                  <a:pt x="6794" y="4816"/>
                </a:lnTo>
                <a:cubicBezTo>
                  <a:pt x="6795" y="4854"/>
                  <a:pt x="6779" y="4893"/>
                  <a:pt x="6748" y="4923"/>
                </a:cubicBezTo>
                <a:lnTo>
                  <a:pt x="6709" y="4963"/>
                </a:lnTo>
                <a:cubicBezTo>
                  <a:pt x="6667" y="5004"/>
                  <a:pt x="6642" y="5062"/>
                  <a:pt x="6642" y="5122"/>
                </a:cubicBezTo>
                <a:cubicBezTo>
                  <a:pt x="6642" y="5270"/>
                  <a:pt x="6575" y="5411"/>
                  <a:pt x="6464" y="5499"/>
                </a:cubicBezTo>
                <a:cubicBezTo>
                  <a:pt x="6412" y="5539"/>
                  <a:pt x="6356" y="5595"/>
                  <a:pt x="6293" y="5656"/>
                </a:cubicBezTo>
                <a:cubicBezTo>
                  <a:pt x="6223" y="5728"/>
                  <a:pt x="6076" y="5872"/>
                  <a:pt x="6018" y="5873"/>
                </a:cubicBezTo>
                <a:cubicBezTo>
                  <a:pt x="5962" y="5872"/>
                  <a:pt x="5815" y="5728"/>
                  <a:pt x="5744" y="5656"/>
                </a:cubicBezTo>
                <a:cubicBezTo>
                  <a:pt x="5683" y="5597"/>
                  <a:pt x="5628" y="5542"/>
                  <a:pt x="5573" y="5500"/>
                </a:cubicBezTo>
                <a:cubicBezTo>
                  <a:pt x="5532" y="5468"/>
                  <a:pt x="5483" y="5452"/>
                  <a:pt x="5434" y="5452"/>
                </a:cubicBezTo>
                <a:cubicBezTo>
                  <a:pt x="5367" y="5452"/>
                  <a:pt x="5301" y="5482"/>
                  <a:pt x="5257" y="5539"/>
                </a:cubicBezTo>
                <a:cubicBezTo>
                  <a:pt x="5178" y="5639"/>
                  <a:pt x="5197" y="5781"/>
                  <a:pt x="5295" y="5857"/>
                </a:cubicBezTo>
                <a:cubicBezTo>
                  <a:pt x="5335" y="5888"/>
                  <a:pt x="5378" y="5933"/>
                  <a:pt x="5424" y="5980"/>
                </a:cubicBezTo>
                <a:cubicBezTo>
                  <a:pt x="5580" y="6136"/>
                  <a:pt x="5776" y="6329"/>
                  <a:pt x="6018" y="6329"/>
                </a:cubicBezTo>
                <a:cubicBezTo>
                  <a:pt x="6262" y="6329"/>
                  <a:pt x="6457" y="6136"/>
                  <a:pt x="6612" y="5980"/>
                </a:cubicBezTo>
                <a:cubicBezTo>
                  <a:pt x="6660" y="5933"/>
                  <a:pt x="6705" y="5888"/>
                  <a:pt x="6743" y="5857"/>
                </a:cubicBezTo>
                <a:cubicBezTo>
                  <a:pt x="6938" y="5702"/>
                  <a:pt x="7064" y="5471"/>
                  <a:pt x="7091" y="5223"/>
                </a:cubicBezTo>
                <a:cubicBezTo>
                  <a:pt x="7192" y="5108"/>
                  <a:pt x="7248" y="4966"/>
                  <a:pt x="7248" y="4814"/>
                </a:cubicBezTo>
                <a:lnTo>
                  <a:pt x="7248" y="4730"/>
                </a:lnTo>
                <a:cubicBezTo>
                  <a:pt x="7248" y="4601"/>
                  <a:pt x="7206" y="4477"/>
                  <a:pt x="7135" y="4373"/>
                </a:cubicBezTo>
                <a:cubicBezTo>
                  <a:pt x="7122" y="3916"/>
                  <a:pt x="7004" y="3574"/>
                  <a:pt x="6788" y="3356"/>
                </a:cubicBezTo>
                <a:cubicBezTo>
                  <a:pt x="6537" y="3106"/>
                  <a:pt x="6226" y="3089"/>
                  <a:pt x="6046" y="3089"/>
                </a:cubicBezTo>
                <a:close/>
                <a:moveTo>
                  <a:pt x="5169" y="0"/>
                </a:moveTo>
                <a:cubicBezTo>
                  <a:pt x="3747" y="0"/>
                  <a:pt x="2498" y="896"/>
                  <a:pt x="2039" y="2210"/>
                </a:cubicBezTo>
                <a:cubicBezTo>
                  <a:pt x="900" y="2297"/>
                  <a:pt x="0" y="3258"/>
                  <a:pt x="0" y="4430"/>
                </a:cubicBezTo>
                <a:cubicBezTo>
                  <a:pt x="0" y="5224"/>
                  <a:pt x="428" y="5965"/>
                  <a:pt x="1118" y="6363"/>
                </a:cubicBezTo>
                <a:cubicBezTo>
                  <a:pt x="1175" y="6397"/>
                  <a:pt x="1235" y="6412"/>
                  <a:pt x="1295" y="6412"/>
                </a:cubicBezTo>
                <a:cubicBezTo>
                  <a:pt x="1418" y="6412"/>
                  <a:pt x="1537" y="6348"/>
                  <a:pt x="1601" y="6235"/>
                </a:cubicBezTo>
                <a:cubicBezTo>
                  <a:pt x="1697" y="6066"/>
                  <a:pt x="1641" y="5851"/>
                  <a:pt x="1472" y="5753"/>
                </a:cubicBezTo>
                <a:cubicBezTo>
                  <a:pt x="998" y="5480"/>
                  <a:pt x="705" y="4973"/>
                  <a:pt x="705" y="4431"/>
                </a:cubicBezTo>
                <a:cubicBezTo>
                  <a:pt x="705" y="3607"/>
                  <a:pt x="1390" y="2914"/>
                  <a:pt x="2198" y="2914"/>
                </a:cubicBezTo>
                <a:lnTo>
                  <a:pt x="2199" y="2914"/>
                </a:lnTo>
                <a:cubicBezTo>
                  <a:pt x="2227" y="2917"/>
                  <a:pt x="2254" y="2921"/>
                  <a:pt x="2282" y="2923"/>
                </a:cubicBezTo>
                <a:cubicBezTo>
                  <a:pt x="2287" y="2923"/>
                  <a:pt x="2291" y="2923"/>
                  <a:pt x="2295" y="2923"/>
                </a:cubicBezTo>
                <a:cubicBezTo>
                  <a:pt x="2459" y="2923"/>
                  <a:pt x="2601" y="2814"/>
                  <a:pt x="2640" y="2657"/>
                </a:cubicBezTo>
                <a:cubicBezTo>
                  <a:pt x="2934" y="1510"/>
                  <a:pt x="3974" y="710"/>
                  <a:pt x="5168" y="710"/>
                </a:cubicBezTo>
                <a:cubicBezTo>
                  <a:pt x="6605" y="710"/>
                  <a:pt x="7775" y="1871"/>
                  <a:pt x="7775" y="3301"/>
                </a:cubicBezTo>
                <a:cubicBezTo>
                  <a:pt x="7775" y="3356"/>
                  <a:pt x="7769" y="3419"/>
                  <a:pt x="7766" y="3482"/>
                </a:cubicBezTo>
                <a:cubicBezTo>
                  <a:pt x="7756" y="3619"/>
                  <a:pt x="7824" y="3748"/>
                  <a:pt x="7944" y="3815"/>
                </a:cubicBezTo>
                <a:cubicBezTo>
                  <a:pt x="8296" y="4015"/>
                  <a:pt x="8516" y="4393"/>
                  <a:pt x="8516" y="4797"/>
                </a:cubicBezTo>
                <a:cubicBezTo>
                  <a:pt x="8516" y="5174"/>
                  <a:pt x="8328" y="5530"/>
                  <a:pt x="8014" y="5750"/>
                </a:cubicBezTo>
                <a:cubicBezTo>
                  <a:pt x="7852" y="5861"/>
                  <a:pt x="7814" y="6081"/>
                  <a:pt x="7925" y="6241"/>
                </a:cubicBezTo>
                <a:cubicBezTo>
                  <a:pt x="7994" y="6341"/>
                  <a:pt x="8103" y="6394"/>
                  <a:pt x="8215" y="6394"/>
                </a:cubicBezTo>
                <a:cubicBezTo>
                  <a:pt x="8285" y="6394"/>
                  <a:pt x="8355" y="6373"/>
                  <a:pt x="8417" y="6331"/>
                </a:cubicBezTo>
                <a:cubicBezTo>
                  <a:pt x="8922" y="5980"/>
                  <a:pt x="9223" y="5405"/>
                  <a:pt x="9223" y="4797"/>
                </a:cubicBezTo>
                <a:cubicBezTo>
                  <a:pt x="9223" y="4213"/>
                  <a:pt x="8944" y="3667"/>
                  <a:pt x="8486" y="3322"/>
                </a:cubicBezTo>
                <a:lnTo>
                  <a:pt x="8486" y="3300"/>
                </a:lnTo>
                <a:cubicBezTo>
                  <a:pt x="8486" y="1481"/>
                  <a:pt x="6997" y="0"/>
                  <a:pt x="5169" y="0"/>
                </a:cubicBezTo>
                <a:close/>
                <a:moveTo>
                  <a:pt x="3359" y="3419"/>
                </a:moveTo>
                <a:cubicBezTo>
                  <a:pt x="3459" y="3419"/>
                  <a:pt x="3517" y="3463"/>
                  <a:pt x="3531" y="3475"/>
                </a:cubicBezTo>
                <a:cubicBezTo>
                  <a:pt x="3575" y="3518"/>
                  <a:pt x="3633" y="3541"/>
                  <a:pt x="3692" y="3541"/>
                </a:cubicBezTo>
                <a:cubicBezTo>
                  <a:pt x="3720" y="3541"/>
                  <a:pt x="3748" y="3536"/>
                  <a:pt x="3775" y="3525"/>
                </a:cubicBezTo>
                <a:cubicBezTo>
                  <a:pt x="3805" y="3514"/>
                  <a:pt x="3882" y="3489"/>
                  <a:pt x="3978" y="3489"/>
                </a:cubicBezTo>
                <a:cubicBezTo>
                  <a:pt x="4131" y="3489"/>
                  <a:pt x="4330" y="3554"/>
                  <a:pt x="4458" y="3846"/>
                </a:cubicBezTo>
                <a:cubicBezTo>
                  <a:pt x="4537" y="4023"/>
                  <a:pt x="4608" y="4724"/>
                  <a:pt x="4636" y="5177"/>
                </a:cubicBezTo>
                <a:cubicBezTo>
                  <a:pt x="4658" y="5392"/>
                  <a:pt x="4649" y="5644"/>
                  <a:pt x="4633" y="5688"/>
                </a:cubicBezTo>
                <a:cubicBezTo>
                  <a:pt x="4568" y="5748"/>
                  <a:pt x="4407" y="5812"/>
                  <a:pt x="4317" y="5838"/>
                </a:cubicBezTo>
                <a:cubicBezTo>
                  <a:pt x="4196" y="5872"/>
                  <a:pt x="4125" y="5996"/>
                  <a:pt x="4159" y="6117"/>
                </a:cubicBezTo>
                <a:cubicBezTo>
                  <a:pt x="4173" y="6160"/>
                  <a:pt x="4196" y="6195"/>
                  <a:pt x="4228" y="6222"/>
                </a:cubicBezTo>
                <a:lnTo>
                  <a:pt x="3626" y="6752"/>
                </a:lnTo>
                <a:lnTo>
                  <a:pt x="2952" y="6160"/>
                </a:lnTo>
                <a:cubicBezTo>
                  <a:pt x="2980" y="6127"/>
                  <a:pt x="3003" y="6090"/>
                  <a:pt x="3010" y="6047"/>
                </a:cubicBezTo>
                <a:cubicBezTo>
                  <a:pt x="3029" y="5922"/>
                  <a:pt x="2943" y="5806"/>
                  <a:pt x="2818" y="5789"/>
                </a:cubicBezTo>
                <a:cubicBezTo>
                  <a:pt x="2780" y="5781"/>
                  <a:pt x="2654" y="5747"/>
                  <a:pt x="2614" y="5707"/>
                </a:cubicBezTo>
                <a:cubicBezTo>
                  <a:pt x="2585" y="5643"/>
                  <a:pt x="2596" y="5391"/>
                  <a:pt x="2637" y="5178"/>
                </a:cubicBezTo>
                <a:cubicBezTo>
                  <a:pt x="2643" y="5150"/>
                  <a:pt x="2643" y="5120"/>
                  <a:pt x="2637" y="5092"/>
                </a:cubicBezTo>
                <a:cubicBezTo>
                  <a:pt x="2633" y="5082"/>
                  <a:pt x="2431" y="3961"/>
                  <a:pt x="3031" y="3543"/>
                </a:cubicBezTo>
                <a:cubicBezTo>
                  <a:pt x="3168" y="3447"/>
                  <a:pt x="3277" y="3419"/>
                  <a:pt x="3359" y="3419"/>
                </a:cubicBezTo>
                <a:close/>
                <a:moveTo>
                  <a:pt x="3358" y="2970"/>
                </a:moveTo>
                <a:cubicBezTo>
                  <a:pt x="3188" y="2970"/>
                  <a:pt x="2988" y="3023"/>
                  <a:pt x="2772" y="3174"/>
                </a:cubicBezTo>
                <a:cubicBezTo>
                  <a:pt x="2000" y="3710"/>
                  <a:pt x="2146" y="4886"/>
                  <a:pt x="2186" y="5135"/>
                </a:cubicBezTo>
                <a:cubicBezTo>
                  <a:pt x="2132" y="5440"/>
                  <a:pt x="2106" y="5820"/>
                  <a:pt x="2268" y="5995"/>
                </a:cubicBezTo>
                <a:cubicBezTo>
                  <a:pt x="2342" y="6074"/>
                  <a:pt x="2435" y="6129"/>
                  <a:pt x="2518" y="6166"/>
                </a:cubicBezTo>
                <a:cubicBezTo>
                  <a:pt x="1752" y="6403"/>
                  <a:pt x="1694" y="6538"/>
                  <a:pt x="1663" y="6613"/>
                </a:cubicBezTo>
                <a:cubicBezTo>
                  <a:pt x="1608" y="6748"/>
                  <a:pt x="1590" y="6926"/>
                  <a:pt x="1574" y="7083"/>
                </a:cubicBezTo>
                <a:lnTo>
                  <a:pt x="1562" y="7183"/>
                </a:lnTo>
                <a:cubicBezTo>
                  <a:pt x="1546" y="7306"/>
                  <a:pt x="1635" y="7420"/>
                  <a:pt x="1760" y="7435"/>
                </a:cubicBezTo>
                <a:cubicBezTo>
                  <a:pt x="1769" y="7437"/>
                  <a:pt x="1777" y="7437"/>
                  <a:pt x="1786" y="7437"/>
                </a:cubicBezTo>
                <a:cubicBezTo>
                  <a:pt x="1901" y="7437"/>
                  <a:pt x="1999" y="7354"/>
                  <a:pt x="2012" y="7238"/>
                </a:cubicBezTo>
                <a:lnTo>
                  <a:pt x="2023" y="7132"/>
                </a:lnTo>
                <a:cubicBezTo>
                  <a:pt x="2034" y="7034"/>
                  <a:pt x="2046" y="6905"/>
                  <a:pt x="2069" y="6824"/>
                </a:cubicBezTo>
                <a:cubicBezTo>
                  <a:pt x="2170" y="6763"/>
                  <a:pt x="2462" y="6657"/>
                  <a:pt x="2737" y="6574"/>
                </a:cubicBezTo>
                <a:lnTo>
                  <a:pt x="3470" y="7217"/>
                </a:lnTo>
                <a:cubicBezTo>
                  <a:pt x="3509" y="7251"/>
                  <a:pt x="3558" y="7266"/>
                  <a:pt x="3605" y="7269"/>
                </a:cubicBezTo>
                <a:cubicBezTo>
                  <a:pt x="3613" y="7269"/>
                  <a:pt x="3619" y="7272"/>
                  <a:pt x="3626" y="7272"/>
                </a:cubicBezTo>
                <a:cubicBezTo>
                  <a:pt x="3634" y="7269"/>
                  <a:pt x="3641" y="7269"/>
                  <a:pt x="3649" y="7268"/>
                </a:cubicBezTo>
                <a:cubicBezTo>
                  <a:pt x="3698" y="7265"/>
                  <a:pt x="3745" y="7250"/>
                  <a:pt x="3784" y="7216"/>
                </a:cubicBezTo>
                <a:lnTo>
                  <a:pt x="4517" y="6571"/>
                </a:lnTo>
                <a:cubicBezTo>
                  <a:pt x="4792" y="6656"/>
                  <a:pt x="5087" y="6763"/>
                  <a:pt x="5185" y="6822"/>
                </a:cubicBezTo>
                <a:cubicBezTo>
                  <a:pt x="5214" y="6919"/>
                  <a:pt x="5228" y="7079"/>
                  <a:pt x="5237" y="7187"/>
                </a:cubicBezTo>
                <a:lnTo>
                  <a:pt x="5242" y="7230"/>
                </a:lnTo>
                <a:cubicBezTo>
                  <a:pt x="5252" y="7348"/>
                  <a:pt x="5350" y="7437"/>
                  <a:pt x="5466" y="7437"/>
                </a:cubicBezTo>
                <a:cubicBezTo>
                  <a:pt x="5472" y="7437"/>
                  <a:pt x="5479" y="7435"/>
                  <a:pt x="5487" y="7435"/>
                </a:cubicBezTo>
                <a:cubicBezTo>
                  <a:pt x="5610" y="7423"/>
                  <a:pt x="5702" y="7312"/>
                  <a:pt x="5690" y="7187"/>
                </a:cubicBezTo>
                <a:lnTo>
                  <a:pt x="5687" y="7147"/>
                </a:lnTo>
                <a:cubicBezTo>
                  <a:pt x="5670" y="6976"/>
                  <a:pt x="5652" y="6764"/>
                  <a:pt x="5594" y="6613"/>
                </a:cubicBezTo>
                <a:cubicBezTo>
                  <a:pt x="5563" y="6537"/>
                  <a:pt x="5505" y="6400"/>
                  <a:pt x="4727" y="6161"/>
                </a:cubicBezTo>
                <a:cubicBezTo>
                  <a:pt x="4801" y="6124"/>
                  <a:pt x="4880" y="6077"/>
                  <a:pt x="4940" y="6020"/>
                </a:cubicBezTo>
                <a:cubicBezTo>
                  <a:pt x="5125" y="5854"/>
                  <a:pt x="5123" y="5443"/>
                  <a:pt x="5089" y="5138"/>
                </a:cubicBezTo>
                <a:cubicBezTo>
                  <a:pt x="5076" y="4945"/>
                  <a:pt x="5012" y="3975"/>
                  <a:pt x="4874" y="3664"/>
                </a:cubicBezTo>
                <a:cubicBezTo>
                  <a:pt x="4659" y="3174"/>
                  <a:pt x="4289" y="3036"/>
                  <a:pt x="3979" y="3036"/>
                </a:cubicBezTo>
                <a:cubicBezTo>
                  <a:pt x="3890" y="3036"/>
                  <a:pt x="3806" y="3047"/>
                  <a:pt x="3732" y="3065"/>
                </a:cubicBezTo>
                <a:cubicBezTo>
                  <a:pt x="3637" y="3012"/>
                  <a:pt x="3509" y="2970"/>
                  <a:pt x="3358" y="2970"/>
                </a:cubicBezTo>
                <a:close/>
                <a:moveTo>
                  <a:pt x="6870" y="6092"/>
                </a:moveTo>
                <a:cubicBezTo>
                  <a:pt x="6816" y="6092"/>
                  <a:pt x="6764" y="6112"/>
                  <a:pt x="6722" y="6151"/>
                </a:cubicBezTo>
                <a:lnTo>
                  <a:pt x="5894" y="6878"/>
                </a:lnTo>
                <a:cubicBezTo>
                  <a:pt x="5800" y="6960"/>
                  <a:pt x="5791" y="7104"/>
                  <a:pt x="5874" y="7198"/>
                </a:cubicBezTo>
                <a:cubicBezTo>
                  <a:pt x="5919" y="7248"/>
                  <a:pt x="5982" y="7275"/>
                  <a:pt x="6045" y="7275"/>
                </a:cubicBezTo>
                <a:cubicBezTo>
                  <a:pt x="6098" y="7275"/>
                  <a:pt x="6151" y="7256"/>
                  <a:pt x="6194" y="7217"/>
                </a:cubicBezTo>
                <a:lnTo>
                  <a:pt x="6927" y="6574"/>
                </a:lnTo>
                <a:cubicBezTo>
                  <a:pt x="7202" y="6657"/>
                  <a:pt x="7494" y="6763"/>
                  <a:pt x="7595" y="6822"/>
                </a:cubicBezTo>
                <a:cubicBezTo>
                  <a:pt x="7615" y="6901"/>
                  <a:pt x="7628" y="7024"/>
                  <a:pt x="7637" y="7112"/>
                </a:cubicBezTo>
                <a:cubicBezTo>
                  <a:pt x="7643" y="7162"/>
                  <a:pt x="7647" y="7207"/>
                  <a:pt x="7652" y="7244"/>
                </a:cubicBezTo>
                <a:cubicBezTo>
                  <a:pt x="7670" y="7357"/>
                  <a:pt x="7765" y="7437"/>
                  <a:pt x="7876" y="7437"/>
                </a:cubicBezTo>
                <a:cubicBezTo>
                  <a:pt x="7888" y="7437"/>
                  <a:pt x="7898" y="7437"/>
                  <a:pt x="7910" y="7435"/>
                </a:cubicBezTo>
                <a:cubicBezTo>
                  <a:pt x="8035" y="7416"/>
                  <a:pt x="8120" y="7302"/>
                  <a:pt x="8102" y="7178"/>
                </a:cubicBezTo>
                <a:cubicBezTo>
                  <a:pt x="8096" y="7147"/>
                  <a:pt x="8091" y="7109"/>
                  <a:pt x="8088" y="7066"/>
                </a:cubicBezTo>
                <a:cubicBezTo>
                  <a:pt x="8072" y="6919"/>
                  <a:pt x="8053" y="6739"/>
                  <a:pt x="8001" y="6613"/>
                </a:cubicBezTo>
                <a:cubicBezTo>
                  <a:pt x="7968" y="6531"/>
                  <a:pt x="7904" y="6381"/>
                  <a:pt x="6933" y="6102"/>
                </a:cubicBezTo>
                <a:cubicBezTo>
                  <a:pt x="6912" y="6096"/>
                  <a:pt x="6891" y="6092"/>
                  <a:pt x="6870" y="6092"/>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79" name="Google Shape;1379;p141"/>
          <p:cNvSpPr/>
          <p:nvPr/>
        </p:nvSpPr>
        <p:spPr>
          <a:xfrm>
            <a:off x="8337165" y="976475"/>
            <a:ext cx="274314" cy="212077"/>
          </a:xfrm>
          <a:custGeom>
            <a:rect b="b" l="l" r="r" t="t"/>
            <a:pathLst>
              <a:path extrusionOk="0" h="7023" w="9084">
                <a:moveTo>
                  <a:pt x="5618" y="1718"/>
                </a:moveTo>
                <a:lnTo>
                  <a:pt x="1862" y="3913"/>
                </a:lnTo>
                <a:lnTo>
                  <a:pt x="1064" y="3185"/>
                </a:lnTo>
                <a:lnTo>
                  <a:pt x="5618" y="1718"/>
                </a:lnTo>
                <a:close/>
                <a:moveTo>
                  <a:pt x="6968" y="1457"/>
                </a:moveTo>
                <a:lnTo>
                  <a:pt x="2719" y="4675"/>
                </a:lnTo>
                <a:cubicBezTo>
                  <a:pt x="2658" y="4691"/>
                  <a:pt x="2602" y="4716"/>
                  <a:pt x="2556" y="4765"/>
                </a:cubicBezTo>
                <a:cubicBezTo>
                  <a:pt x="2410" y="4921"/>
                  <a:pt x="2254" y="5083"/>
                  <a:pt x="2110" y="5233"/>
                </a:cubicBezTo>
                <a:cubicBezTo>
                  <a:pt x="2121" y="4960"/>
                  <a:pt x="2136" y="4649"/>
                  <a:pt x="2152" y="4357"/>
                </a:cubicBezTo>
                <a:cubicBezTo>
                  <a:pt x="2154" y="4329"/>
                  <a:pt x="2152" y="4300"/>
                  <a:pt x="2148" y="4275"/>
                </a:cubicBezTo>
                <a:lnTo>
                  <a:pt x="6968" y="1457"/>
                </a:lnTo>
                <a:close/>
                <a:moveTo>
                  <a:pt x="7431" y="1672"/>
                </a:moveTo>
                <a:lnTo>
                  <a:pt x="4550" y="6125"/>
                </a:lnTo>
                <a:lnTo>
                  <a:pt x="3197" y="4879"/>
                </a:lnTo>
                <a:lnTo>
                  <a:pt x="7431" y="1672"/>
                </a:lnTo>
                <a:close/>
                <a:moveTo>
                  <a:pt x="8704" y="0"/>
                </a:moveTo>
                <a:cubicBezTo>
                  <a:pt x="8668" y="0"/>
                  <a:pt x="8632" y="5"/>
                  <a:pt x="8597" y="16"/>
                </a:cubicBezTo>
                <a:lnTo>
                  <a:pt x="265" y="2697"/>
                </a:lnTo>
                <a:cubicBezTo>
                  <a:pt x="144" y="2737"/>
                  <a:pt x="55" y="2836"/>
                  <a:pt x="27" y="2959"/>
                </a:cubicBezTo>
                <a:cubicBezTo>
                  <a:pt x="0" y="3081"/>
                  <a:pt x="42" y="3212"/>
                  <a:pt x="134" y="3295"/>
                </a:cubicBezTo>
                <a:lnTo>
                  <a:pt x="1436" y="4482"/>
                </a:lnTo>
                <a:cubicBezTo>
                  <a:pt x="1340" y="6216"/>
                  <a:pt x="1365" y="6235"/>
                  <a:pt x="1534" y="6364"/>
                </a:cubicBezTo>
                <a:cubicBezTo>
                  <a:pt x="1597" y="6413"/>
                  <a:pt x="1674" y="6439"/>
                  <a:pt x="1752" y="6439"/>
                </a:cubicBezTo>
                <a:cubicBezTo>
                  <a:pt x="1789" y="6439"/>
                  <a:pt x="1827" y="6433"/>
                  <a:pt x="1862" y="6421"/>
                </a:cubicBezTo>
                <a:cubicBezTo>
                  <a:pt x="1953" y="6391"/>
                  <a:pt x="1993" y="6378"/>
                  <a:pt x="2828" y="5502"/>
                </a:cubicBezTo>
                <a:lnTo>
                  <a:pt x="4376" y="6929"/>
                </a:lnTo>
                <a:cubicBezTo>
                  <a:pt x="4440" y="6991"/>
                  <a:pt x="4528" y="7022"/>
                  <a:pt x="4616" y="7022"/>
                </a:cubicBezTo>
                <a:cubicBezTo>
                  <a:pt x="4630" y="7022"/>
                  <a:pt x="4645" y="7021"/>
                  <a:pt x="4660" y="7018"/>
                </a:cubicBezTo>
                <a:cubicBezTo>
                  <a:pt x="4764" y="7004"/>
                  <a:pt x="4858" y="6948"/>
                  <a:pt x="4913" y="6859"/>
                </a:cubicBezTo>
                <a:lnTo>
                  <a:pt x="9004" y="548"/>
                </a:lnTo>
                <a:cubicBezTo>
                  <a:pt x="9084" y="422"/>
                  <a:pt x="9078" y="258"/>
                  <a:pt x="8987" y="140"/>
                </a:cubicBezTo>
                <a:cubicBezTo>
                  <a:pt x="8918" y="50"/>
                  <a:pt x="8813" y="0"/>
                  <a:pt x="870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80" name="Google Shape;1380;p141"/>
          <p:cNvSpPr txBox="1"/>
          <p:nvPr/>
        </p:nvSpPr>
        <p:spPr>
          <a:xfrm>
            <a:off x="7772551" y="2222911"/>
            <a:ext cx="10011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AI enabled Self-service for Biz, Engineers</a:t>
            </a:r>
            <a:endParaRPr sz="600">
              <a:solidFill>
                <a:srgbClr val="105780"/>
              </a:solidFill>
            </a:endParaRPr>
          </a:p>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Natural Language Querying</a:t>
            </a:r>
            <a:endParaRPr sz="600">
              <a:solidFill>
                <a:srgbClr val="105780"/>
              </a:solidFill>
            </a:endParaRPr>
          </a:p>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Reporting Tools</a:t>
            </a:r>
            <a:endParaRPr sz="600">
              <a:solidFill>
                <a:srgbClr val="105780"/>
              </a:solidFill>
            </a:endParaRPr>
          </a:p>
        </p:txBody>
      </p:sp>
      <p:sp>
        <p:nvSpPr>
          <p:cNvPr id="1381" name="Google Shape;1381;p141"/>
          <p:cNvSpPr txBox="1"/>
          <p:nvPr/>
        </p:nvSpPr>
        <p:spPr>
          <a:xfrm>
            <a:off x="7772542" y="2839573"/>
            <a:ext cx="769500" cy="415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Rich Semantics from SAP. Enrich further with Snowflake Marketplace, with Enterprise data.</a:t>
            </a:r>
            <a:endParaRPr sz="600">
              <a:solidFill>
                <a:srgbClr val="105780"/>
              </a:solidFill>
            </a:endParaRPr>
          </a:p>
        </p:txBody>
      </p:sp>
      <p:sp>
        <p:nvSpPr>
          <p:cNvPr id="1382" name="Google Shape;1382;p141"/>
          <p:cNvSpPr txBox="1"/>
          <p:nvPr/>
        </p:nvSpPr>
        <p:spPr>
          <a:xfrm>
            <a:off x="7266351" y="4220933"/>
            <a:ext cx="949800" cy="332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Build Listings/Apps/ Agents in Snowflake with mix of SAP &amp; non-SAP (IOT, Social, Documents) sources</a:t>
            </a:r>
            <a:endParaRPr sz="600">
              <a:solidFill>
                <a:srgbClr val="105780"/>
              </a:solidFill>
            </a:endParaRPr>
          </a:p>
        </p:txBody>
      </p:sp>
      <p:sp>
        <p:nvSpPr>
          <p:cNvPr id="1383" name="Google Shape;1383;p141"/>
          <p:cNvSpPr/>
          <p:nvPr/>
        </p:nvSpPr>
        <p:spPr>
          <a:xfrm>
            <a:off x="7202046" y="1539977"/>
            <a:ext cx="340128" cy="323613"/>
          </a:xfrm>
          <a:custGeom>
            <a:rect b="b" l="l" r="r" t="t"/>
            <a:pathLst>
              <a:path extrusionOk="0" h="8857" w="9309">
                <a:moveTo>
                  <a:pt x="3985" y="437"/>
                </a:moveTo>
                <a:cubicBezTo>
                  <a:pt x="4121" y="437"/>
                  <a:pt x="4233" y="548"/>
                  <a:pt x="4233" y="686"/>
                </a:cubicBezTo>
                <a:cubicBezTo>
                  <a:pt x="4233" y="823"/>
                  <a:pt x="4121" y="934"/>
                  <a:pt x="3985" y="934"/>
                </a:cubicBezTo>
                <a:cubicBezTo>
                  <a:pt x="3847" y="934"/>
                  <a:pt x="3735" y="823"/>
                  <a:pt x="3735" y="686"/>
                </a:cubicBezTo>
                <a:cubicBezTo>
                  <a:pt x="3735" y="548"/>
                  <a:pt x="3847" y="437"/>
                  <a:pt x="3985" y="437"/>
                </a:cubicBezTo>
                <a:close/>
                <a:moveTo>
                  <a:pt x="3031" y="1023"/>
                </a:moveTo>
                <a:cubicBezTo>
                  <a:pt x="2995" y="1023"/>
                  <a:pt x="2958" y="1032"/>
                  <a:pt x="2924" y="1052"/>
                </a:cubicBezTo>
                <a:lnTo>
                  <a:pt x="1609" y="1810"/>
                </a:lnTo>
                <a:cubicBezTo>
                  <a:pt x="1506" y="1870"/>
                  <a:pt x="1471" y="2002"/>
                  <a:pt x="1530" y="2105"/>
                </a:cubicBezTo>
                <a:cubicBezTo>
                  <a:pt x="1572" y="2171"/>
                  <a:pt x="1641" y="2210"/>
                  <a:pt x="1716" y="2210"/>
                </a:cubicBezTo>
                <a:cubicBezTo>
                  <a:pt x="1753" y="2210"/>
                  <a:pt x="1788" y="2201"/>
                  <a:pt x="1824" y="2182"/>
                </a:cubicBezTo>
                <a:lnTo>
                  <a:pt x="3140" y="1423"/>
                </a:lnTo>
                <a:cubicBezTo>
                  <a:pt x="3242" y="1364"/>
                  <a:pt x="3276" y="1231"/>
                  <a:pt x="3217" y="1130"/>
                </a:cubicBezTo>
                <a:cubicBezTo>
                  <a:pt x="3177" y="1062"/>
                  <a:pt x="3105" y="1023"/>
                  <a:pt x="3031" y="1023"/>
                </a:cubicBezTo>
                <a:close/>
                <a:moveTo>
                  <a:pt x="4936" y="1020"/>
                </a:moveTo>
                <a:cubicBezTo>
                  <a:pt x="4863" y="1020"/>
                  <a:pt x="4791" y="1058"/>
                  <a:pt x="4751" y="1126"/>
                </a:cubicBezTo>
                <a:cubicBezTo>
                  <a:pt x="4692" y="1230"/>
                  <a:pt x="4727" y="1362"/>
                  <a:pt x="4828" y="1421"/>
                </a:cubicBezTo>
                <a:lnTo>
                  <a:pt x="6148" y="2182"/>
                </a:lnTo>
                <a:cubicBezTo>
                  <a:pt x="6182" y="2203"/>
                  <a:pt x="6220" y="2210"/>
                  <a:pt x="6257" y="2210"/>
                </a:cubicBezTo>
                <a:cubicBezTo>
                  <a:pt x="6331" y="2210"/>
                  <a:pt x="6402" y="2171"/>
                  <a:pt x="6442" y="2103"/>
                </a:cubicBezTo>
                <a:cubicBezTo>
                  <a:pt x="6502" y="2001"/>
                  <a:pt x="6466" y="1868"/>
                  <a:pt x="6364" y="1809"/>
                </a:cubicBezTo>
                <a:lnTo>
                  <a:pt x="5043" y="1049"/>
                </a:lnTo>
                <a:cubicBezTo>
                  <a:pt x="5010" y="1029"/>
                  <a:pt x="4973" y="1020"/>
                  <a:pt x="4936" y="1020"/>
                </a:cubicBezTo>
                <a:close/>
                <a:moveTo>
                  <a:pt x="777" y="2289"/>
                </a:moveTo>
                <a:cubicBezTo>
                  <a:pt x="819" y="2289"/>
                  <a:pt x="862" y="2299"/>
                  <a:pt x="900" y="2321"/>
                </a:cubicBezTo>
                <a:cubicBezTo>
                  <a:pt x="1019" y="2390"/>
                  <a:pt x="1061" y="2543"/>
                  <a:pt x="993" y="2661"/>
                </a:cubicBezTo>
                <a:cubicBezTo>
                  <a:pt x="946" y="2741"/>
                  <a:pt x="862" y="2785"/>
                  <a:pt x="777" y="2785"/>
                </a:cubicBezTo>
                <a:cubicBezTo>
                  <a:pt x="734" y="2785"/>
                  <a:pt x="692" y="2774"/>
                  <a:pt x="653" y="2752"/>
                </a:cubicBezTo>
                <a:cubicBezTo>
                  <a:pt x="534" y="2684"/>
                  <a:pt x="492" y="2531"/>
                  <a:pt x="562" y="2412"/>
                </a:cubicBezTo>
                <a:cubicBezTo>
                  <a:pt x="608" y="2333"/>
                  <a:pt x="691" y="2289"/>
                  <a:pt x="777" y="2289"/>
                </a:cubicBezTo>
                <a:close/>
                <a:moveTo>
                  <a:pt x="7192" y="2288"/>
                </a:moveTo>
                <a:cubicBezTo>
                  <a:pt x="7277" y="2288"/>
                  <a:pt x="7361" y="2332"/>
                  <a:pt x="7407" y="2412"/>
                </a:cubicBezTo>
                <a:cubicBezTo>
                  <a:pt x="7476" y="2531"/>
                  <a:pt x="7434" y="2684"/>
                  <a:pt x="7315" y="2752"/>
                </a:cubicBezTo>
                <a:cubicBezTo>
                  <a:pt x="7276" y="2774"/>
                  <a:pt x="7233" y="2785"/>
                  <a:pt x="7191" y="2785"/>
                </a:cubicBezTo>
                <a:cubicBezTo>
                  <a:pt x="7106" y="2785"/>
                  <a:pt x="7023" y="2741"/>
                  <a:pt x="6977" y="2661"/>
                </a:cubicBezTo>
                <a:cubicBezTo>
                  <a:pt x="6907" y="2543"/>
                  <a:pt x="6949" y="2390"/>
                  <a:pt x="7067" y="2321"/>
                </a:cubicBezTo>
                <a:cubicBezTo>
                  <a:pt x="7107" y="2299"/>
                  <a:pt x="7149" y="2288"/>
                  <a:pt x="7192" y="2288"/>
                </a:cubicBezTo>
                <a:close/>
                <a:moveTo>
                  <a:pt x="5318" y="3137"/>
                </a:moveTo>
                <a:lnTo>
                  <a:pt x="5318" y="3172"/>
                </a:lnTo>
                <a:lnTo>
                  <a:pt x="5395" y="3172"/>
                </a:lnTo>
                <a:lnTo>
                  <a:pt x="5395" y="3380"/>
                </a:lnTo>
                <a:lnTo>
                  <a:pt x="5435" y="3380"/>
                </a:lnTo>
                <a:lnTo>
                  <a:pt x="5435" y="3172"/>
                </a:lnTo>
                <a:lnTo>
                  <a:pt x="5511" y="3172"/>
                </a:lnTo>
                <a:lnTo>
                  <a:pt x="5511" y="3137"/>
                </a:lnTo>
                <a:close/>
                <a:moveTo>
                  <a:pt x="5548" y="3137"/>
                </a:moveTo>
                <a:lnTo>
                  <a:pt x="5548" y="3380"/>
                </a:lnTo>
                <a:lnTo>
                  <a:pt x="5590" y="3380"/>
                </a:lnTo>
                <a:lnTo>
                  <a:pt x="5590" y="3211"/>
                </a:lnTo>
                <a:lnTo>
                  <a:pt x="5660" y="3301"/>
                </a:lnTo>
                <a:lnTo>
                  <a:pt x="5675" y="3301"/>
                </a:lnTo>
                <a:lnTo>
                  <a:pt x="5746" y="3211"/>
                </a:lnTo>
                <a:lnTo>
                  <a:pt x="5746" y="3380"/>
                </a:lnTo>
                <a:lnTo>
                  <a:pt x="5784" y="3380"/>
                </a:lnTo>
                <a:lnTo>
                  <a:pt x="5784" y="3137"/>
                </a:lnTo>
                <a:lnTo>
                  <a:pt x="5755" y="3137"/>
                </a:lnTo>
                <a:lnTo>
                  <a:pt x="5667" y="3249"/>
                </a:lnTo>
                <a:lnTo>
                  <a:pt x="5581" y="3137"/>
                </a:lnTo>
                <a:close/>
                <a:moveTo>
                  <a:pt x="3645" y="2869"/>
                </a:moveTo>
                <a:cubicBezTo>
                  <a:pt x="3539" y="2869"/>
                  <a:pt x="3455" y="2954"/>
                  <a:pt x="3455" y="3058"/>
                </a:cubicBezTo>
                <a:lnTo>
                  <a:pt x="3455" y="3474"/>
                </a:lnTo>
                <a:lnTo>
                  <a:pt x="3094" y="3266"/>
                </a:lnTo>
                <a:cubicBezTo>
                  <a:pt x="3063" y="3249"/>
                  <a:pt x="3031" y="3241"/>
                  <a:pt x="2999" y="3241"/>
                </a:cubicBezTo>
                <a:cubicBezTo>
                  <a:pt x="2933" y="3241"/>
                  <a:pt x="2870" y="3274"/>
                  <a:pt x="2834" y="3334"/>
                </a:cubicBezTo>
                <a:cubicBezTo>
                  <a:pt x="2782" y="3428"/>
                  <a:pt x="2812" y="3543"/>
                  <a:pt x="2902" y="3595"/>
                </a:cubicBezTo>
                <a:lnTo>
                  <a:pt x="3548" y="3967"/>
                </a:lnTo>
                <a:cubicBezTo>
                  <a:pt x="3579" y="3983"/>
                  <a:pt x="3610" y="3991"/>
                  <a:pt x="3642" y="3991"/>
                </a:cubicBezTo>
                <a:cubicBezTo>
                  <a:pt x="3648" y="3991"/>
                  <a:pt x="3653" y="3991"/>
                  <a:pt x="3658" y="3990"/>
                </a:cubicBezTo>
                <a:cubicBezTo>
                  <a:pt x="3756" y="3983"/>
                  <a:pt x="3833" y="3901"/>
                  <a:pt x="3833" y="3800"/>
                </a:cubicBezTo>
                <a:lnTo>
                  <a:pt x="3833" y="3058"/>
                </a:lnTo>
                <a:cubicBezTo>
                  <a:pt x="3833" y="2954"/>
                  <a:pt x="3749" y="2869"/>
                  <a:pt x="3645" y="2869"/>
                </a:cubicBezTo>
                <a:close/>
                <a:moveTo>
                  <a:pt x="4334" y="2871"/>
                </a:moveTo>
                <a:cubicBezTo>
                  <a:pt x="4230" y="2871"/>
                  <a:pt x="4144" y="2957"/>
                  <a:pt x="4144" y="3061"/>
                </a:cubicBezTo>
                <a:lnTo>
                  <a:pt x="4144" y="3803"/>
                </a:lnTo>
                <a:cubicBezTo>
                  <a:pt x="4144" y="3901"/>
                  <a:pt x="4222" y="3983"/>
                  <a:pt x="4320" y="3990"/>
                </a:cubicBezTo>
                <a:cubicBezTo>
                  <a:pt x="4326" y="3991"/>
                  <a:pt x="4331" y="3991"/>
                  <a:pt x="4336" y="3991"/>
                </a:cubicBezTo>
                <a:cubicBezTo>
                  <a:pt x="4368" y="3991"/>
                  <a:pt x="4400" y="3983"/>
                  <a:pt x="4430" y="3967"/>
                </a:cubicBezTo>
                <a:lnTo>
                  <a:pt x="5076" y="3595"/>
                </a:lnTo>
                <a:cubicBezTo>
                  <a:pt x="5167" y="3543"/>
                  <a:pt x="5196" y="3428"/>
                  <a:pt x="5144" y="3337"/>
                </a:cubicBezTo>
                <a:cubicBezTo>
                  <a:pt x="5108" y="3277"/>
                  <a:pt x="5044" y="3244"/>
                  <a:pt x="4979" y="3244"/>
                </a:cubicBezTo>
                <a:cubicBezTo>
                  <a:pt x="4947" y="3244"/>
                  <a:pt x="4914" y="3252"/>
                  <a:pt x="4885" y="3269"/>
                </a:cubicBezTo>
                <a:lnTo>
                  <a:pt x="4522" y="3477"/>
                </a:lnTo>
                <a:lnTo>
                  <a:pt x="4522" y="3061"/>
                </a:lnTo>
                <a:cubicBezTo>
                  <a:pt x="4522" y="2957"/>
                  <a:pt x="4439" y="2871"/>
                  <a:pt x="4334" y="2871"/>
                </a:cubicBezTo>
                <a:close/>
                <a:moveTo>
                  <a:pt x="3989" y="4268"/>
                </a:moveTo>
                <a:cubicBezTo>
                  <a:pt x="4001" y="4268"/>
                  <a:pt x="4016" y="4274"/>
                  <a:pt x="4023" y="4281"/>
                </a:cubicBezTo>
                <a:lnTo>
                  <a:pt x="4101" y="4357"/>
                </a:lnTo>
                <a:cubicBezTo>
                  <a:pt x="4108" y="4365"/>
                  <a:pt x="4115" y="4379"/>
                  <a:pt x="4115" y="4391"/>
                </a:cubicBezTo>
                <a:lnTo>
                  <a:pt x="4115" y="4394"/>
                </a:lnTo>
                <a:cubicBezTo>
                  <a:pt x="4115" y="4406"/>
                  <a:pt x="4108" y="4421"/>
                  <a:pt x="4101" y="4428"/>
                </a:cubicBezTo>
                <a:lnTo>
                  <a:pt x="4023" y="4506"/>
                </a:lnTo>
                <a:cubicBezTo>
                  <a:pt x="4016" y="4513"/>
                  <a:pt x="4001" y="4519"/>
                  <a:pt x="3989" y="4519"/>
                </a:cubicBezTo>
                <a:lnTo>
                  <a:pt x="3986" y="4519"/>
                </a:lnTo>
                <a:cubicBezTo>
                  <a:pt x="3974" y="4519"/>
                  <a:pt x="3959" y="4513"/>
                  <a:pt x="3952" y="4506"/>
                </a:cubicBezTo>
                <a:lnTo>
                  <a:pt x="3875" y="4428"/>
                </a:lnTo>
                <a:cubicBezTo>
                  <a:pt x="3867" y="4421"/>
                  <a:pt x="3861" y="4406"/>
                  <a:pt x="3861" y="4394"/>
                </a:cubicBezTo>
                <a:lnTo>
                  <a:pt x="3861" y="4391"/>
                </a:lnTo>
                <a:cubicBezTo>
                  <a:pt x="3861" y="4379"/>
                  <a:pt x="3867" y="4365"/>
                  <a:pt x="3875" y="4357"/>
                </a:cubicBezTo>
                <a:lnTo>
                  <a:pt x="3952" y="4281"/>
                </a:lnTo>
                <a:cubicBezTo>
                  <a:pt x="3959" y="4274"/>
                  <a:pt x="3974" y="4268"/>
                  <a:pt x="3986" y="4268"/>
                </a:cubicBezTo>
                <a:close/>
                <a:moveTo>
                  <a:pt x="3949" y="4038"/>
                </a:moveTo>
                <a:cubicBezTo>
                  <a:pt x="3937" y="4038"/>
                  <a:pt x="3922" y="4045"/>
                  <a:pt x="3915" y="4053"/>
                </a:cubicBezTo>
                <a:lnTo>
                  <a:pt x="3648" y="4320"/>
                </a:lnTo>
                <a:cubicBezTo>
                  <a:pt x="3639" y="4327"/>
                  <a:pt x="3633" y="4342"/>
                  <a:pt x="3636" y="4354"/>
                </a:cubicBezTo>
                <a:lnTo>
                  <a:pt x="3636" y="4372"/>
                </a:lnTo>
                <a:lnTo>
                  <a:pt x="3636" y="4412"/>
                </a:lnTo>
                <a:lnTo>
                  <a:pt x="3636" y="4431"/>
                </a:lnTo>
                <a:cubicBezTo>
                  <a:pt x="3636" y="4443"/>
                  <a:pt x="3640" y="4458"/>
                  <a:pt x="3648" y="4466"/>
                </a:cubicBezTo>
                <a:lnTo>
                  <a:pt x="3915" y="4733"/>
                </a:lnTo>
                <a:cubicBezTo>
                  <a:pt x="3922" y="4742"/>
                  <a:pt x="3937" y="4748"/>
                  <a:pt x="3949" y="4748"/>
                </a:cubicBezTo>
                <a:lnTo>
                  <a:pt x="4026" y="4748"/>
                </a:lnTo>
                <a:cubicBezTo>
                  <a:pt x="4038" y="4748"/>
                  <a:pt x="4053" y="4740"/>
                  <a:pt x="4060" y="4733"/>
                </a:cubicBezTo>
                <a:lnTo>
                  <a:pt x="4329" y="4466"/>
                </a:lnTo>
                <a:cubicBezTo>
                  <a:pt x="4337" y="4458"/>
                  <a:pt x="4343" y="4443"/>
                  <a:pt x="4343" y="4431"/>
                </a:cubicBezTo>
                <a:lnTo>
                  <a:pt x="4343" y="4412"/>
                </a:lnTo>
                <a:lnTo>
                  <a:pt x="4343" y="4372"/>
                </a:lnTo>
                <a:lnTo>
                  <a:pt x="4343" y="4354"/>
                </a:lnTo>
                <a:cubicBezTo>
                  <a:pt x="4343" y="4342"/>
                  <a:pt x="4337" y="4327"/>
                  <a:pt x="4329" y="4320"/>
                </a:cubicBezTo>
                <a:lnTo>
                  <a:pt x="4060" y="4053"/>
                </a:lnTo>
                <a:cubicBezTo>
                  <a:pt x="4053" y="4044"/>
                  <a:pt x="4038" y="4038"/>
                  <a:pt x="4026" y="4038"/>
                </a:cubicBezTo>
                <a:close/>
                <a:moveTo>
                  <a:pt x="2654" y="3833"/>
                </a:moveTo>
                <a:cubicBezTo>
                  <a:pt x="2589" y="3833"/>
                  <a:pt x="2524" y="3867"/>
                  <a:pt x="2489" y="3927"/>
                </a:cubicBezTo>
                <a:cubicBezTo>
                  <a:pt x="2437" y="4019"/>
                  <a:pt x="2467" y="4133"/>
                  <a:pt x="2558" y="4185"/>
                </a:cubicBezTo>
                <a:lnTo>
                  <a:pt x="2919" y="4393"/>
                </a:lnTo>
                <a:lnTo>
                  <a:pt x="2558" y="4599"/>
                </a:lnTo>
                <a:cubicBezTo>
                  <a:pt x="2467" y="4651"/>
                  <a:pt x="2436" y="4766"/>
                  <a:pt x="2489" y="4858"/>
                </a:cubicBezTo>
                <a:cubicBezTo>
                  <a:pt x="2524" y="4918"/>
                  <a:pt x="2588" y="4951"/>
                  <a:pt x="2653" y="4951"/>
                </a:cubicBezTo>
                <a:cubicBezTo>
                  <a:pt x="2686" y="4951"/>
                  <a:pt x="2719" y="4943"/>
                  <a:pt x="2749" y="4926"/>
                </a:cubicBezTo>
                <a:lnTo>
                  <a:pt x="3395" y="4555"/>
                </a:lnTo>
                <a:cubicBezTo>
                  <a:pt x="3440" y="4532"/>
                  <a:pt x="3469" y="4494"/>
                  <a:pt x="3483" y="4449"/>
                </a:cubicBezTo>
                <a:cubicBezTo>
                  <a:pt x="3489" y="4428"/>
                  <a:pt x="3492" y="4408"/>
                  <a:pt x="3492" y="4387"/>
                </a:cubicBezTo>
                <a:cubicBezTo>
                  <a:pt x="3492" y="4372"/>
                  <a:pt x="3490" y="4357"/>
                  <a:pt x="3484" y="4342"/>
                </a:cubicBezTo>
                <a:cubicBezTo>
                  <a:pt x="3472" y="4296"/>
                  <a:pt x="3443" y="4256"/>
                  <a:pt x="3395" y="4229"/>
                </a:cubicBezTo>
                <a:lnTo>
                  <a:pt x="2749" y="3858"/>
                </a:lnTo>
                <a:cubicBezTo>
                  <a:pt x="2719" y="3841"/>
                  <a:pt x="2687" y="3833"/>
                  <a:pt x="2654" y="3833"/>
                </a:cubicBezTo>
                <a:close/>
                <a:moveTo>
                  <a:pt x="5322" y="3834"/>
                </a:moveTo>
                <a:cubicBezTo>
                  <a:pt x="5289" y="3834"/>
                  <a:pt x="5256" y="3842"/>
                  <a:pt x="5226" y="3860"/>
                </a:cubicBezTo>
                <a:lnTo>
                  <a:pt x="4580" y="4231"/>
                </a:lnTo>
                <a:cubicBezTo>
                  <a:pt x="4536" y="4256"/>
                  <a:pt x="4506" y="4296"/>
                  <a:pt x="4493" y="4342"/>
                </a:cubicBezTo>
                <a:cubicBezTo>
                  <a:pt x="4490" y="4357"/>
                  <a:pt x="4487" y="4372"/>
                  <a:pt x="4485" y="4387"/>
                </a:cubicBezTo>
                <a:cubicBezTo>
                  <a:pt x="4485" y="4408"/>
                  <a:pt x="4487" y="4428"/>
                  <a:pt x="4494" y="4448"/>
                </a:cubicBezTo>
                <a:cubicBezTo>
                  <a:pt x="4507" y="4492"/>
                  <a:pt x="4537" y="4532"/>
                  <a:pt x="4580" y="4556"/>
                </a:cubicBezTo>
                <a:lnTo>
                  <a:pt x="5226" y="4927"/>
                </a:lnTo>
                <a:cubicBezTo>
                  <a:pt x="5256" y="4944"/>
                  <a:pt x="5288" y="4953"/>
                  <a:pt x="5321" y="4953"/>
                </a:cubicBezTo>
                <a:cubicBezTo>
                  <a:pt x="5386" y="4953"/>
                  <a:pt x="5450" y="4919"/>
                  <a:pt x="5486" y="4859"/>
                </a:cubicBezTo>
                <a:cubicBezTo>
                  <a:pt x="5538" y="4767"/>
                  <a:pt x="5508" y="4653"/>
                  <a:pt x="5418" y="4601"/>
                </a:cubicBezTo>
                <a:lnTo>
                  <a:pt x="5057" y="4394"/>
                </a:lnTo>
                <a:lnTo>
                  <a:pt x="5418" y="4186"/>
                </a:lnTo>
                <a:cubicBezTo>
                  <a:pt x="5508" y="4134"/>
                  <a:pt x="5539" y="4020"/>
                  <a:pt x="5486" y="3928"/>
                </a:cubicBezTo>
                <a:cubicBezTo>
                  <a:pt x="5451" y="3868"/>
                  <a:pt x="5387" y="3834"/>
                  <a:pt x="5322" y="3834"/>
                </a:cubicBezTo>
                <a:close/>
                <a:moveTo>
                  <a:pt x="7192" y="3417"/>
                </a:moveTo>
                <a:cubicBezTo>
                  <a:pt x="7073" y="3417"/>
                  <a:pt x="6977" y="3514"/>
                  <a:pt x="6977" y="3633"/>
                </a:cubicBezTo>
                <a:lnTo>
                  <a:pt x="6977" y="4795"/>
                </a:lnTo>
                <a:cubicBezTo>
                  <a:pt x="6977" y="4914"/>
                  <a:pt x="7073" y="5011"/>
                  <a:pt x="7192" y="5011"/>
                </a:cubicBezTo>
                <a:cubicBezTo>
                  <a:pt x="7311" y="5011"/>
                  <a:pt x="7407" y="4914"/>
                  <a:pt x="7407" y="4795"/>
                </a:cubicBezTo>
                <a:lnTo>
                  <a:pt x="7407" y="3633"/>
                </a:lnTo>
                <a:cubicBezTo>
                  <a:pt x="7407" y="3514"/>
                  <a:pt x="7311" y="3417"/>
                  <a:pt x="7192" y="3417"/>
                </a:cubicBezTo>
                <a:close/>
                <a:moveTo>
                  <a:pt x="777" y="3404"/>
                </a:moveTo>
                <a:cubicBezTo>
                  <a:pt x="658" y="3404"/>
                  <a:pt x="562" y="3500"/>
                  <a:pt x="562" y="3619"/>
                </a:cubicBezTo>
                <a:lnTo>
                  <a:pt x="562" y="5158"/>
                </a:lnTo>
                <a:cubicBezTo>
                  <a:pt x="562" y="5276"/>
                  <a:pt x="658" y="5373"/>
                  <a:pt x="777" y="5373"/>
                </a:cubicBezTo>
                <a:cubicBezTo>
                  <a:pt x="896" y="5371"/>
                  <a:pt x="993" y="5276"/>
                  <a:pt x="993" y="5158"/>
                </a:cubicBezTo>
                <a:lnTo>
                  <a:pt x="993" y="3619"/>
                </a:lnTo>
                <a:cubicBezTo>
                  <a:pt x="993" y="3500"/>
                  <a:pt x="896" y="3404"/>
                  <a:pt x="777" y="3404"/>
                </a:cubicBezTo>
                <a:close/>
                <a:moveTo>
                  <a:pt x="4336" y="4795"/>
                </a:moveTo>
                <a:cubicBezTo>
                  <a:pt x="4331" y="4795"/>
                  <a:pt x="4325" y="4795"/>
                  <a:pt x="4320" y="4795"/>
                </a:cubicBezTo>
                <a:cubicBezTo>
                  <a:pt x="4221" y="4803"/>
                  <a:pt x="4144" y="4884"/>
                  <a:pt x="4144" y="4984"/>
                </a:cubicBezTo>
                <a:lnTo>
                  <a:pt x="4144" y="5726"/>
                </a:lnTo>
                <a:cubicBezTo>
                  <a:pt x="4144" y="5830"/>
                  <a:pt x="4228" y="5915"/>
                  <a:pt x="4332" y="5915"/>
                </a:cubicBezTo>
                <a:cubicBezTo>
                  <a:pt x="4439" y="5915"/>
                  <a:pt x="4522" y="5830"/>
                  <a:pt x="4522" y="5726"/>
                </a:cubicBezTo>
                <a:lnTo>
                  <a:pt x="4522" y="5311"/>
                </a:lnTo>
                <a:lnTo>
                  <a:pt x="4885" y="5518"/>
                </a:lnTo>
                <a:cubicBezTo>
                  <a:pt x="4915" y="5536"/>
                  <a:pt x="4947" y="5544"/>
                  <a:pt x="4979" y="5544"/>
                </a:cubicBezTo>
                <a:cubicBezTo>
                  <a:pt x="5044" y="5544"/>
                  <a:pt x="5108" y="5510"/>
                  <a:pt x="5144" y="5449"/>
                </a:cubicBezTo>
                <a:cubicBezTo>
                  <a:pt x="5196" y="5360"/>
                  <a:pt x="5167" y="5245"/>
                  <a:pt x="5076" y="5192"/>
                </a:cubicBezTo>
                <a:lnTo>
                  <a:pt x="4430" y="4820"/>
                </a:lnTo>
                <a:cubicBezTo>
                  <a:pt x="4400" y="4803"/>
                  <a:pt x="4368" y="4795"/>
                  <a:pt x="4336" y="4795"/>
                </a:cubicBezTo>
                <a:close/>
                <a:moveTo>
                  <a:pt x="3637" y="4797"/>
                </a:moveTo>
                <a:cubicBezTo>
                  <a:pt x="3606" y="4797"/>
                  <a:pt x="3575" y="4805"/>
                  <a:pt x="3548" y="4822"/>
                </a:cubicBezTo>
                <a:lnTo>
                  <a:pt x="2902" y="5193"/>
                </a:lnTo>
                <a:cubicBezTo>
                  <a:pt x="2810" y="5245"/>
                  <a:pt x="2779" y="5362"/>
                  <a:pt x="2834" y="5450"/>
                </a:cubicBezTo>
                <a:cubicBezTo>
                  <a:pt x="2869" y="5512"/>
                  <a:pt x="2932" y="5545"/>
                  <a:pt x="2998" y="5545"/>
                </a:cubicBezTo>
                <a:cubicBezTo>
                  <a:pt x="3030" y="5545"/>
                  <a:pt x="3063" y="5537"/>
                  <a:pt x="3094" y="5520"/>
                </a:cubicBezTo>
                <a:lnTo>
                  <a:pt x="3455" y="5312"/>
                </a:lnTo>
                <a:lnTo>
                  <a:pt x="3455" y="5728"/>
                </a:lnTo>
                <a:cubicBezTo>
                  <a:pt x="3455" y="5832"/>
                  <a:pt x="3541" y="5916"/>
                  <a:pt x="3645" y="5916"/>
                </a:cubicBezTo>
                <a:cubicBezTo>
                  <a:pt x="3749" y="5916"/>
                  <a:pt x="3833" y="5832"/>
                  <a:pt x="3833" y="5728"/>
                </a:cubicBezTo>
                <a:lnTo>
                  <a:pt x="3833" y="4985"/>
                </a:lnTo>
                <a:cubicBezTo>
                  <a:pt x="3833" y="4884"/>
                  <a:pt x="3756" y="4803"/>
                  <a:pt x="3658" y="4798"/>
                </a:cubicBezTo>
                <a:cubicBezTo>
                  <a:pt x="3651" y="4797"/>
                  <a:pt x="3644" y="4797"/>
                  <a:pt x="3637" y="4797"/>
                </a:cubicBezTo>
                <a:close/>
                <a:moveTo>
                  <a:pt x="777" y="5991"/>
                </a:moveTo>
                <a:cubicBezTo>
                  <a:pt x="862" y="5991"/>
                  <a:pt x="946" y="6036"/>
                  <a:pt x="993" y="6115"/>
                </a:cubicBezTo>
                <a:cubicBezTo>
                  <a:pt x="1061" y="6234"/>
                  <a:pt x="1019" y="6387"/>
                  <a:pt x="900" y="6455"/>
                </a:cubicBezTo>
                <a:cubicBezTo>
                  <a:pt x="862" y="6476"/>
                  <a:pt x="819" y="6487"/>
                  <a:pt x="776" y="6487"/>
                </a:cubicBezTo>
                <a:cubicBezTo>
                  <a:pt x="754" y="6487"/>
                  <a:pt x="733" y="6485"/>
                  <a:pt x="712" y="6479"/>
                </a:cubicBezTo>
                <a:cubicBezTo>
                  <a:pt x="648" y="6463"/>
                  <a:pt x="595" y="6421"/>
                  <a:pt x="560" y="6365"/>
                </a:cubicBezTo>
                <a:cubicBezTo>
                  <a:pt x="492" y="6246"/>
                  <a:pt x="534" y="6093"/>
                  <a:pt x="653" y="6025"/>
                </a:cubicBezTo>
                <a:cubicBezTo>
                  <a:pt x="692" y="6002"/>
                  <a:pt x="734" y="5991"/>
                  <a:pt x="777" y="5991"/>
                </a:cubicBezTo>
                <a:close/>
                <a:moveTo>
                  <a:pt x="4038" y="2136"/>
                </a:moveTo>
                <a:cubicBezTo>
                  <a:pt x="4831" y="2155"/>
                  <a:pt x="5522" y="2583"/>
                  <a:pt x="5909" y="3218"/>
                </a:cubicBezTo>
                <a:cubicBezTo>
                  <a:pt x="5912" y="3235"/>
                  <a:pt x="5918" y="3249"/>
                  <a:pt x="5927" y="3264"/>
                </a:cubicBezTo>
                <a:cubicBezTo>
                  <a:pt x="5937" y="3281"/>
                  <a:pt x="5948" y="3295"/>
                  <a:pt x="5961" y="3309"/>
                </a:cubicBezTo>
                <a:cubicBezTo>
                  <a:pt x="6138" y="3630"/>
                  <a:pt x="6237" y="3998"/>
                  <a:pt x="6237" y="4390"/>
                </a:cubicBezTo>
                <a:cubicBezTo>
                  <a:pt x="6237" y="5615"/>
                  <a:pt x="5256" y="6613"/>
                  <a:pt x="4038" y="6643"/>
                </a:cubicBezTo>
                <a:cubicBezTo>
                  <a:pt x="4022" y="6637"/>
                  <a:pt x="4003" y="6635"/>
                  <a:pt x="3985" y="6635"/>
                </a:cubicBezTo>
                <a:cubicBezTo>
                  <a:pt x="3965" y="6635"/>
                  <a:pt x="3948" y="6640"/>
                  <a:pt x="3930" y="6643"/>
                </a:cubicBezTo>
                <a:cubicBezTo>
                  <a:pt x="3138" y="6625"/>
                  <a:pt x="2448" y="6196"/>
                  <a:pt x="2060" y="5560"/>
                </a:cubicBezTo>
                <a:cubicBezTo>
                  <a:pt x="2057" y="5544"/>
                  <a:pt x="2051" y="5529"/>
                  <a:pt x="2042" y="5514"/>
                </a:cubicBezTo>
                <a:cubicBezTo>
                  <a:pt x="2042" y="5512"/>
                  <a:pt x="2041" y="5512"/>
                  <a:pt x="2041" y="5511"/>
                </a:cubicBezTo>
                <a:cubicBezTo>
                  <a:pt x="2031" y="5496"/>
                  <a:pt x="2020" y="5483"/>
                  <a:pt x="2008" y="5469"/>
                </a:cubicBezTo>
                <a:cubicBezTo>
                  <a:pt x="1833" y="5149"/>
                  <a:pt x="1732" y="4780"/>
                  <a:pt x="1732" y="4390"/>
                </a:cubicBezTo>
                <a:cubicBezTo>
                  <a:pt x="1732" y="3998"/>
                  <a:pt x="1833" y="3628"/>
                  <a:pt x="2008" y="3307"/>
                </a:cubicBezTo>
                <a:cubicBezTo>
                  <a:pt x="2020" y="3295"/>
                  <a:pt x="2029" y="3284"/>
                  <a:pt x="2038" y="3269"/>
                </a:cubicBezTo>
                <a:cubicBezTo>
                  <a:pt x="2038" y="3269"/>
                  <a:pt x="2041" y="3266"/>
                  <a:pt x="2041" y="3264"/>
                </a:cubicBezTo>
                <a:cubicBezTo>
                  <a:pt x="2048" y="3249"/>
                  <a:pt x="2056" y="3235"/>
                  <a:pt x="2059" y="3218"/>
                </a:cubicBezTo>
                <a:cubicBezTo>
                  <a:pt x="2446" y="2583"/>
                  <a:pt x="3140" y="2155"/>
                  <a:pt x="3930" y="2136"/>
                </a:cubicBezTo>
                <a:cubicBezTo>
                  <a:pt x="3948" y="2142"/>
                  <a:pt x="3965" y="2143"/>
                  <a:pt x="3985" y="2143"/>
                </a:cubicBezTo>
                <a:cubicBezTo>
                  <a:pt x="4003" y="2143"/>
                  <a:pt x="4022" y="2140"/>
                  <a:pt x="4038" y="2136"/>
                </a:cubicBezTo>
                <a:close/>
                <a:moveTo>
                  <a:pt x="7997" y="5750"/>
                </a:moveTo>
                <a:cubicBezTo>
                  <a:pt x="8388" y="5750"/>
                  <a:pt x="8658" y="6001"/>
                  <a:pt x="8658" y="6359"/>
                </a:cubicBezTo>
                <a:lnTo>
                  <a:pt x="8658" y="6741"/>
                </a:lnTo>
                <a:lnTo>
                  <a:pt x="7162" y="6741"/>
                </a:lnTo>
                <a:lnTo>
                  <a:pt x="7162" y="6359"/>
                </a:lnTo>
                <a:cubicBezTo>
                  <a:pt x="7162" y="5979"/>
                  <a:pt x="7522" y="5750"/>
                  <a:pt x="7871" y="5750"/>
                </a:cubicBezTo>
                <a:close/>
                <a:moveTo>
                  <a:pt x="1717" y="6568"/>
                </a:moveTo>
                <a:cubicBezTo>
                  <a:pt x="1642" y="6568"/>
                  <a:pt x="1570" y="6606"/>
                  <a:pt x="1530" y="6674"/>
                </a:cubicBezTo>
                <a:cubicBezTo>
                  <a:pt x="1471" y="6776"/>
                  <a:pt x="1506" y="6908"/>
                  <a:pt x="1609" y="6968"/>
                </a:cubicBezTo>
                <a:lnTo>
                  <a:pt x="2929" y="7731"/>
                </a:lnTo>
                <a:cubicBezTo>
                  <a:pt x="2963" y="7750"/>
                  <a:pt x="3000" y="7758"/>
                  <a:pt x="3037" y="7758"/>
                </a:cubicBezTo>
                <a:cubicBezTo>
                  <a:pt x="3112" y="7758"/>
                  <a:pt x="3184" y="7719"/>
                  <a:pt x="3223" y="7651"/>
                </a:cubicBezTo>
                <a:cubicBezTo>
                  <a:pt x="3284" y="7550"/>
                  <a:pt x="3250" y="7419"/>
                  <a:pt x="3146" y="7360"/>
                </a:cubicBezTo>
                <a:lnTo>
                  <a:pt x="1824" y="6596"/>
                </a:lnTo>
                <a:cubicBezTo>
                  <a:pt x="1790" y="6577"/>
                  <a:pt x="1753" y="6568"/>
                  <a:pt x="1717" y="6568"/>
                </a:cubicBezTo>
                <a:close/>
                <a:moveTo>
                  <a:pt x="6091" y="6662"/>
                </a:moveTo>
                <a:cubicBezTo>
                  <a:pt x="6055" y="6662"/>
                  <a:pt x="6017" y="6672"/>
                  <a:pt x="5983" y="6692"/>
                </a:cubicBezTo>
                <a:lnTo>
                  <a:pt x="4824" y="7361"/>
                </a:lnTo>
                <a:cubicBezTo>
                  <a:pt x="4721" y="7421"/>
                  <a:pt x="4686" y="7553"/>
                  <a:pt x="4745" y="7654"/>
                </a:cubicBezTo>
                <a:cubicBezTo>
                  <a:pt x="4784" y="7724"/>
                  <a:pt x="4856" y="7762"/>
                  <a:pt x="4931" y="7762"/>
                </a:cubicBezTo>
                <a:cubicBezTo>
                  <a:pt x="4968" y="7762"/>
                  <a:pt x="5003" y="7752"/>
                  <a:pt x="5039" y="7732"/>
                </a:cubicBezTo>
                <a:lnTo>
                  <a:pt x="6199" y="7061"/>
                </a:lnTo>
                <a:cubicBezTo>
                  <a:pt x="6301" y="7002"/>
                  <a:pt x="6335" y="6871"/>
                  <a:pt x="6276" y="6769"/>
                </a:cubicBezTo>
                <a:cubicBezTo>
                  <a:pt x="6236" y="6700"/>
                  <a:pt x="6165" y="6662"/>
                  <a:pt x="6091" y="6662"/>
                </a:cubicBezTo>
                <a:close/>
                <a:moveTo>
                  <a:pt x="7911" y="7456"/>
                </a:moveTo>
                <a:cubicBezTo>
                  <a:pt x="7991" y="7456"/>
                  <a:pt x="8058" y="7520"/>
                  <a:pt x="8058" y="7602"/>
                </a:cubicBezTo>
                <a:cubicBezTo>
                  <a:pt x="8058" y="7649"/>
                  <a:pt x="8036" y="7691"/>
                  <a:pt x="7998" y="7719"/>
                </a:cubicBezTo>
                <a:cubicBezTo>
                  <a:pt x="7966" y="7744"/>
                  <a:pt x="7945" y="7784"/>
                  <a:pt x="7945" y="7826"/>
                </a:cubicBezTo>
                <a:lnTo>
                  <a:pt x="7945" y="8089"/>
                </a:lnTo>
                <a:lnTo>
                  <a:pt x="7877" y="8089"/>
                </a:lnTo>
                <a:lnTo>
                  <a:pt x="7877" y="7826"/>
                </a:lnTo>
                <a:cubicBezTo>
                  <a:pt x="7877" y="7784"/>
                  <a:pt x="7856" y="7744"/>
                  <a:pt x="7823" y="7719"/>
                </a:cubicBezTo>
                <a:cubicBezTo>
                  <a:pt x="7786" y="7691"/>
                  <a:pt x="7764" y="7649"/>
                  <a:pt x="7764" y="7602"/>
                </a:cubicBezTo>
                <a:cubicBezTo>
                  <a:pt x="7764" y="7520"/>
                  <a:pt x="7832" y="7456"/>
                  <a:pt x="7911" y="7456"/>
                </a:cubicBezTo>
                <a:close/>
                <a:moveTo>
                  <a:pt x="3985" y="7844"/>
                </a:moveTo>
                <a:cubicBezTo>
                  <a:pt x="4121" y="7844"/>
                  <a:pt x="4233" y="7955"/>
                  <a:pt x="4233" y="8092"/>
                </a:cubicBezTo>
                <a:cubicBezTo>
                  <a:pt x="4233" y="8230"/>
                  <a:pt x="4121" y="8341"/>
                  <a:pt x="3985" y="8341"/>
                </a:cubicBezTo>
                <a:cubicBezTo>
                  <a:pt x="3847" y="8341"/>
                  <a:pt x="3735" y="8230"/>
                  <a:pt x="3735" y="8092"/>
                </a:cubicBezTo>
                <a:cubicBezTo>
                  <a:pt x="3735" y="7955"/>
                  <a:pt x="3847" y="7844"/>
                  <a:pt x="3985" y="7844"/>
                </a:cubicBezTo>
                <a:close/>
                <a:moveTo>
                  <a:pt x="7909" y="7186"/>
                </a:moveTo>
                <a:cubicBezTo>
                  <a:pt x="7679" y="7186"/>
                  <a:pt x="7494" y="7375"/>
                  <a:pt x="7494" y="7602"/>
                </a:cubicBezTo>
                <a:cubicBezTo>
                  <a:pt x="7494" y="7710"/>
                  <a:pt x="7535" y="7810"/>
                  <a:pt x="7608" y="7887"/>
                </a:cubicBezTo>
                <a:lnTo>
                  <a:pt x="7605" y="7887"/>
                </a:lnTo>
                <a:lnTo>
                  <a:pt x="7605" y="8110"/>
                </a:lnTo>
                <a:cubicBezTo>
                  <a:pt x="7605" y="8245"/>
                  <a:pt x="7716" y="8356"/>
                  <a:pt x="7853" y="8356"/>
                </a:cubicBezTo>
                <a:lnTo>
                  <a:pt x="7966" y="8356"/>
                </a:lnTo>
                <a:cubicBezTo>
                  <a:pt x="8101" y="8356"/>
                  <a:pt x="8212" y="8245"/>
                  <a:pt x="8212" y="8110"/>
                </a:cubicBezTo>
                <a:lnTo>
                  <a:pt x="8212" y="7887"/>
                </a:lnTo>
                <a:cubicBezTo>
                  <a:pt x="8285" y="7808"/>
                  <a:pt x="8325" y="7709"/>
                  <a:pt x="8325" y="7602"/>
                </a:cubicBezTo>
                <a:cubicBezTo>
                  <a:pt x="8325" y="7372"/>
                  <a:pt x="8140" y="7186"/>
                  <a:pt x="7909" y="7186"/>
                </a:cubicBezTo>
                <a:close/>
                <a:moveTo>
                  <a:pt x="8875" y="7170"/>
                </a:moveTo>
                <a:lnTo>
                  <a:pt x="8875" y="7983"/>
                </a:lnTo>
                <a:cubicBezTo>
                  <a:pt x="8875" y="8203"/>
                  <a:pt x="8734" y="8430"/>
                  <a:pt x="8499" y="8430"/>
                </a:cubicBezTo>
                <a:lnTo>
                  <a:pt x="7373" y="8430"/>
                </a:lnTo>
                <a:cubicBezTo>
                  <a:pt x="7149" y="8430"/>
                  <a:pt x="6943" y="8217"/>
                  <a:pt x="6943" y="7983"/>
                </a:cubicBezTo>
                <a:lnTo>
                  <a:pt x="6943" y="7170"/>
                </a:lnTo>
                <a:close/>
                <a:moveTo>
                  <a:pt x="3985" y="0"/>
                </a:moveTo>
                <a:cubicBezTo>
                  <a:pt x="3610" y="0"/>
                  <a:pt x="3306" y="305"/>
                  <a:pt x="3306" y="679"/>
                </a:cubicBezTo>
                <a:cubicBezTo>
                  <a:pt x="3306" y="976"/>
                  <a:pt x="3496" y="1225"/>
                  <a:pt x="3762" y="1319"/>
                </a:cubicBezTo>
                <a:lnTo>
                  <a:pt x="3762" y="1708"/>
                </a:lnTo>
                <a:cubicBezTo>
                  <a:pt x="2941" y="1778"/>
                  <a:pt x="2225" y="2213"/>
                  <a:pt x="1780" y="2854"/>
                </a:cubicBezTo>
                <a:lnTo>
                  <a:pt x="1441" y="2658"/>
                </a:lnTo>
                <a:cubicBezTo>
                  <a:pt x="1493" y="2382"/>
                  <a:pt x="1371" y="2093"/>
                  <a:pt x="1114" y="1944"/>
                </a:cubicBezTo>
                <a:cubicBezTo>
                  <a:pt x="1008" y="1883"/>
                  <a:pt x="892" y="1854"/>
                  <a:pt x="777" y="1854"/>
                </a:cubicBezTo>
                <a:cubicBezTo>
                  <a:pt x="543" y="1854"/>
                  <a:pt x="314" y="1976"/>
                  <a:pt x="188" y="2194"/>
                </a:cubicBezTo>
                <a:cubicBezTo>
                  <a:pt x="2" y="2517"/>
                  <a:pt x="113" y="2932"/>
                  <a:pt x="437" y="3119"/>
                </a:cubicBezTo>
                <a:cubicBezTo>
                  <a:pt x="543" y="3181"/>
                  <a:pt x="660" y="3211"/>
                  <a:pt x="774" y="3211"/>
                </a:cubicBezTo>
                <a:cubicBezTo>
                  <a:pt x="936" y="3211"/>
                  <a:pt x="1094" y="3153"/>
                  <a:pt x="1218" y="3044"/>
                </a:cubicBezTo>
                <a:lnTo>
                  <a:pt x="1557" y="3240"/>
                </a:lnTo>
                <a:cubicBezTo>
                  <a:pt x="1393" y="3589"/>
                  <a:pt x="1300" y="3976"/>
                  <a:pt x="1300" y="4385"/>
                </a:cubicBezTo>
                <a:cubicBezTo>
                  <a:pt x="1300" y="4795"/>
                  <a:pt x="1391" y="5183"/>
                  <a:pt x="1557" y="5530"/>
                </a:cubicBezTo>
                <a:lnTo>
                  <a:pt x="1218" y="5726"/>
                </a:lnTo>
                <a:cubicBezTo>
                  <a:pt x="1095" y="5619"/>
                  <a:pt x="937" y="5561"/>
                  <a:pt x="775" y="5561"/>
                </a:cubicBezTo>
                <a:cubicBezTo>
                  <a:pt x="660" y="5561"/>
                  <a:pt x="543" y="5590"/>
                  <a:pt x="437" y="5652"/>
                </a:cubicBezTo>
                <a:cubicBezTo>
                  <a:pt x="112" y="5839"/>
                  <a:pt x="1" y="6255"/>
                  <a:pt x="188" y="6577"/>
                </a:cubicBezTo>
                <a:cubicBezTo>
                  <a:pt x="280" y="6733"/>
                  <a:pt x="425" y="6847"/>
                  <a:pt x="601" y="6893"/>
                </a:cubicBezTo>
                <a:cubicBezTo>
                  <a:pt x="658" y="6910"/>
                  <a:pt x="718" y="6917"/>
                  <a:pt x="777" y="6917"/>
                </a:cubicBezTo>
                <a:cubicBezTo>
                  <a:pt x="893" y="6917"/>
                  <a:pt x="1010" y="6886"/>
                  <a:pt x="1114" y="6827"/>
                </a:cubicBezTo>
                <a:cubicBezTo>
                  <a:pt x="1371" y="6678"/>
                  <a:pt x="1493" y="6386"/>
                  <a:pt x="1441" y="6111"/>
                </a:cubicBezTo>
                <a:lnTo>
                  <a:pt x="1780" y="5916"/>
                </a:lnTo>
                <a:cubicBezTo>
                  <a:pt x="2225" y="6556"/>
                  <a:pt x="2941" y="6996"/>
                  <a:pt x="3762" y="7063"/>
                </a:cubicBezTo>
                <a:lnTo>
                  <a:pt x="3762" y="7452"/>
                </a:lnTo>
                <a:cubicBezTo>
                  <a:pt x="3498" y="7545"/>
                  <a:pt x="3306" y="7798"/>
                  <a:pt x="3306" y="8092"/>
                </a:cubicBezTo>
                <a:cubicBezTo>
                  <a:pt x="3306" y="8466"/>
                  <a:pt x="3610" y="8770"/>
                  <a:pt x="3985" y="8770"/>
                </a:cubicBezTo>
                <a:cubicBezTo>
                  <a:pt x="4357" y="8770"/>
                  <a:pt x="4662" y="8466"/>
                  <a:pt x="4662" y="8092"/>
                </a:cubicBezTo>
                <a:cubicBezTo>
                  <a:pt x="4662" y="7795"/>
                  <a:pt x="4470" y="7545"/>
                  <a:pt x="4207" y="7450"/>
                </a:cubicBezTo>
                <a:lnTo>
                  <a:pt x="4207" y="7060"/>
                </a:lnTo>
                <a:cubicBezTo>
                  <a:pt x="5582" y="6947"/>
                  <a:pt x="6668" y="5790"/>
                  <a:pt x="6668" y="4385"/>
                </a:cubicBezTo>
                <a:cubicBezTo>
                  <a:pt x="6668" y="3976"/>
                  <a:pt x="6577" y="3586"/>
                  <a:pt x="6413" y="3240"/>
                </a:cubicBezTo>
                <a:lnTo>
                  <a:pt x="6750" y="3044"/>
                </a:lnTo>
                <a:cubicBezTo>
                  <a:pt x="6873" y="3153"/>
                  <a:pt x="7032" y="3211"/>
                  <a:pt x="7194" y="3211"/>
                </a:cubicBezTo>
                <a:cubicBezTo>
                  <a:pt x="7308" y="3211"/>
                  <a:pt x="7425" y="3181"/>
                  <a:pt x="7531" y="3119"/>
                </a:cubicBezTo>
                <a:cubicBezTo>
                  <a:pt x="7856" y="2932"/>
                  <a:pt x="7967" y="2516"/>
                  <a:pt x="7780" y="2194"/>
                </a:cubicBezTo>
                <a:cubicBezTo>
                  <a:pt x="7655" y="1975"/>
                  <a:pt x="7426" y="1853"/>
                  <a:pt x="7191" y="1853"/>
                </a:cubicBezTo>
                <a:cubicBezTo>
                  <a:pt x="7076" y="1853"/>
                  <a:pt x="6960" y="1883"/>
                  <a:pt x="6854" y="1944"/>
                </a:cubicBezTo>
                <a:cubicBezTo>
                  <a:pt x="6598" y="2093"/>
                  <a:pt x="6475" y="2385"/>
                  <a:pt x="6527" y="2658"/>
                </a:cubicBezTo>
                <a:lnTo>
                  <a:pt x="6190" y="2854"/>
                </a:lnTo>
                <a:cubicBezTo>
                  <a:pt x="5744" y="2213"/>
                  <a:pt x="5027" y="1775"/>
                  <a:pt x="4207" y="1708"/>
                </a:cubicBezTo>
                <a:lnTo>
                  <a:pt x="4207" y="1319"/>
                </a:lnTo>
                <a:cubicBezTo>
                  <a:pt x="4470" y="1225"/>
                  <a:pt x="4662" y="973"/>
                  <a:pt x="4662" y="679"/>
                </a:cubicBezTo>
                <a:cubicBezTo>
                  <a:pt x="4662" y="305"/>
                  <a:pt x="4357" y="0"/>
                  <a:pt x="3985" y="0"/>
                </a:cubicBezTo>
                <a:close/>
                <a:moveTo>
                  <a:pt x="7872" y="5319"/>
                </a:moveTo>
                <a:cubicBezTo>
                  <a:pt x="7234" y="5319"/>
                  <a:pt x="6735" y="5775"/>
                  <a:pt x="6735" y="6357"/>
                </a:cubicBezTo>
                <a:lnTo>
                  <a:pt x="6735" y="6739"/>
                </a:lnTo>
                <a:lnTo>
                  <a:pt x="6729" y="6739"/>
                </a:lnTo>
                <a:cubicBezTo>
                  <a:pt x="6610" y="6739"/>
                  <a:pt x="6514" y="6836"/>
                  <a:pt x="6514" y="6954"/>
                </a:cubicBezTo>
                <a:lnTo>
                  <a:pt x="6514" y="7980"/>
                </a:lnTo>
                <a:cubicBezTo>
                  <a:pt x="6514" y="8456"/>
                  <a:pt x="6910" y="8857"/>
                  <a:pt x="7375" y="8857"/>
                </a:cubicBezTo>
                <a:lnTo>
                  <a:pt x="8500" y="8857"/>
                </a:lnTo>
                <a:cubicBezTo>
                  <a:pt x="8953" y="8857"/>
                  <a:pt x="9308" y="8473"/>
                  <a:pt x="9308" y="7980"/>
                </a:cubicBezTo>
                <a:lnTo>
                  <a:pt x="9308" y="6954"/>
                </a:lnTo>
                <a:cubicBezTo>
                  <a:pt x="9308" y="6837"/>
                  <a:pt x="9212" y="6741"/>
                  <a:pt x="9094" y="6739"/>
                </a:cubicBezTo>
                <a:lnTo>
                  <a:pt x="9088" y="6739"/>
                </a:lnTo>
                <a:lnTo>
                  <a:pt x="9088" y="6357"/>
                </a:lnTo>
                <a:cubicBezTo>
                  <a:pt x="9088" y="5765"/>
                  <a:pt x="8621" y="5319"/>
                  <a:pt x="7998" y="5319"/>
                </a:cubicBezTo>
                <a:close/>
              </a:path>
            </a:pathLst>
          </a:custGeom>
          <a:solidFill>
            <a:srgbClr val="29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84" name="Google Shape;1384;p141"/>
          <p:cNvSpPr txBox="1"/>
          <p:nvPr/>
        </p:nvSpPr>
        <p:spPr>
          <a:xfrm>
            <a:off x="7106894" y="1937925"/>
            <a:ext cx="529200" cy="178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11567F"/>
              </a:buClr>
              <a:buSzPts val="600"/>
              <a:buFont typeface="Arial"/>
              <a:buNone/>
            </a:pPr>
            <a:r>
              <a:rPr lang="en" sz="600">
                <a:solidFill>
                  <a:srgbClr val="11567F"/>
                </a:solidFill>
              </a:rPr>
              <a:t>Public/</a:t>
            </a:r>
            <a:r>
              <a:rPr lang="en" sz="600">
                <a:solidFill>
                  <a:srgbClr val="11567F"/>
                </a:solidFill>
                <a:latin typeface="Arial"/>
                <a:ea typeface="Arial"/>
                <a:cs typeface="Arial"/>
                <a:sym typeface="Arial"/>
              </a:rPr>
              <a:t>Private Data Exchange</a:t>
            </a:r>
            <a:endParaRPr sz="1800">
              <a:solidFill>
                <a:srgbClr val="252525"/>
              </a:solidFill>
              <a:latin typeface="Arial"/>
              <a:ea typeface="Arial"/>
              <a:cs typeface="Arial"/>
              <a:sym typeface="Arial"/>
            </a:endParaRPr>
          </a:p>
        </p:txBody>
      </p:sp>
      <p:sp>
        <p:nvSpPr>
          <p:cNvPr id="1385" name="Google Shape;1385;p141"/>
          <p:cNvSpPr txBox="1"/>
          <p:nvPr/>
        </p:nvSpPr>
        <p:spPr>
          <a:xfrm>
            <a:off x="7766126" y="1625508"/>
            <a:ext cx="10011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05780"/>
              </a:buClr>
              <a:buSzPts val="600"/>
              <a:buFont typeface="Arial"/>
              <a:buNone/>
            </a:pPr>
            <a:r>
              <a:rPr lang="en" sz="600">
                <a:solidFill>
                  <a:srgbClr val="105780"/>
                </a:solidFill>
              </a:rPr>
              <a:t>Build Data Supply Chain with your Business Partners Cross-Region, Cross-Cloud</a:t>
            </a:r>
            <a:endParaRPr sz="600">
              <a:solidFill>
                <a:srgbClr val="105780"/>
              </a:solidFill>
            </a:endParaRPr>
          </a:p>
        </p:txBody>
      </p:sp>
      <p:sp>
        <p:nvSpPr>
          <p:cNvPr id="1386" name="Google Shape;1386;p141"/>
          <p:cNvSpPr/>
          <p:nvPr/>
        </p:nvSpPr>
        <p:spPr>
          <a:xfrm>
            <a:off x="7167239" y="991831"/>
            <a:ext cx="330043" cy="178157"/>
          </a:xfrm>
          <a:custGeom>
            <a:rect b="b" l="l" r="r" t="t"/>
            <a:pathLst>
              <a:path extrusionOk="0" h="4876" w="9033">
                <a:moveTo>
                  <a:pt x="4516" y="818"/>
                </a:moveTo>
                <a:cubicBezTo>
                  <a:pt x="4409" y="818"/>
                  <a:pt x="4323" y="904"/>
                  <a:pt x="4323" y="1011"/>
                </a:cubicBezTo>
                <a:lnTo>
                  <a:pt x="4323" y="1346"/>
                </a:lnTo>
                <a:cubicBezTo>
                  <a:pt x="4323" y="1453"/>
                  <a:pt x="4409" y="1539"/>
                  <a:pt x="4516" y="1539"/>
                </a:cubicBezTo>
                <a:cubicBezTo>
                  <a:pt x="4624" y="1539"/>
                  <a:pt x="4709" y="1452"/>
                  <a:pt x="4709" y="1346"/>
                </a:cubicBezTo>
                <a:lnTo>
                  <a:pt x="4709" y="1011"/>
                </a:lnTo>
                <a:cubicBezTo>
                  <a:pt x="4709" y="904"/>
                  <a:pt x="4624" y="818"/>
                  <a:pt x="4516" y="818"/>
                </a:cubicBezTo>
                <a:close/>
                <a:moveTo>
                  <a:pt x="3028" y="1141"/>
                </a:moveTo>
                <a:cubicBezTo>
                  <a:pt x="3001" y="1141"/>
                  <a:pt x="2973" y="1147"/>
                  <a:pt x="2946" y="1159"/>
                </a:cubicBezTo>
                <a:cubicBezTo>
                  <a:pt x="2850" y="1204"/>
                  <a:pt x="2808" y="1318"/>
                  <a:pt x="2853" y="1414"/>
                </a:cubicBezTo>
                <a:lnTo>
                  <a:pt x="2997" y="1719"/>
                </a:lnTo>
                <a:cubicBezTo>
                  <a:pt x="3029" y="1790"/>
                  <a:pt x="3098" y="1830"/>
                  <a:pt x="3170" y="1830"/>
                </a:cubicBezTo>
                <a:cubicBezTo>
                  <a:pt x="3199" y="1830"/>
                  <a:pt x="3227" y="1824"/>
                  <a:pt x="3252" y="1812"/>
                </a:cubicBezTo>
                <a:cubicBezTo>
                  <a:pt x="3349" y="1768"/>
                  <a:pt x="3390" y="1652"/>
                  <a:pt x="3346" y="1556"/>
                </a:cubicBezTo>
                <a:lnTo>
                  <a:pt x="3202" y="1251"/>
                </a:lnTo>
                <a:cubicBezTo>
                  <a:pt x="3169" y="1181"/>
                  <a:pt x="3100" y="1141"/>
                  <a:pt x="3028" y="1141"/>
                </a:cubicBezTo>
                <a:close/>
                <a:moveTo>
                  <a:pt x="5999" y="1165"/>
                </a:moveTo>
                <a:cubicBezTo>
                  <a:pt x="5927" y="1165"/>
                  <a:pt x="5858" y="1205"/>
                  <a:pt x="5825" y="1275"/>
                </a:cubicBezTo>
                <a:lnTo>
                  <a:pt x="5681" y="1579"/>
                </a:lnTo>
                <a:cubicBezTo>
                  <a:pt x="5637" y="1676"/>
                  <a:pt x="5678" y="1792"/>
                  <a:pt x="5775" y="1836"/>
                </a:cubicBezTo>
                <a:cubicBezTo>
                  <a:pt x="5800" y="1848"/>
                  <a:pt x="5828" y="1854"/>
                  <a:pt x="5857" y="1854"/>
                </a:cubicBezTo>
                <a:cubicBezTo>
                  <a:pt x="5929" y="1854"/>
                  <a:pt x="5998" y="1814"/>
                  <a:pt x="6030" y="1743"/>
                </a:cubicBezTo>
                <a:lnTo>
                  <a:pt x="6174" y="1438"/>
                </a:lnTo>
                <a:cubicBezTo>
                  <a:pt x="6220" y="1342"/>
                  <a:pt x="6177" y="1227"/>
                  <a:pt x="6081" y="1183"/>
                </a:cubicBezTo>
                <a:cubicBezTo>
                  <a:pt x="6054" y="1171"/>
                  <a:pt x="6026" y="1165"/>
                  <a:pt x="5999" y="1165"/>
                </a:cubicBezTo>
                <a:close/>
                <a:moveTo>
                  <a:pt x="1819" y="2066"/>
                </a:moveTo>
                <a:cubicBezTo>
                  <a:pt x="1763" y="2066"/>
                  <a:pt x="1708" y="2089"/>
                  <a:pt x="1671" y="2135"/>
                </a:cubicBezTo>
                <a:cubicBezTo>
                  <a:pt x="1604" y="2216"/>
                  <a:pt x="1616" y="2337"/>
                  <a:pt x="1697" y="2406"/>
                </a:cubicBezTo>
                <a:lnTo>
                  <a:pt x="1954" y="2622"/>
                </a:lnTo>
                <a:cubicBezTo>
                  <a:pt x="1990" y="2651"/>
                  <a:pt x="2034" y="2666"/>
                  <a:pt x="2077" y="2666"/>
                </a:cubicBezTo>
                <a:cubicBezTo>
                  <a:pt x="2132" y="2666"/>
                  <a:pt x="2189" y="2641"/>
                  <a:pt x="2226" y="2595"/>
                </a:cubicBezTo>
                <a:cubicBezTo>
                  <a:pt x="2293" y="2513"/>
                  <a:pt x="2281" y="2393"/>
                  <a:pt x="2199" y="2325"/>
                </a:cubicBezTo>
                <a:lnTo>
                  <a:pt x="1942" y="2109"/>
                </a:lnTo>
                <a:cubicBezTo>
                  <a:pt x="1906" y="2080"/>
                  <a:pt x="1862" y="2066"/>
                  <a:pt x="1819" y="2066"/>
                </a:cubicBezTo>
                <a:close/>
                <a:moveTo>
                  <a:pt x="7194" y="2107"/>
                </a:moveTo>
                <a:cubicBezTo>
                  <a:pt x="7151" y="2107"/>
                  <a:pt x="7108" y="2121"/>
                  <a:pt x="7073" y="2151"/>
                </a:cubicBezTo>
                <a:lnTo>
                  <a:pt x="6814" y="2365"/>
                </a:lnTo>
                <a:cubicBezTo>
                  <a:pt x="6733" y="2432"/>
                  <a:pt x="6719" y="2555"/>
                  <a:pt x="6788" y="2637"/>
                </a:cubicBezTo>
                <a:cubicBezTo>
                  <a:pt x="6828" y="2683"/>
                  <a:pt x="6881" y="2706"/>
                  <a:pt x="6936" y="2706"/>
                </a:cubicBezTo>
                <a:cubicBezTo>
                  <a:pt x="6979" y="2706"/>
                  <a:pt x="7024" y="2692"/>
                  <a:pt x="7059" y="2662"/>
                </a:cubicBezTo>
                <a:lnTo>
                  <a:pt x="7318" y="2448"/>
                </a:lnTo>
                <a:cubicBezTo>
                  <a:pt x="7399" y="2381"/>
                  <a:pt x="7411" y="2259"/>
                  <a:pt x="7343" y="2178"/>
                </a:cubicBezTo>
                <a:cubicBezTo>
                  <a:pt x="7305" y="2131"/>
                  <a:pt x="7250" y="2107"/>
                  <a:pt x="7194" y="2107"/>
                </a:cubicBezTo>
                <a:close/>
                <a:moveTo>
                  <a:pt x="1116" y="3420"/>
                </a:moveTo>
                <a:cubicBezTo>
                  <a:pt x="1031" y="3420"/>
                  <a:pt x="954" y="3479"/>
                  <a:pt x="933" y="3565"/>
                </a:cubicBezTo>
                <a:cubicBezTo>
                  <a:pt x="904" y="3666"/>
                  <a:pt x="967" y="3773"/>
                  <a:pt x="1069" y="3798"/>
                </a:cubicBezTo>
                <a:lnTo>
                  <a:pt x="1394" y="3881"/>
                </a:lnTo>
                <a:cubicBezTo>
                  <a:pt x="1411" y="3885"/>
                  <a:pt x="1426" y="3887"/>
                  <a:pt x="1442" y="3887"/>
                </a:cubicBezTo>
                <a:cubicBezTo>
                  <a:pt x="1528" y="3887"/>
                  <a:pt x="1605" y="3829"/>
                  <a:pt x="1627" y="3743"/>
                </a:cubicBezTo>
                <a:cubicBezTo>
                  <a:pt x="1656" y="3639"/>
                  <a:pt x="1593" y="3535"/>
                  <a:pt x="1491" y="3510"/>
                </a:cubicBezTo>
                <a:lnTo>
                  <a:pt x="1166" y="3427"/>
                </a:lnTo>
                <a:cubicBezTo>
                  <a:pt x="1149" y="3422"/>
                  <a:pt x="1133" y="3420"/>
                  <a:pt x="1116" y="3420"/>
                </a:cubicBezTo>
                <a:close/>
                <a:moveTo>
                  <a:pt x="7875" y="3471"/>
                </a:moveTo>
                <a:cubicBezTo>
                  <a:pt x="7859" y="3471"/>
                  <a:pt x="7843" y="3473"/>
                  <a:pt x="7827" y="3477"/>
                </a:cubicBezTo>
                <a:lnTo>
                  <a:pt x="7503" y="3560"/>
                </a:lnTo>
                <a:cubicBezTo>
                  <a:pt x="7401" y="3587"/>
                  <a:pt x="7337" y="3691"/>
                  <a:pt x="7365" y="3792"/>
                </a:cubicBezTo>
                <a:cubicBezTo>
                  <a:pt x="7388" y="3880"/>
                  <a:pt x="7466" y="3937"/>
                  <a:pt x="7551" y="3937"/>
                </a:cubicBezTo>
                <a:cubicBezTo>
                  <a:pt x="7567" y="3937"/>
                  <a:pt x="7582" y="3936"/>
                  <a:pt x="7600" y="3931"/>
                </a:cubicBezTo>
                <a:lnTo>
                  <a:pt x="7924" y="3848"/>
                </a:lnTo>
                <a:cubicBezTo>
                  <a:pt x="8026" y="3822"/>
                  <a:pt x="8087" y="3716"/>
                  <a:pt x="8062" y="3614"/>
                </a:cubicBezTo>
                <a:cubicBezTo>
                  <a:pt x="8039" y="3529"/>
                  <a:pt x="7961" y="3471"/>
                  <a:pt x="7875" y="3471"/>
                </a:cubicBezTo>
                <a:close/>
                <a:moveTo>
                  <a:pt x="4516" y="3492"/>
                </a:moveTo>
                <a:cubicBezTo>
                  <a:pt x="4946" y="3492"/>
                  <a:pt x="5310" y="3770"/>
                  <a:pt x="5448" y="4154"/>
                </a:cubicBezTo>
                <a:lnTo>
                  <a:pt x="3586" y="4154"/>
                </a:lnTo>
                <a:cubicBezTo>
                  <a:pt x="3721" y="3770"/>
                  <a:pt x="4085" y="3492"/>
                  <a:pt x="4516" y="3492"/>
                </a:cubicBezTo>
                <a:close/>
                <a:moveTo>
                  <a:pt x="4519" y="724"/>
                </a:moveTo>
                <a:cubicBezTo>
                  <a:pt x="6489" y="724"/>
                  <a:pt x="8112" y="2231"/>
                  <a:pt x="8293" y="4154"/>
                </a:cubicBezTo>
                <a:lnTo>
                  <a:pt x="5919" y="4154"/>
                </a:lnTo>
                <a:cubicBezTo>
                  <a:pt x="5886" y="4010"/>
                  <a:pt x="5828" y="3874"/>
                  <a:pt x="5754" y="3750"/>
                </a:cubicBezTo>
                <a:lnTo>
                  <a:pt x="6557" y="3107"/>
                </a:lnTo>
                <a:cubicBezTo>
                  <a:pt x="6655" y="3030"/>
                  <a:pt x="6672" y="2886"/>
                  <a:pt x="6593" y="2790"/>
                </a:cubicBezTo>
                <a:cubicBezTo>
                  <a:pt x="6548" y="2734"/>
                  <a:pt x="6482" y="2705"/>
                  <a:pt x="6415" y="2705"/>
                </a:cubicBezTo>
                <a:cubicBezTo>
                  <a:pt x="6366" y="2705"/>
                  <a:pt x="6316" y="2721"/>
                  <a:pt x="6275" y="2754"/>
                </a:cubicBezTo>
                <a:lnTo>
                  <a:pt x="5465" y="3403"/>
                </a:lnTo>
                <a:cubicBezTo>
                  <a:pt x="5211" y="3180"/>
                  <a:pt x="4881" y="3041"/>
                  <a:pt x="4517" y="3041"/>
                </a:cubicBezTo>
                <a:cubicBezTo>
                  <a:pt x="3834" y="3041"/>
                  <a:pt x="3265" y="3517"/>
                  <a:pt x="3117" y="4156"/>
                </a:cubicBezTo>
                <a:lnTo>
                  <a:pt x="741" y="4156"/>
                </a:lnTo>
                <a:cubicBezTo>
                  <a:pt x="922" y="2233"/>
                  <a:pt x="2547" y="724"/>
                  <a:pt x="4519" y="724"/>
                </a:cubicBezTo>
                <a:close/>
                <a:moveTo>
                  <a:pt x="4516" y="1"/>
                </a:moveTo>
                <a:cubicBezTo>
                  <a:pt x="2027" y="1"/>
                  <a:pt x="0" y="2025"/>
                  <a:pt x="0" y="4517"/>
                </a:cubicBezTo>
                <a:cubicBezTo>
                  <a:pt x="0" y="4716"/>
                  <a:pt x="162" y="4876"/>
                  <a:pt x="359" y="4876"/>
                </a:cubicBezTo>
                <a:lnTo>
                  <a:pt x="8669" y="4876"/>
                </a:lnTo>
                <a:cubicBezTo>
                  <a:pt x="8867" y="4876"/>
                  <a:pt x="9028" y="4716"/>
                  <a:pt x="9028" y="4517"/>
                </a:cubicBezTo>
                <a:cubicBezTo>
                  <a:pt x="9033" y="2025"/>
                  <a:pt x="7007" y="1"/>
                  <a:pt x="451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1387" name="Google Shape;1387;p141"/>
          <p:cNvSpPr txBox="1"/>
          <p:nvPr/>
        </p:nvSpPr>
        <p:spPr>
          <a:xfrm>
            <a:off x="6838226" y="3835374"/>
            <a:ext cx="4674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rPr>
              <a:t>S</a:t>
            </a:r>
            <a:r>
              <a:rPr lang="en" sz="600">
                <a:solidFill>
                  <a:srgbClr val="105780"/>
                </a:solidFill>
                <a:latin typeface="Arial"/>
                <a:ea typeface="Arial"/>
                <a:cs typeface="Arial"/>
                <a:sym typeface="Arial"/>
              </a:rPr>
              <a:t>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1388" name="Google Shape;1388;p141"/>
          <p:cNvSpPr txBox="1"/>
          <p:nvPr/>
        </p:nvSpPr>
        <p:spPr>
          <a:xfrm>
            <a:off x="7471529" y="3835374"/>
            <a:ext cx="616200" cy="1662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Semi-Structured </a:t>
            </a:r>
            <a:br>
              <a:rPr lang="en" sz="600">
                <a:solidFill>
                  <a:srgbClr val="105780"/>
                </a:solidFill>
                <a:latin typeface="Arial"/>
                <a:ea typeface="Arial"/>
                <a:cs typeface="Arial"/>
                <a:sym typeface="Arial"/>
              </a:rPr>
            </a:br>
            <a:r>
              <a:rPr lang="en" sz="600">
                <a:solidFill>
                  <a:srgbClr val="105780"/>
                </a:solidFill>
                <a:latin typeface="Arial"/>
                <a:ea typeface="Arial"/>
                <a:cs typeface="Arial"/>
                <a:sym typeface="Arial"/>
              </a:rPr>
              <a:t>Data</a:t>
            </a:r>
            <a:endParaRPr/>
          </a:p>
        </p:txBody>
      </p:sp>
      <p:sp>
        <p:nvSpPr>
          <p:cNvPr id="1389" name="Google Shape;1389;p141"/>
          <p:cNvSpPr txBox="1"/>
          <p:nvPr/>
        </p:nvSpPr>
        <p:spPr>
          <a:xfrm>
            <a:off x="8142525" y="3817440"/>
            <a:ext cx="536100" cy="2493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rgbClr val="105780"/>
              </a:buClr>
              <a:buSzPts val="600"/>
              <a:buFont typeface="Arial"/>
              <a:buNone/>
            </a:pPr>
            <a:r>
              <a:rPr lang="en" sz="600">
                <a:solidFill>
                  <a:srgbClr val="105780"/>
                </a:solidFill>
              </a:rPr>
              <a:t>Unstructured </a:t>
            </a:r>
            <a:br>
              <a:rPr lang="en" sz="600">
                <a:solidFill>
                  <a:srgbClr val="105780"/>
                </a:solidFill>
              </a:rPr>
            </a:br>
            <a:r>
              <a:rPr lang="en" sz="600">
                <a:solidFill>
                  <a:srgbClr val="105780"/>
                </a:solidFill>
              </a:rPr>
              <a:t>Data</a:t>
            </a:r>
            <a:endParaRPr/>
          </a:p>
          <a:p>
            <a:pPr indent="0" lvl="0" marL="0" marR="0" rtl="0" algn="l">
              <a:lnSpc>
                <a:spcPct val="90000"/>
              </a:lnSpc>
              <a:spcBef>
                <a:spcPts val="0"/>
              </a:spcBef>
              <a:spcAft>
                <a:spcPts val="0"/>
              </a:spcAft>
              <a:buClr>
                <a:srgbClr val="105780"/>
              </a:buClr>
              <a:buSzPts val="600"/>
              <a:buFont typeface="Arial"/>
              <a:buNone/>
            </a:pPr>
            <a:r>
              <a:t/>
            </a:r>
            <a:endParaRPr sz="600">
              <a:solidFill>
                <a:srgbClr val="105780"/>
              </a:solidFill>
            </a:endParaRPr>
          </a:p>
        </p:txBody>
      </p:sp>
      <p:sp>
        <p:nvSpPr>
          <p:cNvPr id="1390" name="Google Shape;1390;p141"/>
          <p:cNvSpPr/>
          <p:nvPr/>
        </p:nvSpPr>
        <p:spPr>
          <a:xfrm>
            <a:off x="6976600" y="3592038"/>
            <a:ext cx="190652" cy="198027"/>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pic>
        <p:nvPicPr>
          <p:cNvPr descr="Image" id="1391" name="Google Shape;1391;p141"/>
          <p:cNvPicPr preferRelativeResize="0"/>
          <p:nvPr/>
        </p:nvPicPr>
        <p:blipFill rotWithShape="1">
          <a:blip r:embed="rId4">
            <a:alphaModFix/>
          </a:blip>
          <a:srcRect b="0" l="0" r="0" t="0"/>
          <a:stretch/>
        </p:blipFill>
        <p:spPr>
          <a:xfrm>
            <a:off x="8315256" y="3591975"/>
            <a:ext cx="190612" cy="198150"/>
          </a:xfrm>
          <a:prstGeom prst="rect">
            <a:avLst/>
          </a:prstGeom>
          <a:noFill/>
          <a:ln>
            <a:noFill/>
          </a:ln>
        </p:spPr>
      </p:pic>
      <p:sp>
        <p:nvSpPr>
          <p:cNvPr id="1392" name="Google Shape;1392;p141"/>
          <p:cNvSpPr/>
          <p:nvPr/>
        </p:nvSpPr>
        <p:spPr>
          <a:xfrm>
            <a:off x="7645928" y="3591976"/>
            <a:ext cx="190652" cy="198027"/>
          </a:xfrm>
          <a:custGeom>
            <a:rect b="b" l="l" r="r" t="t"/>
            <a:pathLst>
              <a:path extrusionOk="0" h="295563" w="256770">
                <a:moveTo>
                  <a:pt x="0" y="239314"/>
                </a:moveTo>
                <a:cubicBezTo>
                  <a:pt x="0" y="276260"/>
                  <a:pt x="64655" y="295564"/>
                  <a:pt x="128385" y="295564"/>
                </a:cubicBezTo>
                <a:cubicBezTo>
                  <a:pt x="192116" y="295564"/>
                  <a:pt x="256771" y="276260"/>
                  <a:pt x="256771" y="239314"/>
                </a:cubicBezTo>
                <a:lnTo>
                  <a:pt x="256771" y="56249"/>
                </a:lnTo>
                <a:cubicBezTo>
                  <a:pt x="256771" y="19304"/>
                  <a:pt x="192116" y="0"/>
                  <a:pt x="128385" y="0"/>
                </a:cubicBezTo>
                <a:cubicBezTo>
                  <a:pt x="64655" y="0"/>
                  <a:pt x="0" y="19304"/>
                  <a:pt x="0" y="56249"/>
                </a:cubicBezTo>
                <a:close/>
                <a:moveTo>
                  <a:pt x="83127" y="229431"/>
                </a:moveTo>
                <a:cubicBezTo>
                  <a:pt x="72160" y="227651"/>
                  <a:pt x="61373" y="224900"/>
                  <a:pt x="50892" y="221211"/>
                </a:cubicBezTo>
                <a:lnTo>
                  <a:pt x="50892" y="188145"/>
                </a:lnTo>
                <a:cubicBezTo>
                  <a:pt x="61405" y="191658"/>
                  <a:pt x="72186" y="194315"/>
                  <a:pt x="83127" y="196088"/>
                </a:cubicBezTo>
                <a:close/>
                <a:moveTo>
                  <a:pt x="83127" y="186759"/>
                </a:moveTo>
                <a:cubicBezTo>
                  <a:pt x="72172" y="184967"/>
                  <a:pt x="61388" y="182247"/>
                  <a:pt x="50892" y="178631"/>
                </a:cubicBezTo>
                <a:lnTo>
                  <a:pt x="50892" y="146212"/>
                </a:lnTo>
                <a:cubicBezTo>
                  <a:pt x="61415" y="149605"/>
                  <a:pt x="72195" y="152138"/>
                  <a:pt x="83127" y="153785"/>
                </a:cubicBezTo>
                <a:close/>
                <a:moveTo>
                  <a:pt x="83127" y="144641"/>
                </a:moveTo>
                <a:cubicBezTo>
                  <a:pt x="72174" y="142881"/>
                  <a:pt x="61390" y="140192"/>
                  <a:pt x="50892" y="136606"/>
                </a:cubicBezTo>
                <a:lnTo>
                  <a:pt x="50892" y="102616"/>
                </a:lnTo>
                <a:cubicBezTo>
                  <a:pt x="61365" y="106396"/>
                  <a:pt x="72153" y="109238"/>
                  <a:pt x="83127" y="111113"/>
                </a:cubicBezTo>
                <a:close/>
                <a:moveTo>
                  <a:pt x="124229" y="190823"/>
                </a:moveTo>
                <a:cubicBezTo>
                  <a:pt x="113449" y="190655"/>
                  <a:pt x="102688" y="189884"/>
                  <a:pt x="91994" y="188514"/>
                </a:cubicBezTo>
                <a:lnTo>
                  <a:pt x="91994" y="155079"/>
                </a:lnTo>
                <a:cubicBezTo>
                  <a:pt x="102692" y="156384"/>
                  <a:pt x="113453" y="157093"/>
                  <a:pt x="124229" y="157203"/>
                </a:cubicBezTo>
                <a:close/>
                <a:moveTo>
                  <a:pt x="165331" y="231186"/>
                </a:moveTo>
                <a:cubicBezTo>
                  <a:pt x="154640" y="232571"/>
                  <a:pt x="143876" y="233311"/>
                  <a:pt x="133096" y="233403"/>
                </a:cubicBezTo>
                <a:lnTo>
                  <a:pt x="133096" y="199505"/>
                </a:lnTo>
                <a:cubicBezTo>
                  <a:pt x="143876" y="199410"/>
                  <a:pt x="154640" y="198670"/>
                  <a:pt x="165331" y="197289"/>
                </a:cubicBezTo>
                <a:close/>
                <a:moveTo>
                  <a:pt x="206433" y="261481"/>
                </a:moveTo>
                <a:cubicBezTo>
                  <a:pt x="195962" y="265205"/>
                  <a:pt x="185172" y="267956"/>
                  <a:pt x="174198" y="269702"/>
                </a:cubicBezTo>
                <a:lnTo>
                  <a:pt x="174198" y="238668"/>
                </a:lnTo>
                <a:cubicBezTo>
                  <a:pt x="185126" y="236913"/>
                  <a:pt x="195903" y="234319"/>
                  <a:pt x="206433" y="230909"/>
                </a:cubicBezTo>
                <a:close/>
                <a:moveTo>
                  <a:pt x="206433" y="179001"/>
                </a:moveTo>
                <a:cubicBezTo>
                  <a:pt x="195937" y="182617"/>
                  <a:pt x="185153" y="185336"/>
                  <a:pt x="174198" y="187129"/>
                </a:cubicBezTo>
                <a:lnTo>
                  <a:pt x="174198" y="153785"/>
                </a:lnTo>
                <a:cubicBezTo>
                  <a:pt x="185128" y="152128"/>
                  <a:pt x="195908" y="149595"/>
                  <a:pt x="206433" y="146212"/>
                </a:cubicBezTo>
                <a:close/>
                <a:moveTo>
                  <a:pt x="206433" y="136975"/>
                </a:moveTo>
                <a:cubicBezTo>
                  <a:pt x="195935" y="140562"/>
                  <a:pt x="185151" y="143250"/>
                  <a:pt x="174198" y="145011"/>
                </a:cubicBezTo>
                <a:lnTo>
                  <a:pt x="174198" y="111113"/>
                </a:lnTo>
                <a:cubicBezTo>
                  <a:pt x="185172" y="109238"/>
                  <a:pt x="195960" y="106396"/>
                  <a:pt x="206433" y="102616"/>
                </a:cubicBezTo>
                <a:close/>
                <a:moveTo>
                  <a:pt x="234142" y="239684"/>
                </a:moveTo>
                <a:cubicBezTo>
                  <a:pt x="234142" y="245225"/>
                  <a:pt x="227307" y="251876"/>
                  <a:pt x="214838" y="257695"/>
                </a:cubicBezTo>
                <a:lnTo>
                  <a:pt x="214838" y="227492"/>
                </a:lnTo>
                <a:cubicBezTo>
                  <a:pt x="221836" y="224851"/>
                  <a:pt x="228476" y="221345"/>
                  <a:pt x="234604" y="217055"/>
                </a:cubicBezTo>
                <a:close/>
                <a:moveTo>
                  <a:pt x="234142" y="121551"/>
                </a:moveTo>
                <a:cubicBezTo>
                  <a:pt x="228425" y="126607"/>
                  <a:pt x="221900" y="130666"/>
                  <a:pt x="214838" y="133558"/>
                </a:cubicBezTo>
                <a:lnTo>
                  <a:pt x="214838" y="99106"/>
                </a:lnTo>
                <a:lnTo>
                  <a:pt x="219456" y="96797"/>
                </a:lnTo>
                <a:cubicBezTo>
                  <a:pt x="224556" y="94764"/>
                  <a:pt x="229470" y="92292"/>
                  <a:pt x="234142" y="89408"/>
                </a:cubicBezTo>
                <a:close/>
                <a:moveTo>
                  <a:pt x="128385" y="22537"/>
                </a:moveTo>
                <a:cubicBezTo>
                  <a:pt x="193040" y="22537"/>
                  <a:pt x="234604" y="42487"/>
                  <a:pt x="234604" y="56249"/>
                </a:cubicBezTo>
                <a:cubicBezTo>
                  <a:pt x="234604" y="70012"/>
                  <a:pt x="193040" y="89962"/>
                  <a:pt x="128385" y="89962"/>
                </a:cubicBezTo>
                <a:cubicBezTo>
                  <a:pt x="63731" y="89962"/>
                  <a:pt x="22167" y="70012"/>
                  <a:pt x="22167" y="56249"/>
                </a:cubicBezTo>
                <a:cubicBezTo>
                  <a:pt x="22167" y="42487"/>
                  <a:pt x="63731" y="22537"/>
                  <a:pt x="128385" y="22537"/>
                </a:cubicBezTo>
                <a:close/>
                <a:moveTo>
                  <a:pt x="22167" y="89408"/>
                </a:moveTo>
                <a:cubicBezTo>
                  <a:pt x="26817" y="92274"/>
                  <a:pt x="31699" y="94746"/>
                  <a:pt x="36761" y="96797"/>
                </a:cubicBezTo>
                <a:lnTo>
                  <a:pt x="41471" y="99106"/>
                </a:lnTo>
                <a:lnTo>
                  <a:pt x="41471" y="133188"/>
                </a:lnTo>
                <a:cubicBezTo>
                  <a:pt x="34432" y="130291"/>
                  <a:pt x="27912" y="126267"/>
                  <a:pt x="22167" y="121273"/>
                </a:cubicBezTo>
                <a:close/>
                <a:moveTo>
                  <a:pt x="22167" y="174475"/>
                </a:moveTo>
                <a:cubicBezTo>
                  <a:pt x="28183" y="178678"/>
                  <a:pt x="34660" y="182181"/>
                  <a:pt x="41471" y="184912"/>
                </a:cubicBezTo>
                <a:lnTo>
                  <a:pt x="41471" y="217701"/>
                </a:lnTo>
                <a:cubicBezTo>
                  <a:pt x="34421" y="214746"/>
                  <a:pt x="27900" y="210659"/>
                  <a:pt x="22167" y="205601"/>
                </a:cubicBezTo>
                <a:close/>
                <a:moveTo>
                  <a:pt x="22167" y="217055"/>
                </a:moveTo>
                <a:cubicBezTo>
                  <a:pt x="28161" y="221293"/>
                  <a:pt x="34642" y="224796"/>
                  <a:pt x="41471" y="227492"/>
                </a:cubicBezTo>
                <a:lnTo>
                  <a:pt x="41471" y="257325"/>
                </a:lnTo>
                <a:cubicBezTo>
                  <a:pt x="29372" y="251506"/>
                  <a:pt x="22167" y="244764"/>
                  <a:pt x="22167" y="23931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rgbClr val="262626"/>
              </a:solidFill>
              <a:latin typeface="Arial"/>
              <a:ea typeface="Arial"/>
              <a:cs typeface="Arial"/>
              <a:sym typeface="Arial"/>
            </a:endParaRPr>
          </a:p>
        </p:txBody>
      </p:sp>
      <p:sp>
        <p:nvSpPr>
          <p:cNvPr id="1393" name="Google Shape;1393;p141"/>
          <p:cNvSpPr/>
          <p:nvPr/>
        </p:nvSpPr>
        <p:spPr>
          <a:xfrm>
            <a:off x="194275" y="728575"/>
            <a:ext cx="3190200" cy="1326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Supported Source Systems for BDC as ELT</a:t>
            </a:r>
            <a:endParaRPr b="1" sz="800">
              <a:solidFill>
                <a:schemeClr val="dk1"/>
              </a:solidFill>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lang="en" sz="800">
                <a:solidFill>
                  <a:schemeClr val="dk1"/>
                </a:solidFill>
              </a:rPr>
              <a:t>ECC</a:t>
            </a:r>
            <a:endParaRPr sz="800">
              <a:solidFill>
                <a:schemeClr val="dk1"/>
              </a:solidFill>
            </a:endParaRPr>
          </a:p>
          <a:p>
            <a:pPr indent="0" lvl="0" marL="0" rtl="0" algn="l">
              <a:spcBef>
                <a:spcPts val="0"/>
              </a:spcBef>
              <a:spcAft>
                <a:spcPts val="0"/>
              </a:spcAft>
              <a:buNone/>
            </a:pPr>
            <a:r>
              <a:rPr lang="en" sz="800">
                <a:solidFill>
                  <a:schemeClr val="dk1"/>
                </a:solidFill>
              </a:rPr>
              <a:t>S/4 Hana on-premise</a:t>
            </a:r>
            <a:endParaRPr sz="800">
              <a:solidFill>
                <a:schemeClr val="dk1"/>
              </a:solidFill>
            </a:endParaRPr>
          </a:p>
          <a:p>
            <a:pPr indent="0" lvl="0" marL="0" rtl="0" algn="l">
              <a:spcBef>
                <a:spcPts val="0"/>
              </a:spcBef>
              <a:spcAft>
                <a:spcPts val="0"/>
              </a:spcAft>
              <a:buNone/>
            </a:pPr>
            <a:r>
              <a:rPr lang="en" sz="800">
                <a:solidFill>
                  <a:schemeClr val="dk1"/>
                </a:solidFill>
              </a:rPr>
              <a:t>S/4 Hana Private Cloud Edition</a:t>
            </a:r>
            <a:endParaRPr sz="800">
              <a:solidFill>
                <a:schemeClr val="dk1"/>
              </a:solidFill>
            </a:endParaRPr>
          </a:p>
          <a:p>
            <a:pPr indent="0" lvl="0" marL="0" rtl="0" algn="l">
              <a:spcBef>
                <a:spcPts val="0"/>
              </a:spcBef>
              <a:spcAft>
                <a:spcPts val="0"/>
              </a:spcAft>
              <a:buNone/>
            </a:pPr>
            <a:r>
              <a:rPr lang="en" sz="800">
                <a:solidFill>
                  <a:schemeClr val="dk1"/>
                </a:solidFill>
              </a:rPr>
              <a:t>S/4 Hana Public Cloud Edition</a:t>
            </a:r>
            <a:endParaRPr sz="800">
              <a:solidFill>
                <a:schemeClr val="dk1"/>
              </a:solidFill>
            </a:endParaRPr>
          </a:p>
          <a:p>
            <a:pPr indent="0" lvl="0" marL="0" rtl="0" algn="l">
              <a:spcBef>
                <a:spcPts val="0"/>
              </a:spcBef>
              <a:spcAft>
                <a:spcPts val="0"/>
              </a:spcAft>
              <a:buNone/>
            </a:pPr>
            <a:r>
              <a:rPr lang="en" sz="800">
                <a:solidFill>
                  <a:schemeClr val="dk1"/>
                </a:solidFill>
              </a:rPr>
              <a:t>SuccessFactors</a:t>
            </a:r>
            <a:endParaRPr sz="800">
              <a:solidFill>
                <a:schemeClr val="dk1"/>
              </a:solidFill>
            </a:endParaRPr>
          </a:p>
          <a:p>
            <a:pPr indent="0" lvl="0" marL="0" rtl="0" algn="l">
              <a:spcBef>
                <a:spcPts val="0"/>
              </a:spcBef>
              <a:spcAft>
                <a:spcPts val="0"/>
              </a:spcAft>
              <a:buNone/>
            </a:pPr>
            <a:r>
              <a:rPr lang="en" sz="800">
                <a:solidFill>
                  <a:schemeClr val="dk1"/>
                </a:solidFill>
              </a:rPr>
              <a:t>Ariba</a:t>
            </a:r>
            <a:endParaRPr sz="800">
              <a:solidFill>
                <a:schemeClr val="dk1"/>
              </a:solidFill>
            </a:endParaRPr>
          </a:p>
        </p:txBody>
      </p:sp>
      <p:sp>
        <p:nvSpPr>
          <p:cNvPr id="1394" name="Google Shape;1394;p141"/>
          <p:cNvSpPr txBox="1"/>
          <p:nvPr/>
        </p:nvSpPr>
        <p:spPr>
          <a:xfrm>
            <a:off x="52050" y="2132850"/>
            <a:ext cx="65328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Use BDC as ELT to Snowflake when you don’t have S/4HANA Private or Public Edition, or BDC Data Products (DPs) don’t correspond to your business. Cut over to </a:t>
            </a:r>
            <a:endParaRPr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1. Create SAP Datasphere (DSP) Replication Flows from ERP through Datasphere to</a:t>
            </a:r>
            <a:endParaRPr sz="400"/>
          </a:p>
          <a:p>
            <a:pPr indent="0" lvl="0" marL="0" rtl="0" algn="l">
              <a:spcBef>
                <a:spcPts val="0"/>
              </a:spcBef>
              <a:spcAft>
                <a:spcPts val="0"/>
              </a:spcAft>
              <a:buNone/>
            </a:pPr>
            <a:r>
              <a:rPr lang="en" sz="1000"/>
              <a:t>2. S3, ADSLGen2, or GCP Cloud Storage or Streaming</a:t>
            </a:r>
            <a:endParaRPr sz="400"/>
          </a:p>
          <a:p>
            <a:pPr indent="0" lvl="0" marL="0" rtl="0" algn="l">
              <a:spcBef>
                <a:spcPts val="0"/>
              </a:spcBef>
              <a:spcAft>
                <a:spcPts val="0"/>
              </a:spcAft>
              <a:buNone/>
            </a:pPr>
            <a:r>
              <a:t/>
            </a:r>
            <a:endParaRPr sz="400"/>
          </a:p>
          <a:p>
            <a:pPr indent="0" lvl="0" marL="0" rtl="0" algn="l">
              <a:spcBef>
                <a:spcPts val="0"/>
              </a:spcBef>
              <a:spcAft>
                <a:spcPts val="0"/>
              </a:spcAft>
              <a:buNone/>
            </a:pPr>
            <a:r>
              <a:rPr lang="en" sz="1000"/>
              <a:t>3. Storage integration and Snowpipe are Used, or Kafka is streamed,  and data is persisted in Snowflake native Table format (FDN) or Apache Iceberg.</a:t>
            </a:r>
            <a:endParaRPr sz="1000"/>
          </a:p>
        </p:txBody>
      </p:sp>
      <p:sp>
        <p:nvSpPr>
          <p:cNvPr id="1395" name="Google Shape;1395;p141"/>
          <p:cNvSpPr txBox="1"/>
          <p:nvPr/>
        </p:nvSpPr>
        <p:spPr>
          <a:xfrm>
            <a:off x="52025" y="3348750"/>
            <a:ext cx="30000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t>Benefits</a:t>
            </a:r>
            <a:endParaRPr b="1" sz="900"/>
          </a:p>
          <a:p>
            <a:pPr indent="0" lvl="0" marL="0" rtl="0" algn="l">
              <a:spcBef>
                <a:spcPts val="0"/>
              </a:spcBef>
              <a:spcAft>
                <a:spcPts val="0"/>
              </a:spcAft>
              <a:buNone/>
            </a:pPr>
            <a:r>
              <a:rPr lang="en" sz="900"/>
              <a:t>Single Source of Truth, Single data modeling environment (Snowflake), reduced size of Datasphere as it is not persisting data, SAP-native so no long haggling with SAP. Snowflake Datastream extremely cost-effective. Get started today to mix SAP and non-SAP. As BDC data products become available, easy to cut-over to zero-copy</a:t>
            </a:r>
            <a:endParaRPr/>
          </a:p>
        </p:txBody>
      </p:sp>
      <p:sp>
        <p:nvSpPr>
          <p:cNvPr id="1396" name="Google Shape;1396;p141"/>
          <p:cNvSpPr txBox="1"/>
          <p:nvPr/>
        </p:nvSpPr>
        <p:spPr>
          <a:xfrm>
            <a:off x="3445125" y="3348750"/>
            <a:ext cx="30000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t>Challenges</a:t>
            </a:r>
            <a:endParaRPr b="1" sz="900"/>
          </a:p>
          <a:p>
            <a:pPr indent="0" lvl="0" marL="0" rtl="0" algn="l">
              <a:spcBef>
                <a:spcPts val="0"/>
              </a:spcBef>
              <a:spcAft>
                <a:spcPts val="0"/>
              </a:spcAft>
              <a:buNone/>
            </a:pPr>
            <a:r>
              <a:rPr lang="en" sz="900"/>
              <a:t>Build your own data products, SAP premium outbound costs can be prohibitive, Datasphere overhead. Sourcing semantic information not automatic.</a:t>
            </a:r>
            <a:endParaRPr sz="900"/>
          </a:p>
          <a:p>
            <a:pPr indent="0" lvl="0" marL="0" rtl="0" algn="l">
              <a:spcBef>
                <a:spcPts val="0"/>
              </a:spcBef>
              <a:spcAft>
                <a:spcPts val="0"/>
              </a:spcAft>
              <a:buNone/>
            </a:pPr>
            <a:r>
              <a:t/>
            </a:r>
            <a:endParaRPr b="1" sz="900"/>
          </a:p>
          <a:p>
            <a:pPr indent="0" lvl="0" marL="0" rtl="0" algn="ctr">
              <a:spcBef>
                <a:spcPts val="0"/>
              </a:spcBef>
              <a:spcAft>
                <a:spcPts val="0"/>
              </a:spcAft>
              <a:buNone/>
            </a:pPr>
            <a:r>
              <a:rPr b="1" lang="en" sz="900"/>
              <a:t>Pro-Hint</a:t>
            </a:r>
            <a:endParaRPr b="1" sz="900"/>
          </a:p>
          <a:p>
            <a:pPr indent="0" lvl="0" marL="0" rtl="0" algn="ctr">
              <a:spcBef>
                <a:spcPts val="0"/>
              </a:spcBef>
              <a:spcAft>
                <a:spcPts val="0"/>
              </a:spcAft>
              <a:buNone/>
            </a:pPr>
            <a:r>
              <a:rPr lang="en" sz="900"/>
              <a:t>Work with ORD-CSN definitions to build your SAP data products to make later cutover easier.</a:t>
            </a:r>
            <a:endParaRPr sz="900"/>
          </a:p>
        </p:txBody>
      </p:sp>
      <p:sp>
        <p:nvSpPr>
          <p:cNvPr id="1397" name="Google Shape;1397;p141"/>
          <p:cNvSpPr/>
          <p:nvPr/>
        </p:nvSpPr>
        <p:spPr>
          <a:xfrm>
            <a:off x="3320664" y="1284326"/>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398" name="Google Shape;1398;p141"/>
          <p:cNvSpPr/>
          <p:nvPr/>
        </p:nvSpPr>
        <p:spPr>
          <a:xfrm>
            <a:off x="5194402" y="1240263"/>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399" name="Google Shape;1399;p141"/>
          <p:cNvSpPr/>
          <p:nvPr/>
        </p:nvSpPr>
        <p:spPr>
          <a:xfrm>
            <a:off x="6545190" y="1240263"/>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3</a:t>
            </a:r>
            <a:endParaRPr sz="10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142"/>
          <p:cNvSpPr txBox="1"/>
          <p:nvPr>
            <p:ph type="title"/>
          </p:nvPr>
        </p:nvSpPr>
        <p:spPr>
          <a:xfrm>
            <a:off x="311700" y="166148"/>
            <a:ext cx="85206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SAP </a:t>
            </a:r>
            <a:r>
              <a:rPr lang="en" sz="2200"/>
              <a:t>BDC </a:t>
            </a:r>
            <a:r>
              <a:rPr lang="en" sz="2200"/>
              <a:t>Copy</a:t>
            </a:r>
            <a:r>
              <a:rPr lang="en" sz="2200"/>
              <a:t> To Bucket Replication</a:t>
            </a:r>
            <a:endParaRPr sz="2200"/>
          </a:p>
          <a:p>
            <a:pPr indent="0" lvl="0" marL="0" rtl="0" algn="l">
              <a:spcBef>
                <a:spcPts val="0"/>
              </a:spcBef>
              <a:spcAft>
                <a:spcPts val="0"/>
              </a:spcAft>
              <a:buNone/>
            </a:pPr>
            <a:r>
              <a:rPr b="0" lang="en" sz="1800"/>
              <a:t>Datasphere Premium Outbound to Bucket, COPY INTO Snowflake</a:t>
            </a:r>
            <a:endParaRPr b="0" sz="1800"/>
          </a:p>
        </p:txBody>
      </p:sp>
      <p:sp>
        <p:nvSpPr>
          <p:cNvPr id="1405" name="Google Shape;1405;p142"/>
          <p:cNvSpPr txBox="1"/>
          <p:nvPr/>
        </p:nvSpPr>
        <p:spPr>
          <a:xfrm>
            <a:off x="277675" y="1518859"/>
            <a:ext cx="7803900" cy="127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SAP - Option Replicate to Snowflake without Persisting in BDC</a:t>
            </a:r>
            <a:endParaRPr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1. SAP Datasphere (DSP) Replication Flows from ERP (S/4HANA on-premise, Cloud, or ECC) through Datasphere to</a:t>
            </a:r>
            <a:endParaRPr sz="400"/>
          </a:p>
          <a:p>
            <a:pPr indent="0" lvl="0" marL="0" rtl="0" algn="l">
              <a:spcBef>
                <a:spcPts val="0"/>
              </a:spcBef>
              <a:spcAft>
                <a:spcPts val="0"/>
              </a:spcAft>
              <a:buNone/>
            </a:pPr>
            <a:r>
              <a:rPr lang="en" sz="1000"/>
              <a:t>2. S3, ADSLGen2, or GCP Cloud Storage.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 sz="1000"/>
              <a:t>Snowflake</a:t>
            </a:r>
            <a:endParaRPr b="1" sz="1000"/>
          </a:p>
          <a:p>
            <a:pPr indent="0" lvl="0" marL="0" rtl="0" algn="l">
              <a:spcBef>
                <a:spcPts val="0"/>
              </a:spcBef>
              <a:spcAft>
                <a:spcPts val="0"/>
              </a:spcAft>
              <a:buNone/>
            </a:pPr>
            <a:r>
              <a:t/>
            </a:r>
            <a:endParaRPr sz="400"/>
          </a:p>
          <a:p>
            <a:pPr indent="0" lvl="0" marL="0" rtl="0" algn="l">
              <a:spcBef>
                <a:spcPts val="0"/>
              </a:spcBef>
              <a:spcAft>
                <a:spcPts val="0"/>
              </a:spcAft>
              <a:buNone/>
            </a:pPr>
            <a:r>
              <a:t/>
            </a:r>
            <a:endParaRPr sz="400"/>
          </a:p>
          <a:p>
            <a:pPr indent="0" lvl="0" marL="0" rtl="0" algn="l">
              <a:spcBef>
                <a:spcPts val="0"/>
              </a:spcBef>
              <a:spcAft>
                <a:spcPts val="0"/>
              </a:spcAft>
              <a:buNone/>
            </a:pPr>
            <a:r>
              <a:rPr lang="en" sz="1000"/>
              <a:t>3</a:t>
            </a:r>
            <a:r>
              <a:rPr lang="en" sz="1000"/>
              <a:t>. Storage integration and Snowpipe are Used and data is persisted in Snowflake native Table format (FDN) or Apache Iceberg.</a:t>
            </a:r>
            <a:endParaRPr sz="1000"/>
          </a:p>
        </p:txBody>
      </p:sp>
      <p:sp>
        <p:nvSpPr>
          <p:cNvPr id="1406" name="Google Shape;1406;p142"/>
          <p:cNvSpPr/>
          <p:nvPr/>
        </p:nvSpPr>
        <p:spPr>
          <a:xfrm>
            <a:off x="319450" y="3063016"/>
            <a:ext cx="1880700" cy="16788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a:p>
            <a:pPr indent="0" lvl="0" marL="0" rtl="0" algn="l">
              <a:spcBef>
                <a:spcPts val="0"/>
              </a:spcBef>
              <a:spcAft>
                <a:spcPts val="0"/>
              </a:spcAft>
              <a:buNone/>
            </a:pPr>
            <a:r>
              <a:rPr b="1" lang="en" sz="800"/>
              <a:t>S/4HANA On-Premise</a:t>
            </a:r>
            <a:endParaRPr b="1" sz="800"/>
          </a:p>
          <a:p>
            <a:pPr indent="0" lvl="0" marL="0" rtl="0" algn="l">
              <a:spcBef>
                <a:spcPts val="0"/>
              </a:spcBef>
              <a:spcAft>
                <a:spcPts val="0"/>
              </a:spcAft>
              <a:buNone/>
            </a:pPr>
            <a:r>
              <a:rPr b="1" lang="en" sz="800"/>
              <a:t>ECC</a:t>
            </a:r>
            <a:endParaRPr b="1" sz="800"/>
          </a:p>
        </p:txBody>
      </p:sp>
      <p:sp>
        <p:nvSpPr>
          <p:cNvPr id="1407" name="Google Shape;1407;p142"/>
          <p:cNvSpPr/>
          <p:nvPr/>
        </p:nvSpPr>
        <p:spPr>
          <a:xfrm>
            <a:off x="6415639" y="3241802"/>
            <a:ext cx="1880700" cy="1485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lt1"/>
                </a:solidFill>
              </a:rPr>
              <a:t>Snowflake AI Data Cloud</a:t>
            </a:r>
            <a:endParaRPr b="1" sz="900">
              <a:solidFill>
                <a:schemeClr val="lt1"/>
              </a:solidFill>
            </a:endParaRPr>
          </a:p>
        </p:txBody>
      </p:sp>
      <p:sp>
        <p:nvSpPr>
          <p:cNvPr id="1408" name="Google Shape;1408;p142"/>
          <p:cNvSpPr/>
          <p:nvPr/>
        </p:nvSpPr>
        <p:spPr>
          <a:xfrm>
            <a:off x="6509742" y="3571906"/>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409" name="Google Shape;1409;p142"/>
          <p:cNvSpPr/>
          <p:nvPr/>
        </p:nvSpPr>
        <p:spPr>
          <a:xfrm>
            <a:off x="6509592" y="4419643"/>
            <a:ext cx="17247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Storage</a:t>
            </a:r>
            <a:endParaRPr sz="900">
              <a:solidFill>
                <a:schemeClr val="dk1"/>
              </a:solidFill>
            </a:endParaRPr>
          </a:p>
        </p:txBody>
      </p:sp>
      <p:sp>
        <p:nvSpPr>
          <p:cNvPr id="1410" name="Google Shape;1410;p142"/>
          <p:cNvSpPr/>
          <p:nvPr/>
        </p:nvSpPr>
        <p:spPr>
          <a:xfrm>
            <a:off x="6509592" y="3891129"/>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Virtual Warehouse</a:t>
            </a:r>
            <a:endParaRPr sz="900">
              <a:solidFill>
                <a:schemeClr val="dk1"/>
              </a:solidFill>
            </a:endParaRPr>
          </a:p>
        </p:txBody>
      </p:sp>
      <p:sp>
        <p:nvSpPr>
          <p:cNvPr id="1411" name="Google Shape;1411;p142"/>
          <p:cNvSpPr/>
          <p:nvPr/>
        </p:nvSpPr>
        <p:spPr>
          <a:xfrm>
            <a:off x="2385675" y="3061616"/>
            <a:ext cx="1751400" cy="1678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412" name="Google Shape;1412;p142"/>
          <p:cNvSpPr/>
          <p:nvPr/>
        </p:nvSpPr>
        <p:spPr>
          <a:xfrm>
            <a:off x="394443" y="4152877"/>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 BW Extractors, Tables</a:t>
            </a:r>
            <a:endParaRPr sz="900">
              <a:solidFill>
                <a:schemeClr val="dk1"/>
              </a:solidFill>
            </a:endParaRPr>
          </a:p>
        </p:txBody>
      </p:sp>
      <p:sp>
        <p:nvSpPr>
          <p:cNvPr id="1413" name="Google Shape;1413;p142"/>
          <p:cNvSpPr/>
          <p:nvPr/>
        </p:nvSpPr>
        <p:spPr>
          <a:xfrm>
            <a:off x="2492016" y="4176878"/>
            <a:ext cx="14940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Datasphere Replication Flow</a:t>
            </a:r>
            <a:endParaRPr sz="900">
              <a:solidFill>
                <a:schemeClr val="dk1"/>
              </a:solidFill>
            </a:endParaRPr>
          </a:p>
        </p:txBody>
      </p:sp>
      <p:cxnSp>
        <p:nvCxnSpPr>
          <p:cNvPr id="1414" name="Google Shape;1414;p142"/>
          <p:cNvCxnSpPr>
            <a:stCxn id="1412" idx="3"/>
            <a:endCxn id="1413" idx="1"/>
          </p:cNvCxnSpPr>
          <p:nvPr/>
        </p:nvCxnSpPr>
        <p:spPr>
          <a:xfrm>
            <a:off x="2119143" y="4401877"/>
            <a:ext cx="372900" cy="600"/>
          </a:xfrm>
          <a:prstGeom prst="bentConnector3">
            <a:avLst>
              <a:gd fmla="val 49996" name="adj1"/>
            </a:avLst>
          </a:prstGeom>
          <a:noFill/>
          <a:ln cap="flat" cmpd="sng" w="9525">
            <a:solidFill>
              <a:schemeClr val="dk2"/>
            </a:solidFill>
            <a:prstDash val="solid"/>
            <a:round/>
            <a:headEnd len="med" w="med" type="none"/>
            <a:tailEnd len="med" w="med" type="stealth"/>
          </a:ln>
        </p:spPr>
      </p:cxnSp>
      <p:sp>
        <p:nvSpPr>
          <p:cNvPr id="1415" name="Google Shape;1415;p142"/>
          <p:cNvSpPr/>
          <p:nvPr/>
        </p:nvSpPr>
        <p:spPr>
          <a:xfrm>
            <a:off x="2340339" y="4134276"/>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416" name="Google Shape;1416;p142"/>
          <p:cNvSpPr/>
          <p:nvPr/>
        </p:nvSpPr>
        <p:spPr>
          <a:xfrm>
            <a:off x="4189823" y="4177167"/>
            <a:ext cx="10782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Cloud Storage</a:t>
            </a:r>
            <a:endParaRPr sz="900">
              <a:solidFill>
                <a:schemeClr val="dk1"/>
              </a:solidFill>
            </a:endParaRPr>
          </a:p>
        </p:txBody>
      </p:sp>
      <p:sp>
        <p:nvSpPr>
          <p:cNvPr id="1417" name="Google Shape;1417;p142"/>
          <p:cNvSpPr/>
          <p:nvPr/>
        </p:nvSpPr>
        <p:spPr>
          <a:xfrm>
            <a:off x="4039602" y="4294463"/>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418" name="Google Shape;1418;p142"/>
          <p:cNvSpPr/>
          <p:nvPr/>
        </p:nvSpPr>
        <p:spPr>
          <a:xfrm>
            <a:off x="5320775" y="4177167"/>
            <a:ext cx="783000" cy="450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Copy Into</a:t>
            </a:r>
            <a:endParaRPr sz="1000"/>
          </a:p>
        </p:txBody>
      </p:sp>
      <p:sp>
        <p:nvSpPr>
          <p:cNvPr id="1419" name="Google Shape;1419;p142"/>
          <p:cNvSpPr txBox="1"/>
          <p:nvPr/>
        </p:nvSpPr>
        <p:spPr>
          <a:xfrm>
            <a:off x="107575" y="943750"/>
            <a:ext cx="87879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Use when you want to use SAP as an ETL and have all of your data in Snowflake, raw or CDS views, or legacy ERPs such as ECC. Benefits–backup storage in bucket, single modeling environment (Snowflake) . Challenges–build own data products, SAP premium outbound costs, file handling can be challenging in Azure Gen2.</a:t>
            </a:r>
            <a:endParaRPr/>
          </a:p>
        </p:txBody>
      </p:sp>
      <p:cxnSp>
        <p:nvCxnSpPr>
          <p:cNvPr id="1420" name="Google Shape;1420;p142"/>
          <p:cNvCxnSpPr>
            <a:stCxn id="1418" idx="3"/>
            <a:endCxn id="1410" idx="1"/>
          </p:cNvCxnSpPr>
          <p:nvPr/>
        </p:nvCxnSpPr>
        <p:spPr>
          <a:xfrm flipH="1" rot="10800000">
            <a:off x="6103775" y="3998667"/>
            <a:ext cx="405900" cy="403500"/>
          </a:xfrm>
          <a:prstGeom prst="bentConnector3">
            <a:avLst>
              <a:gd fmla="val 49990" name="adj1"/>
            </a:avLst>
          </a:prstGeom>
          <a:noFill/>
          <a:ln cap="flat" cmpd="sng" w="9525">
            <a:solidFill>
              <a:schemeClr val="dk2"/>
            </a:solidFill>
            <a:prstDash val="solid"/>
            <a:round/>
            <a:headEnd len="med" w="med" type="none"/>
            <a:tailEnd len="med" w="med" type="stealth"/>
          </a:ln>
        </p:spPr>
      </p:cxnSp>
      <p:sp>
        <p:nvSpPr>
          <p:cNvPr id="1421" name="Google Shape;1421;p142"/>
          <p:cNvSpPr/>
          <p:nvPr/>
        </p:nvSpPr>
        <p:spPr>
          <a:xfrm>
            <a:off x="6047490" y="4134263"/>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3</a:t>
            </a:r>
            <a:endParaRPr sz="10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43"/>
          <p:cNvSpPr txBox="1"/>
          <p:nvPr>
            <p:ph type="title"/>
          </p:nvPr>
        </p:nvSpPr>
        <p:spPr>
          <a:xfrm>
            <a:off x="311700" y="166148"/>
            <a:ext cx="85206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SAP BDC Copy To Stream Replication</a:t>
            </a:r>
            <a:endParaRPr sz="2200"/>
          </a:p>
          <a:p>
            <a:pPr indent="0" lvl="0" marL="0" rtl="0" algn="l">
              <a:spcBef>
                <a:spcPts val="0"/>
              </a:spcBef>
              <a:spcAft>
                <a:spcPts val="0"/>
              </a:spcAft>
              <a:buNone/>
            </a:pPr>
            <a:r>
              <a:rPr b="0" lang="en" sz="1800"/>
              <a:t>Datasphere Premium Outbound to Kafka, Snowpipe to Snowflake</a:t>
            </a:r>
            <a:endParaRPr b="0" sz="1800"/>
          </a:p>
        </p:txBody>
      </p:sp>
      <p:sp>
        <p:nvSpPr>
          <p:cNvPr id="1427" name="Google Shape;1427;p143"/>
          <p:cNvSpPr txBox="1"/>
          <p:nvPr/>
        </p:nvSpPr>
        <p:spPr>
          <a:xfrm>
            <a:off x="251625" y="1694888"/>
            <a:ext cx="78039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SAP - Option Replicate to Snowflake without Persisting in BDC</a:t>
            </a:r>
            <a:endParaRPr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1. SAP Datasphere (DSP) Replication Flows from ERP (S/4HANA on-premise, Cloud, or ECC) through Datasphere to</a:t>
            </a:r>
            <a:endParaRPr sz="400"/>
          </a:p>
          <a:p>
            <a:pPr indent="0" lvl="0" marL="0" rtl="0" algn="l">
              <a:spcBef>
                <a:spcPts val="0"/>
              </a:spcBef>
              <a:spcAft>
                <a:spcPts val="0"/>
              </a:spcAft>
              <a:buNone/>
            </a:pPr>
            <a:r>
              <a:rPr lang="en" sz="1000"/>
              <a:t>2. Kafka Topic.</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 sz="1000"/>
              <a:t>Snowflake</a:t>
            </a:r>
            <a:endParaRPr b="1"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3. In case of Kafka Topic, Snowpipe streaming is used, and data is persisted in Snowflake native Table format (FDN) or Apache Iceberg</a:t>
            </a:r>
            <a:r>
              <a:rPr lang="en" sz="400"/>
              <a:t>.</a:t>
            </a:r>
            <a:endParaRPr sz="1000"/>
          </a:p>
        </p:txBody>
      </p:sp>
      <p:sp>
        <p:nvSpPr>
          <p:cNvPr id="1428" name="Google Shape;1428;p143"/>
          <p:cNvSpPr/>
          <p:nvPr/>
        </p:nvSpPr>
        <p:spPr>
          <a:xfrm>
            <a:off x="319450" y="3063016"/>
            <a:ext cx="1880700" cy="16788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a:p>
            <a:pPr indent="0" lvl="0" marL="0" rtl="0" algn="l">
              <a:spcBef>
                <a:spcPts val="0"/>
              </a:spcBef>
              <a:spcAft>
                <a:spcPts val="0"/>
              </a:spcAft>
              <a:buNone/>
            </a:pPr>
            <a:r>
              <a:rPr b="1" lang="en" sz="800"/>
              <a:t>S/4HANA On-Premise</a:t>
            </a:r>
            <a:endParaRPr b="1" sz="800"/>
          </a:p>
          <a:p>
            <a:pPr indent="0" lvl="0" marL="0" rtl="0" algn="l">
              <a:spcBef>
                <a:spcPts val="0"/>
              </a:spcBef>
              <a:spcAft>
                <a:spcPts val="0"/>
              </a:spcAft>
              <a:buNone/>
            </a:pPr>
            <a:r>
              <a:rPr b="1" lang="en" sz="800"/>
              <a:t>ECC</a:t>
            </a:r>
            <a:endParaRPr b="1" sz="800"/>
          </a:p>
        </p:txBody>
      </p:sp>
      <p:sp>
        <p:nvSpPr>
          <p:cNvPr id="1429" name="Google Shape;1429;p143"/>
          <p:cNvSpPr/>
          <p:nvPr/>
        </p:nvSpPr>
        <p:spPr>
          <a:xfrm>
            <a:off x="6415639" y="3241802"/>
            <a:ext cx="1880700" cy="1485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lt1"/>
                </a:solidFill>
              </a:rPr>
              <a:t>Snowflake AI Data Cloud</a:t>
            </a:r>
            <a:endParaRPr b="1" sz="900">
              <a:solidFill>
                <a:schemeClr val="lt1"/>
              </a:solidFill>
            </a:endParaRPr>
          </a:p>
        </p:txBody>
      </p:sp>
      <p:sp>
        <p:nvSpPr>
          <p:cNvPr id="1430" name="Google Shape;1430;p143"/>
          <p:cNvSpPr/>
          <p:nvPr/>
        </p:nvSpPr>
        <p:spPr>
          <a:xfrm>
            <a:off x="6509742" y="3571906"/>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431" name="Google Shape;1431;p143"/>
          <p:cNvSpPr/>
          <p:nvPr/>
        </p:nvSpPr>
        <p:spPr>
          <a:xfrm>
            <a:off x="6509592" y="4419643"/>
            <a:ext cx="17247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Storage</a:t>
            </a:r>
            <a:endParaRPr sz="900">
              <a:solidFill>
                <a:schemeClr val="dk1"/>
              </a:solidFill>
            </a:endParaRPr>
          </a:p>
        </p:txBody>
      </p:sp>
      <p:sp>
        <p:nvSpPr>
          <p:cNvPr id="1432" name="Google Shape;1432;p143"/>
          <p:cNvSpPr/>
          <p:nvPr/>
        </p:nvSpPr>
        <p:spPr>
          <a:xfrm>
            <a:off x="6509592" y="3891129"/>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Virtual Warehouse</a:t>
            </a:r>
            <a:endParaRPr sz="900">
              <a:solidFill>
                <a:schemeClr val="dk1"/>
              </a:solidFill>
            </a:endParaRPr>
          </a:p>
        </p:txBody>
      </p:sp>
      <p:sp>
        <p:nvSpPr>
          <p:cNvPr id="1433" name="Google Shape;1433;p143"/>
          <p:cNvSpPr/>
          <p:nvPr/>
        </p:nvSpPr>
        <p:spPr>
          <a:xfrm>
            <a:off x="2385675" y="3061616"/>
            <a:ext cx="1751400" cy="1678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434" name="Google Shape;1434;p143"/>
          <p:cNvSpPr/>
          <p:nvPr/>
        </p:nvSpPr>
        <p:spPr>
          <a:xfrm>
            <a:off x="394443" y="4152877"/>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 BW Extractors, Tables</a:t>
            </a:r>
            <a:endParaRPr sz="900">
              <a:solidFill>
                <a:schemeClr val="dk1"/>
              </a:solidFill>
            </a:endParaRPr>
          </a:p>
        </p:txBody>
      </p:sp>
      <p:sp>
        <p:nvSpPr>
          <p:cNvPr id="1435" name="Google Shape;1435;p143"/>
          <p:cNvSpPr/>
          <p:nvPr/>
        </p:nvSpPr>
        <p:spPr>
          <a:xfrm>
            <a:off x="2492016" y="4176878"/>
            <a:ext cx="14940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Datasphere Replication Flow</a:t>
            </a:r>
            <a:endParaRPr sz="900">
              <a:solidFill>
                <a:schemeClr val="dk1"/>
              </a:solidFill>
            </a:endParaRPr>
          </a:p>
        </p:txBody>
      </p:sp>
      <p:cxnSp>
        <p:nvCxnSpPr>
          <p:cNvPr id="1436" name="Google Shape;1436;p143"/>
          <p:cNvCxnSpPr>
            <a:stCxn id="1434" idx="3"/>
            <a:endCxn id="1435" idx="1"/>
          </p:cNvCxnSpPr>
          <p:nvPr/>
        </p:nvCxnSpPr>
        <p:spPr>
          <a:xfrm>
            <a:off x="2119143" y="4401877"/>
            <a:ext cx="372900" cy="600"/>
          </a:xfrm>
          <a:prstGeom prst="bentConnector3">
            <a:avLst>
              <a:gd fmla="val 49996" name="adj1"/>
            </a:avLst>
          </a:prstGeom>
          <a:noFill/>
          <a:ln cap="flat" cmpd="sng" w="9525">
            <a:solidFill>
              <a:schemeClr val="dk2"/>
            </a:solidFill>
            <a:prstDash val="solid"/>
            <a:round/>
            <a:headEnd len="med" w="med" type="none"/>
            <a:tailEnd len="med" w="med" type="stealth"/>
          </a:ln>
        </p:spPr>
      </p:cxnSp>
      <p:sp>
        <p:nvSpPr>
          <p:cNvPr id="1437" name="Google Shape;1437;p143"/>
          <p:cNvSpPr/>
          <p:nvPr/>
        </p:nvSpPr>
        <p:spPr>
          <a:xfrm>
            <a:off x="2340339" y="4134276"/>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438" name="Google Shape;1438;p143"/>
          <p:cNvSpPr/>
          <p:nvPr/>
        </p:nvSpPr>
        <p:spPr>
          <a:xfrm>
            <a:off x="4189826" y="3676017"/>
            <a:ext cx="10782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Kafka Topic</a:t>
            </a:r>
            <a:endParaRPr sz="900">
              <a:solidFill>
                <a:schemeClr val="dk1"/>
              </a:solidFill>
            </a:endParaRPr>
          </a:p>
        </p:txBody>
      </p:sp>
      <p:sp>
        <p:nvSpPr>
          <p:cNvPr id="1439" name="Google Shape;1439;p143"/>
          <p:cNvSpPr/>
          <p:nvPr/>
        </p:nvSpPr>
        <p:spPr>
          <a:xfrm>
            <a:off x="4041215" y="3871863"/>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440" name="Google Shape;1440;p143"/>
          <p:cNvSpPr/>
          <p:nvPr/>
        </p:nvSpPr>
        <p:spPr>
          <a:xfrm>
            <a:off x="6065040" y="3460613"/>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3</a:t>
            </a:r>
            <a:endParaRPr sz="1000">
              <a:solidFill>
                <a:schemeClr val="lt1"/>
              </a:solidFill>
            </a:endParaRPr>
          </a:p>
        </p:txBody>
      </p:sp>
      <p:sp>
        <p:nvSpPr>
          <p:cNvPr id="1441" name="Google Shape;1441;p143"/>
          <p:cNvSpPr/>
          <p:nvPr/>
        </p:nvSpPr>
        <p:spPr>
          <a:xfrm>
            <a:off x="5320775" y="3676017"/>
            <a:ext cx="783000" cy="450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Snowpipe streaming </a:t>
            </a:r>
            <a:endParaRPr sz="1000"/>
          </a:p>
        </p:txBody>
      </p:sp>
      <p:sp>
        <p:nvSpPr>
          <p:cNvPr id="1442" name="Google Shape;1442;p143"/>
          <p:cNvSpPr txBox="1"/>
          <p:nvPr/>
        </p:nvSpPr>
        <p:spPr>
          <a:xfrm>
            <a:off x="107575" y="943750"/>
            <a:ext cx="81441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Use when you want to use SAP as an ETL and have all of your data in Snowflake, raw or CDS views, or legacy ERPs such as ECC. Benefits–single storage, single modeling environment, near-real-time, mature handling of data from Kafka. Challenges–build own data products, premium outbound costs. Kafka an extra step.</a:t>
            </a:r>
            <a:endParaRPr/>
          </a:p>
        </p:txBody>
      </p:sp>
      <p:cxnSp>
        <p:nvCxnSpPr>
          <p:cNvPr id="1443" name="Google Shape;1443;p143"/>
          <p:cNvCxnSpPr>
            <a:stCxn id="1441" idx="3"/>
            <a:endCxn id="1432" idx="1"/>
          </p:cNvCxnSpPr>
          <p:nvPr/>
        </p:nvCxnSpPr>
        <p:spPr>
          <a:xfrm>
            <a:off x="6103775" y="3901017"/>
            <a:ext cx="405900" cy="97500"/>
          </a:xfrm>
          <a:prstGeom prst="bentConnector3">
            <a:avLst>
              <a:gd fmla="val 49990" name="adj1"/>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144"/>
          <p:cNvSpPr txBox="1"/>
          <p:nvPr>
            <p:ph type="title"/>
          </p:nvPr>
        </p:nvSpPr>
        <p:spPr>
          <a:xfrm>
            <a:off x="311700" y="166148"/>
            <a:ext cx="85206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SAP BDC </a:t>
            </a:r>
            <a:r>
              <a:rPr i="1" lang="en" sz="2200"/>
              <a:t>Managed</a:t>
            </a:r>
            <a:r>
              <a:rPr lang="en" sz="2200"/>
              <a:t> Data Products Zero-Copy</a:t>
            </a:r>
            <a:endParaRPr sz="2200"/>
          </a:p>
          <a:p>
            <a:pPr indent="0" lvl="0" marL="0" rtl="0" algn="l">
              <a:spcBef>
                <a:spcPts val="0"/>
              </a:spcBef>
              <a:spcAft>
                <a:spcPts val="0"/>
              </a:spcAft>
              <a:buNone/>
            </a:pPr>
            <a:r>
              <a:rPr b="0" lang="en" sz="1800"/>
              <a:t>Activate Pre-built Data Products in BDC, BDC Connect For Snowflake</a:t>
            </a:r>
            <a:endParaRPr b="0" sz="1800"/>
          </a:p>
        </p:txBody>
      </p:sp>
      <p:sp>
        <p:nvSpPr>
          <p:cNvPr id="1449" name="Google Shape;1449;p144"/>
          <p:cNvSpPr txBox="1"/>
          <p:nvPr/>
        </p:nvSpPr>
        <p:spPr>
          <a:xfrm>
            <a:off x="319450" y="1241820"/>
            <a:ext cx="86322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SAP</a:t>
            </a:r>
            <a:endParaRPr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1. </a:t>
            </a:r>
            <a:r>
              <a:rPr lang="en" sz="1000"/>
              <a:t>APRS replicates S/4HANA PCE initial/delta CDS views to BDC.</a:t>
            </a:r>
            <a:br>
              <a:rPr lang="en" sz="1000"/>
            </a:br>
            <a:endParaRPr sz="400"/>
          </a:p>
          <a:p>
            <a:pPr indent="0" lvl="0" marL="0" rtl="0" algn="l">
              <a:spcBef>
                <a:spcPts val="0"/>
              </a:spcBef>
              <a:spcAft>
                <a:spcPts val="0"/>
              </a:spcAft>
              <a:buNone/>
            </a:pPr>
            <a:r>
              <a:rPr lang="en" sz="1000"/>
              <a:t>2. </a:t>
            </a:r>
            <a:r>
              <a:rPr lang="en" sz="1000"/>
              <a:t>Apache Spark transforms CDS view data into SAP managed data products (1 CDS  to 1 DP or many CDS to 1 DP). Semantic information encoded using ORD-CSN. </a:t>
            </a:r>
            <a:r>
              <a:rPr lang="en" sz="1000"/>
              <a:t>D</a:t>
            </a:r>
            <a:r>
              <a:rPr lang="en" sz="1000"/>
              <a:t>ata is stored in Parquet File format. SAP BDC Catalog manages these.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 sz="1000"/>
              <a:t>Snowflake</a:t>
            </a:r>
            <a:endParaRPr b="1"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3. Snowflake Horizon Catalog refreshes against BDC Catalog at regular intervals, updating Table DDLs and Snowflake Semantic Views (API call to  SAP ORD-CSN in BDC).</a:t>
            </a:r>
            <a:br>
              <a:rPr lang="en" sz="1000"/>
            </a:br>
            <a:endParaRPr sz="400"/>
          </a:p>
          <a:p>
            <a:pPr indent="0" lvl="0" marL="0" rtl="0" algn="l">
              <a:spcBef>
                <a:spcPts val="0"/>
              </a:spcBef>
              <a:spcAft>
                <a:spcPts val="0"/>
              </a:spcAft>
              <a:buNone/>
            </a:pPr>
            <a:r>
              <a:rPr lang="en" sz="1000"/>
              <a:t>4. Snowflake executes queries directly against BDC data using its unified engine and virtual warehouses. Cortex AI&amp;ML &amp; Snowflake all leverage this foundational capability to get and process the data.</a:t>
            </a:r>
            <a:endParaRPr sz="1000"/>
          </a:p>
        </p:txBody>
      </p:sp>
      <p:sp>
        <p:nvSpPr>
          <p:cNvPr id="1450" name="Google Shape;1450;p144"/>
          <p:cNvSpPr/>
          <p:nvPr/>
        </p:nvSpPr>
        <p:spPr>
          <a:xfrm>
            <a:off x="319442" y="3277610"/>
            <a:ext cx="1880700" cy="1485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p:txBody>
      </p:sp>
      <p:sp>
        <p:nvSpPr>
          <p:cNvPr id="1451" name="Google Shape;1451;p144"/>
          <p:cNvSpPr/>
          <p:nvPr/>
        </p:nvSpPr>
        <p:spPr>
          <a:xfrm>
            <a:off x="4309642" y="3263184"/>
            <a:ext cx="1880700" cy="1485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lt1"/>
                </a:solidFill>
              </a:rPr>
              <a:t>Snowflake AI Data Cloud</a:t>
            </a:r>
            <a:endParaRPr b="1" sz="900">
              <a:solidFill>
                <a:schemeClr val="lt1"/>
              </a:solidFill>
            </a:endParaRPr>
          </a:p>
        </p:txBody>
      </p:sp>
      <p:sp>
        <p:nvSpPr>
          <p:cNvPr id="1452" name="Google Shape;1452;p144"/>
          <p:cNvSpPr/>
          <p:nvPr/>
        </p:nvSpPr>
        <p:spPr>
          <a:xfrm>
            <a:off x="4403745" y="359328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453" name="Google Shape;1453;p144"/>
          <p:cNvSpPr/>
          <p:nvPr/>
        </p:nvSpPr>
        <p:spPr>
          <a:xfrm>
            <a:off x="4403595" y="4168329"/>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Apache Iceberg</a:t>
            </a:r>
            <a:endParaRPr sz="900">
              <a:solidFill>
                <a:schemeClr val="dk1"/>
              </a:solidFill>
            </a:endParaRPr>
          </a:p>
        </p:txBody>
      </p:sp>
      <p:sp>
        <p:nvSpPr>
          <p:cNvPr id="1454" name="Google Shape;1454;p144"/>
          <p:cNvSpPr/>
          <p:nvPr/>
        </p:nvSpPr>
        <p:spPr>
          <a:xfrm>
            <a:off x="4403595" y="4441026"/>
            <a:ext cx="17247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Storage</a:t>
            </a:r>
            <a:endParaRPr sz="900">
              <a:solidFill>
                <a:schemeClr val="dk1"/>
              </a:solidFill>
            </a:endParaRPr>
          </a:p>
        </p:txBody>
      </p:sp>
      <p:sp>
        <p:nvSpPr>
          <p:cNvPr id="1455" name="Google Shape;1455;p144"/>
          <p:cNvSpPr/>
          <p:nvPr/>
        </p:nvSpPr>
        <p:spPr>
          <a:xfrm>
            <a:off x="4403595" y="3912512"/>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Virtual Warehouse</a:t>
            </a:r>
            <a:endParaRPr sz="900">
              <a:solidFill>
                <a:schemeClr val="dk1"/>
              </a:solidFill>
            </a:endParaRPr>
          </a:p>
        </p:txBody>
      </p:sp>
      <p:sp>
        <p:nvSpPr>
          <p:cNvPr id="1456" name="Google Shape;1456;p144"/>
          <p:cNvSpPr/>
          <p:nvPr/>
        </p:nvSpPr>
        <p:spPr>
          <a:xfrm>
            <a:off x="4365415" y="3611922"/>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3</a:t>
            </a:r>
            <a:endParaRPr sz="1000">
              <a:solidFill>
                <a:schemeClr val="lt1"/>
              </a:solidFill>
            </a:endParaRPr>
          </a:p>
        </p:txBody>
      </p:sp>
      <p:sp>
        <p:nvSpPr>
          <p:cNvPr id="1457" name="Google Shape;1457;p144"/>
          <p:cNvSpPr/>
          <p:nvPr/>
        </p:nvSpPr>
        <p:spPr>
          <a:xfrm>
            <a:off x="2385664" y="3276135"/>
            <a:ext cx="1751400" cy="14856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458" name="Google Shape;1458;p144"/>
          <p:cNvSpPr/>
          <p:nvPr/>
        </p:nvSpPr>
        <p:spPr>
          <a:xfrm>
            <a:off x="394443" y="4174260"/>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a:t>
            </a:r>
            <a:br>
              <a:rPr lang="en" sz="1000">
                <a:solidFill>
                  <a:schemeClr val="dk1"/>
                </a:solidFill>
              </a:rPr>
            </a:br>
            <a:r>
              <a:rPr lang="en" sz="900">
                <a:solidFill>
                  <a:schemeClr val="dk1"/>
                </a:solidFill>
              </a:rPr>
              <a:t>(Operational Reporting Layer)</a:t>
            </a:r>
            <a:endParaRPr sz="900">
              <a:solidFill>
                <a:schemeClr val="dk1"/>
              </a:solidFill>
            </a:endParaRPr>
          </a:p>
        </p:txBody>
      </p:sp>
      <p:sp>
        <p:nvSpPr>
          <p:cNvPr id="1459" name="Google Shape;1459;p144"/>
          <p:cNvSpPr/>
          <p:nvPr/>
        </p:nvSpPr>
        <p:spPr>
          <a:xfrm>
            <a:off x="2492016" y="4198261"/>
            <a:ext cx="14940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ABAP Push Replication Server / Apache Spark</a:t>
            </a:r>
            <a:endParaRPr sz="900">
              <a:solidFill>
                <a:schemeClr val="dk1"/>
              </a:solidFill>
            </a:endParaRPr>
          </a:p>
        </p:txBody>
      </p:sp>
      <p:sp>
        <p:nvSpPr>
          <p:cNvPr id="1460" name="Google Shape;1460;p144"/>
          <p:cNvSpPr/>
          <p:nvPr/>
        </p:nvSpPr>
        <p:spPr>
          <a:xfrm>
            <a:off x="2491989" y="3895294"/>
            <a:ext cx="14940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Object Store</a:t>
            </a:r>
            <a:endParaRPr sz="900">
              <a:solidFill>
                <a:schemeClr val="dk1"/>
              </a:solidFill>
            </a:endParaRPr>
          </a:p>
        </p:txBody>
      </p:sp>
      <p:sp>
        <p:nvSpPr>
          <p:cNvPr id="1461" name="Google Shape;1461;p144"/>
          <p:cNvSpPr/>
          <p:nvPr/>
        </p:nvSpPr>
        <p:spPr>
          <a:xfrm>
            <a:off x="2492014" y="3584538"/>
            <a:ext cx="14940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Catalog</a:t>
            </a:r>
            <a:endParaRPr sz="900">
              <a:solidFill>
                <a:schemeClr val="dk1"/>
              </a:solidFill>
            </a:endParaRPr>
          </a:p>
        </p:txBody>
      </p:sp>
      <p:cxnSp>
        <p:nvCxnSpPr>
          <p:cNvPr id="1462" name="Google Shape;1462;p144"/>
          <p:cNvCxnSpPr>
            <a:stCxn id="1461" idx="3"/>
            <a:endCxn id="1452" idx="1"/>
          </p:cNvCxnSpPr>
          <p:nvPr/>
        </p:nvCxnSpPr>
        <p:spPr>
          <a:xfrm>
            <a:off x="3986014" y="3709038"/>
            <a:ext cx="417600" cy="4500"/>
          </a:xfrm>
          <a:prstGeom prst="bentConnector3">
            <a:avLst>
              <a:gd fmla="val 49992" name="adj1"/>
            </a:avLst>
          </a:prstGeom>
          <a:noFill/>
          <a:ln cap="flat" cmpd="sng" w="19050">
            <a:solidFill>
              <a:schemeClr val="dk1"/>
            </a:solidFill>
            <a:prstDash val="dash"/>
            <a:round/>
            <a:headEnd len="med" w="med" type="stealth"/>
            <a:tailEnd len="med" w="med" type="none"/>
          </a:ln>
        </p:spPr>
      </p:cxnSp>
      <p:cxnSp>
        <p:nvCxnSpPr>
          <p:cNvPr id="1463" name="Google Shape;1463;p144"/>
          <p:cNvCxnSpPr>
            <a:stCxn id="1455" idx="1"/>
            <a:endCxn id="1460" idx="3"/>
          </p:cNvCxnSpPr>
          <p:nvPr/>
        </p:nvCxnSpPr>
        <p:spPr>
          <a:xfrm flipH="1">
            <a:off x="3985995" y="4019912"/>
            <a:ext cx="417600" cy="600"/>
          </a:xfrm>
          <a:prstGeom prst="bentConnector3">
            <a:avLst>
              <a:gd fmla="val 50001" name="adj1"/>
            </a:avLst>
          </a:prstGeom>
          <a:noFill/>
          <a:ln cap="flat" cmpd="sng" w="19050">
            <a:solidFill>
              <a:schemeClr val="accent1"/>
            </a:solidFill>
            <a:prstDash val="solid"/>
            <a:round/>
            <a:headEnd len="med" w="med" type="none"/>
            <a:tailEnd len="med" w="med" type="stealth"/>
          </a:ln>
        </p:spPr>
      </p:cxnSp>
      <p:cxnSp>
        <p:nvCxnSpPr>
          <p:cNvPr id="1464" name="Google Shape;1464;p144"/>
          <p:cNvCxnSpPr>
            <a:stCxn id="1458" idx="3"/>
            <a:endCxn id="1459" idx="1"/>
          </p:cNvCxnSpPr>
          <p:nvPr/>
        </p:nvCxnSpPr>
        <p:spPr>
          <a:xfrm>
            <a:off x="2119143" y="4423260"/>
            <a:ext cx="372900" cy="600"/>
          </a:xfrm>
          <a:prstGeom prst="bentConnector3">
            <a:avLst>
              <a:gd fmla="val 49996" name="adj1"/>
            </a:avLst>
          </a:prstGeom>
          <a:noFill/>
          <a:ln cap="flat" cmpd="sng" w="9525">
            <a:solidFill>
              <a:schemeClr val="dk2"/>
            </a:solidFill>
            <a:prstDash val="solid"/>
            <a:round/>
            <a:headEnd len="med" w="med" type="none"/>
            <a:tailEnd len="med" w="med" type="stealth"/>
          </a:ln>
        </p:spPr>
      </p:cxnSp>
      <p:sp>
        <p:nvSpPr>
          <p:cNvPr id="1465" name="Google Shape;1465;p144"/>
          <p:cNvSpPr/>
          <p:nvPr/>
        </p:nvSpPr>
        <p:spPr>
          <a:xfrm>
            <a:off x="2340340" y="454634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466" name="Google Shape;1466;p144"/>
          <p:cNvSpPr/>
          <p:nvPr/>
        </p:nvSpPr>
        <p:spPr>
          <a:xfrm>
            <a:off x="2340339" y="4155659"/>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467" name="Google Shape;1467;p144"/>
          <p:cNvSpPr/>
          <p:nvPr/>
        </p:nvSpPr>
        <p:spPr>
          <a:xfrm>
            <a:off x="4365415" y="389325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468" name="Google Shape;1468;p144"/>
          <p:cNvSpPr txBox="1"/>
          <p:nvPr/>
        </p:nvSpPr>
        <p:spPr>
          <a:xfrm>
            <a:off x="90842" y="4745550"/>
            <a:ext cx="960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All Snowflake workloads (data engineering, data quality, marketplace, AI/ML, Snowflake Intelligence) can be used on incoming data, and data persisted in Snowflake</a:t>
            </a:r>
            <a:endParaRPr/>
          </a:p>
        </p:txBody>
      </p:sp>
      <p:sp>
        <p:nvSpPr>
          <p:cNvPr id="1469" name="Google Shape;1469;p144"/>
          <p:cNvSpPr txBox="1"/>
          <p:nvPr/>
        </p:nvSpPr>
        <p:spPr>
          <a:xfrm>
            <a:off x="181175" y="824150"/>
            <a:ext cx="8144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Use when you have SAP S/4HANA Private Cloud Edition and want to leverage pre-built SAP Data products. Benefits: reduced development and maintenance costs. Certified. Challenges: relevance of data products. Still need to model on top.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145"/>
          <p:cNvSpPr txBox="1"/>
          <p:nvPr>
            <p:ph type="title"/>
          </p:nvPr>
        </p:nvSpPr>
        <p:spPr>
          <a:xfrm>
            <a:off x="311700" y="166148"/>
            <a:ext cx="8520600" cy="721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SAP BDC </a:t>
            </a:r>
            <a:r>
              <a:rPr i="1" lang="en" sz="2200"/>
              <a:t>Custom</a:t>
            </a:r>
            <a:r>
              <a:rPr lang="en" sz="2200"/>
              <a:t> Data Products Zero-Copy </a:t>
            </a:r>
            <a:endParaRPr sz="2200"/>
          </a:p>
          <a:p>
            <a:pPr indent="0" lvl="0" marL="0" rtl="0" algn="l">
              <a:spcBef>
                <a:spcPts val="0"/>
              </a:spcBef>
              <a:spcAft>
                <a:spcPts val="0"/>
              </a:spcAft>
              <a:buNone/>
            </a:pPr>
            <a:r>
              <a:rPr b="0" lang="en" sz="1900"/>
              <a:t>Model in Datasphere, </a:t>
            </a:r>
            <a:r>
              <a:rPr b="0" lang="en" sz="1900"/>
              <a:t>BDC Connect For Snowflake</a:t>
            </a:r>
            <a:endParaRPr b="0" sz="1900"/>
          </a:p>
        </p:txBody>
      </p:sp>
      <p:sp>
        <p:nvSpPr>
          <p:cNvPr id="1475" name="Google Shape;1475;p145"/>
          <p:cNvSpPr txBox="1"/>
          <p:nvPr/>
        </p:nvSpPr>
        <p:spPr>
          <a:xfrm>
            <a:off x="327250" y="831703"/>
            <a:ext cx="8571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SAP - Option Replicate to Datasphere to leverage Datasphere modeling, Storage, and BDC Catalog integration. Benefits: adapt Datasphere business content. Challenges: multiple data hops. Multiple security systems.</a:t>
            </a:r>
            <a:endParaRPr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1. SAP Datasphere (DSP) Replication Flows from ERP (S/4HANA on-premise, Cloud, or ECC) to Datasphere.</a:t>
            </a:r>
            <a:endParaRPr sz="400"/>
          </a:p>
          <a:p>
            <a:pPr indent="0" lvl="0" marL="0" rtl="0" algn="l">
              <a:spcBef>
                <a:spcPts val="0"/>
              </a:spcBef>
              <a:spcAft>
                <a:spcPts val="0"/>
              </a:spcAft>
              <a:buNone/>
            </a:pPr>
            <a:r>
              <a:rPr lang="en" sz="1000"/>
              <a:t>2. Datasphere modeling and transformations.</a:t>
            </a:r>
            <a:endParaRPr sz="1000"/>
          </a:p>
          <a:p>
            <a:pPr indent="0" lvl="0" marL="0" rtl="0" algn="l">
              <a:spcBef>
                <a:spcPts val="0"/>
              </a:spcBef>
              <a:spcAft>
                <a:spcPts val="0"/>
              </a:spcAft>
              <a:buNone/>
            </a:pPr>
            <a:r>
              <a:rPr lang="en" sz="1000"/>
              <a:t>3. Store in Datasphere Object Store.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 sz="1000"/>
              <a:t>Snowflake</a:t>
            </a:r>
            <a:endParaRPr b="1"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4. Snowflake Horizon Catalog refreshes against BDC Catalog at regular intervals, updating Table DDLs and Snowflake Semantic Views (sourced from SAP ORD-CSN in BDC).</a:t>
            </a:r>
            <a:br>
              <a:rPr lang="en" sz="1000"/>
            </a:br>
            <a:endParaRPr sz="400"/>
          </a:p>
          <a:p>
            <a:pPr indent="0" lvl="0" marL="0" rtl="0" algn="l">
              <a:spcBef>
                <a:spcPts val="0"/>
              </a:spcBef>
              <a:spcAft>
                <a:spcPts val="0"/>
              </a:spcAft>
              <a:buNone/>
            </a:pPr>
            <a:r>
              <a:rPr lang="en" sz="1000"/>
              <a:t>5. Snowflake executes queries directly against BDC data using its unified engine and virtual warehouses. Cortex AI&amp;ML &amp; Snowflake all leverage this foundational capability to get and process the data.</a:t>
            </a:r>
            <a:endParaRPr sz="1000"/>
          </a:p>
        </p:txBody>
      </p:sp>
      <p:sp>
        <p:nvSpPr>
          <p:cNvPr id="1476" name="Google Shape;1476;p145"/>
          <p:cNvSpPr/>
          <p:nvPr/>
        </p:nvSpPr>
        <p:spPr>
          <a:xfrm>
            <a:off x="319442" y="3016200"/>
            <a:ext cx="1880700" cy="1485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a:p>
            <a:pPr indent="0" lvl="0" marL="0" rtl="0" algn="l">
              <a:spcBef>
                <a:spcPts val="0"/>
              </a:spcBef>
              <a:spcAft>
                <a:spcPts val="0"/>
              </a:spcAft>
              <a:buNone/>
            </a:pPr>
            <a:r>
              <a:rPr b="1" lang="en" sz="800"/>
              <a:t>S/4HANA On-Premise</a:t>
            </a:r>
            <a:endParaRPr b="1" sz="800"/>
          </a:p>
          <a:p>
            <a:pPr indent="0" lvl="0" marL="0" rtl="0" algn="l">
              <a:spcBef>
                <a:spcPts val="0"/>
              </a:spcBef>
              <a:spcAft>
                <a:spcPts val="0"/>
              </a:spcAft>
              <a:buNone/>
            </a:pPr>
            <a:r>
              <a:rPr b="1" lang="en" sz="800"/>
              <a:t>ECC</a:t>
            </a:r>
            <a:endParaRPr b="1" sz="800"/>
          </a:p>
        </p:txBody>
      </p:sp>
      <p:sp>
        <p:nvSpPr>
          <p:cNvPr id="1477" name="Google Shape;1477;p145"/>
          <p:cNvSpPr/>
          <p:nvPr/>
        </p:nvSpPr>
        <p:spPr>
          <a:xfrm>
            <a:off x="4899803" y="3001774"/>
            <a:ext cx="1880700" cy="1485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lt1"/>
                </a:solidFill>
              </a:rPr>
              <a:t>Snowflake AI Data Cloud</a:t>
            </a:r>
            <a:endParaRPr b="1" sz="900">
              <a:solidFill>
                <a:schemeClr val="lt1"/>
              </a:solidFill>
            </a:endParaRPr>
          </a:p>
        </p:txBody>
      </p:sp>
      <p:sp>
        <p:nvSpPr>
          <p:cNvPr id="1478" name="Google Shape;1478;p145"/>
          <p:cNvSpPr/>
          <p:nvPr/>
        </p:nvSpPr>
        <p:spPr>
          <a:xfrm>
            <a:off x="4993906" y="333187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479" name="Google Shape;1479;p145"/>
          <p:cNvSpPr/>
          <p:nvPr/>
        </p:nvSpPr>
        <p:spPr>
          <a:xfrm>
            <a:off x="4993756" y="3906919"/>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Apache Iceberg</a:t>
            </a:r>
            <a:endParaRPr sz="900">
              <a:solidFill>
                <a:schemeClr val="dk1"/>
              </a:solidFill>
            </a:endParaRPr>
          </a:p>
        </p:txBody>
      </p:sp>
      <p:sp>
        <p:nvSpPr>
          <p:cNvPr id="1480" name="Google Shape;1480;p145"/>
          <p:cNvSpPr/>
          <p:nvPr/>
        </p:nvSpPr>
        <p:spPr>
          <a:xfrm>
            <a:off x="4993756" y="4179615"/>
            <a:ext cx="17247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Storage</a:t>
            </a:r>
            <a:endParaRPr sz="900">
              <a:solidFill>
                <a:schemeClr val="dk1"/>
              </a:solidFill>
            </a:endParaRPr>
          </a:p>
        </p:txBody>
      </p:sp>
      <p:sp>
        <p:nvSpPr>
          <p:cNvPr id="1481" name="Google Shape;1481;p145"/>
          <p:cNvSpPr/>
          <p:nvPr/>
        </p:nvSpPr>
        <p:spPr>
          <a:xfrm>
            <a:off x="4993756" y="3651101"/>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Virtual Warehouse</a:t>
            </a:r>
            <a:endParaRPr sz="900">
              <a:solidFill>
                <a:schemeClr val="dk1"/>
              </a:solidFill>
            </a:endParaRPr>
          </a:p>
        </p:txBody>
      </p:sp>
      <p:sp>
        <p:nvSpPr>
          <p:cNvPr id="1482" name="Google Shape;1482;p145"/>
          <p:cNvSpPr/>
          <p:nvPr/>
        </p:nvSpPr>
        <p:spPr>
          <a:xfrm>
            <a:off x="4955576" y="3350511"/>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483" name="Google Shape;1483;p145"/>
          <p:cNvSpPr/>
          <p:nvPr/>
        </p:nvSpPr>
        <p:spPr>
          <a:xfrm>
            <a:off x="2385675" y="2821590"/>
            <a:ext cx="2007600" cy="1678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484" name="Google Shape;1484;p145"/>
          <p:cNvSpPr/>
          <p:nvPr/>
        </p:nvSpPr>
        <p:spPr>
          <a:xfrm>
            <a:off x="394443" y="3912850"/>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 BW Extractors, Tables</a:t>
            </a:r>
            <a:endParaRPr sz="900">
              <a:solidFill>
                <a:schemeClr val="dk1"/>
              </a:solidFill>
            </a:endParaRPr>
          </a:p>
        </p:txBody>
      </p:sp>
      <p:sp>
        <p:nvSpPr>
          <p:cNvPr id="1485" name="Google Shape;1485;p145"/>
          <p:cNvSpPr/>
          <p:nvPr/>
        </p:nvSpPr>
        <p:spPr>
          <a:xfrm>
            <a:off x="2492026" y="3995165"/>
            <a:ext cx="1724700" cy="43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Datasphere Replication Flow</a:t>
            </a:r>
            <a:endParaRPr sz="900">
              <a:solidFill>
                <a:schemeClr val="dk1"/>
              </a:solidFill>
            </a:endParaRPr>
          </a:p>
        </p:txBody>
      </p:sp>
      <p:sp>
        <p:nvSpPr>
          <p:cNvPr id="1486" name="Google Shape;1486;p145"/>
          <p:cNvSpPr/>
          <p:nvPr/>
        </p:nvSpPr>
        <p:spPr>
          <a:xfrm>
            <a:off x="2507900" y="3331740"/>
            <a:ext cx="1724700" cy="27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Datasphere</a:t>
            </a:r>
            <a:r>
              <a:rPr lang="en" sz="1000">
                <a:solidFill>
                  <a:schemeClr val="dk1"/>
                </a:solidFill>
              </a:rPr>
              <a:t> Object Store</a:t>
            </a:r>
            <a:endParaRPr sz="900">
              <a:solidFill>
                <a:schemeClr val="dk1"/>
              </a:solidFill>
            </a:endParaRPr>
          </a:p>
        </p:txBody>
      </p:sp>
      <p:sp>
        <p:nvSpPr>
          <p:cNvPr id="1487" name="Google Shape;1487;p145"/>
          <p:cNvSpPr/>
          <p:nvPr/>
        </p:nvSpPr>
        <p:spPr>
          <a:xfrm>
            <a:off x="2492027" y="3050990"/>
            <a:ext cx="17247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BDC Catalog</a:t>
            </a:r>
            <a:endParaRPr sz="900">
              <a:solidFill>
                <a:schemeClr val="dk1"/>
              </a:solidFill>
            </a:endParaRPr>
          </a:p>
        </p:txBody>
      </p:sp>
      <p:cxnSp>
        <p:nvCxnSpPr>
          <p:cNvPr id="1488" name="Google Shape;1488;p145"/>
          <p:cNvCxnSpPr>
            <a:stCxn id="1487" idx="3"/>
            <a:endCxn id="1478" idx="1"/>
          </p:cNvCxnSpPr>
          <p:nvPr/>
        </p:nvCxnSpPr>
        <p:spPr>
          <a:xfrm>
            <a:off x="4216727" y="3175490"/>
            <a:ext cx="777300" cy="276600"/>
          </a:xfrm>
          <a:prstGeom prst="bentConnector3">
            <a:avLst>
              <a:gd fmla="val 49992" name="adj1"/>
            </a:avLst>
          </a:prstGeom>
          <a:noFill/>
          <a:ln cap="flat" cmpd="sng" w="19050">
            <a:solidFill>
              <a:schemeClr val="dk1"/>
            </a:solidFill>
            <a:prstDash val="dash"/>
            <a:round/>
            <a:headEnd len="med" w="med" type="stealth"/>
            <a:tailEnd len="med" w="med" type="none"/>
          </a:ln>
        </p:spPr>
      </p:cxnSp>
      <p:cxnSp>
        <p:nvCxnSpPr>
          <p:cNvPr id="1489" name="Google Shape;1489;p145"/>
          <p:cNvCxnSpPr>
            <a:stCxn id="1481" idx="1"/>
            <a:endCxn id="1486" idx="3"/>
          </p:cNvCxnSpPr>
          <p:nvPr/>
        </p:nvCxnSpPr>
        <p:spPr>
          <a:xfrm rot="10800000">
            <a:off x="4232656" y="3469901"/>
            <a:ext cx="761100" cy="288600"/>
          </a:xfrm>
          <a:prstGeom prst="bentConnector3">
            <a:avLst>
              <a:gd fmla="val 50004" name="adj1"/>
            </a:avLst>
          </a:prstGeom>
          <a:noFill/>
          <a:ln cap="flat" cmpd="sng" w="19050">
            <a:solidFill>
              <a:schemeClr val="accent1"/>
            </a:solidFill>
            <a:prstDash val="solid"/>
            <a:round/>
            <a:headEnd len="med" w="med" type="none"/>
            <a:tailEnd len="med" w="med" type="stealth"/>
          </a:ln>
        </p:spPr>
      </p:cxnSp>
      <p:cxnSp>
        <p:nvCxnSpPr>
          <p:cNvPr id="1490" name="Google Shape;1490;p145"/>
          <p:cNvCxnSpPr>
            <a:stCxn id="1484" idx="3"/>
            <a:endCxn id="1485" idx="1"/>
          </p:cNvCxnSpPr>
          <p:nvPr/>
        </p:nvCxnSpPr>
        <p:spPr>
          <a:xfrm>
            <a:off x="2119143" y="4161850"/>
            <a:ext cx="372900" cy="50100"/>
          </a:xfrm>
          <a:prstGeom prst="bentConnector3">
            <a:avLst>
              <a:gd fmla="val 49998" name="adj1"/>
            </a:avLst>
          </a:prstGeom>
          <a:noFill/>
          <a:ln cap="flat" cmpd="sng" w="9525">
            <a:solidFill>
              <a:schemeClr val="dk2"/>
            </a:solidFill>
            <a:prstDash val="solid"/>
            <a:round/>
            <a:headEnd len="med" w="med" type="none"/>
            <a:tailEnd len="med" w="med" type="stealth"/>
          </a:ln>
        </p:spPr>
      </p:cxnSp>
      <p:sp>
        <p:nvSpPr>
          <p:cNvPr id="1491" name="Google Shape;1491;p145"/>
          <p:cNvSpPr/>
          <p:nvPr/>
        </p:nvSpPr>
        <p:spPr>
          <a:xfrm>
            <a:off x="2262584" y="3972004"/>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492" name="Google Shape;1492;p145"/>
          <p:cNvSpPr/>
          <p:nvPr/>
        </p:nvSpPr>
        <p:spPr>
          <a:xfrm>
            <a:off x="4955576" y="363184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5</a:t>
            </a:r>
            <a:endParaRPr sz="1000">
              <a:solidFill>
                <a:schemeClr val="lt1"/>
              </a:solidFill>
            </a:endParaRPr>
          </a:p>
        </p:txBody>
      </p:sp>
      <p:sp>
        <p:nvSpPr>
          <p:cNvPr id="1493" name="Google Shape;1493;p145"/>
          <p:cNvSpPr txBox="1"/>
          <p:nvPr/>
        </p:nvSpPr>
        <p:spPr>
          <a:xfrm>
            <a:off x="90849" y="4578536"/>
            <a:ext cx="890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All Snowflake workloads (data engineering, data quality, marketplace, AI/ML, Snowflake Intelligence) can be used on incoming data, and data persisted in Snowflake</a:t>
            </a:r>
            <a:endParaRPr/>
          </a:p>
        </p:txBody>
      </p:sp>
      <p:sp>
        <p:nvSpPr>
          <p:cNvPr id="1494" name="Google Shape;1494;p145"/>
          <p:cNvSpPr/>
          <p:nvPr/>
        </p:nvSpPr>
        <p:spPr>
          <a:xfrm>
            <a:off x="2492025" y="3659789"/>
            <a:ext cx="1724700" cy="27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Datasphere Modeling</a:t>
            </a:r>
            <a:endParaRPr sz="900">
              <a:solidFill>
                <a:schemeClr val="dk1"/>
              </a:solidFill>
            </a:endParaRPr>
          </a:p>
        </p:txBody>
      </p:sp>
      <p:sp>
        <p:nvSpPr>
          <p:cNvPr id="1495" name="Google Shape;1495;p145"/>
          <p:cNvSpPr/>
          <p:nvPr/>
        </p:nvSpPr>
        <p:spPr>
          <a:xfrm>
            <a:off x="2246393" y="364958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496" name="Google Shape;1496;p145"/>
          <p:cNvSpPr/>
          <p:nvPr/>
        </p:nvSpPr>
        <p:spPr>
          <a:xfrm>
            <a:off x="2241665" y="334433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3</a:t>
            </a:r>
            <a:endParaRPr sz="10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146"/>
          <p:cNvSpPr txBox="1"/>
          <p:nvPr>
            <p:ph type="title"/>
          </p:nvPr>
        </p:nvSpPr>
        <p:spPr>
          <a:xfrm>
            <a:off x="311700" y="166148"/>
            <a:ext cx="8520600" cy="721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SAP BW Private Cloud Edition Zero-Copy</a:t>
            </a:r>
            <a:endParaRPr sz="2200"/>
          </a:p>
          <a:p>
            <a:pPr indent="0" lvl="0" marL="0" rtl="0" algn="l">
              <a:spcBef>
                <a:spcPts val="0"/>
              </a:spcBef>
              <a:spcAft>
                <a:spcPts val="0"/>
              </a:spcAft>
              <a:buNone/>
            </a:pPr>
            <a:r>
              <a:rPr b="0" lang="en" sz="1900"/>
              <a:t>Model in BW, Publish to BDC Object Store, </a:t>
            </a:r>
            <a:r>
              <a:rPr b="0" lang="en" sz="1900"/>
              <a:t>BDC Connect for Snowflake</a:t>
            </a:r>
            <a:endParaRPr b="0" sz="1900"/>
          </a:p>
        </p:txBody>
      </p:sp>
      <p:sp>
        <p:nvSpPr>
          <p:cNvPr id="1502" name="Google Shape;1502;p146"/>
          <p:cNvSpPr txBox="1"/>
          <p:nvPr/>
        </p:nvSpPr>
        <p:spPr>
          <a:xfrm>
            <a:off x="327250" y="831703"/>
            <a:ext cx="8571900" cy="181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SAP - Option Lift &amp; </a:t>
            </a:r>
            <a:r>
              <a:rPr b="1" lang="en" sz="900"/>
              <a:t>Shift</a:t>
            </a:r>
            <a:r>
              <a:rPr b="1" lang="en" sz="900"/>
              <a:t> your BW into BDC, publish ADSP into Object Store for BDC Catalog integration. Benefits: Expose BW content through zero-copy to Snowflake.  Challenges:  Legacy resource constraints, </a:t>
            </a:r>
            <a:r>
              <a:rPr b="1" lang="en" sz="900"/>
              <a:t>maintainability</a:t>
            </a:r>
            <a:r>
              <a:rPr b="1" lang="en" sz="900"/>
              <a:t>, punts modernisation down the road 2-3 years.</a:t>
            </a:r>
            <a:endParaRPr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1. SAP Extractors</a:t>
            </a:r>
            <a:endParaRPr sz="400"/>
          </a:p>
          <a:p>
            <a:pPr indent="0" lvl="0" marL="0" rtl="0" algn="l">
              <a:spcBef>
                <a:spcPts val="0"/>
              </a:spcBef>
              <a:spcAft>
                <a:spcPts val="0"/>
              </a:spcAft>
              <a:buNone/>
            </a:pPr>
            <a:r>
              <a:rPr lang="en" sz="1000"/>
              <a:t>2. BW modeling and transformations.</a:t>
            </a:r>
            <a:endParaRPr sz="1000"/>
          </a:p>
          <a:p>
            <a:pPr indent="0" lvl="0" marL="0" rtl="0" algn="l">
              <a:spcBef>
                <a:spcPts val="0"/>
              </a:spcBef>
              <a:spcAft>
                <a:spcPts val="0"/>
              </a:spcAft>
              <a:buNone/>
            </a:pPr>
            <a:r>
              <a:rPr lang="en" sz="1000"/>
              <a:t>3. Export results into Object Store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b="1" lang="en" sz="1000"/>
              <a:t>Snowflake</a:t>
            </a:r>
            <a:endParaRPr b="1" sz="1000"/>
          </a:p>
          <a:p>
            <a:pPr indent="0" lvl="0" marL="0" rtl="0" algn="l">
              <a:spcBef>
                <a:spcPts val="0"/>
              </a:spcBef>
              <a:spcAft>
                <a:spcPts val="0"/>
              </a:spcAft>
              <a:buNone/>
            </a:pPr>
            <a:r>
              <a:t/>
            </a:r>
            <a:endParaRPr sz="400"/>
          </a:p>
          <a:p>
            <a:pPr indent="0" lvl="0" marL="0" rtl="0" algn="l">
              <a:spcBef>
                <a:spcPts val="0"/>
              </a:spcBef>
              <a:spcAft>
                <a:spcPts val="0"/>
              </a:spcAft>
              <a:buNone/>
            </a:pPr>
            <a:r>
              <a:rPr lang="en" sz="1000"/>
              <a:t>4. Snowflake Horizon Catalog refreshes against BDC Catalog. </a:t>
            </a:r>
            <a:endParaRPr sz="400"/>
          </a:p>
          <a:p>
            <a:pPr indent="0" lvl="0" marL="0" rtl="0" algn="l">
              <a:spcBef>
                <a:spcPts val="0"/>
              </a:spcBef>
              <a:spcAft>
                <a:spcPts val="0"/>
              </a:spcAft>
              <a:buNone/>
            </a:pPr>
            <a:r>
              <a:rPr lang="en" sz="1000"/>
              <a:t>5. Snowflake executes queries directly against BDC data using its unified engine and virtual warehouses. Cortex AI&amp;ML &amp; Snowflake all leverage this foundational capability to get and process the data.</a:t>
            </a:r>
            <a:endParaRPr sz="1000"/>
          </a:p>
        </p:txBody>
      </p:sp>
      <p:sp>
        <p:nvSpPr>
          <p:cNvPr id="1503" name="Google Shape;1503;p146"/>
          <p:cNvSpPr/>
          <p:nvPr/>
        </p:nvSpPr>
        <p:spPr>
          <a:xfrm>
            <a:off x="319442" y="2896610"/>
            <a:ext cx="1880700" cy="1485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a:p>
            <a:pPr indent="0" lvl="0" marL="0" rtl="0" algn="l">
              <a:spcBef>
                <a:spcPts val="0"/>
              </a:spcBef>
              <a:spcAft>
                <a:spcPts val="0"/>
              </a:spcAft>
              <a:buNone/>
            </a:pPr>
            <a:r>
              <a:rPr b="1" lang="en" sz="800"/>
              <a:t>S/4HANA On-Premise</a:t>
            </a:r>
            <a:endParaRPr b="1" sz="800"/>
          </a:p>
          <a:p>
            <a:pPr indent="0" lvl="0" marL="0" rtl="0" algn="l">
              <a:spcBef>
                <a:spcPts val="0"/>
              </a:spcBef>
              <a:spcAft>
                <a:spcPts val="0"/>
              </a:spcAft>
              <a:buNone/>
            </a:pPr>
            <a:r>
              <a:rPr b="1" lang="en" sz="800"/>
              <a:t>ECC</a:t>
            </a:r>
            <a:endParaRPr b="1" sz="800"/>
          </a:p>
        </p:txBody>
      </p:sp>
      <p:sp>
        <p:nvSpPr>
          <p:cNvPr id="1504" name="Google Shape;1504;p146"/>
          <p:cNvSpPr/>
          <p:nvPr/>
        </p:nvSpPr>
        <p:spPr>
          <a:xfrm>
            <a:off x="4899803" y="2882184"/>
            <a:ext cx="1880700" cy="1485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lt1"/>
                </a:solidFill>
              </a:rPr>
              <a:t>Snowflake AI Data Cloud</a:t>
            </a:r>
            <a:endParaRPr b="1" sz="900">
              <a:solidFill>
                <a:schemeClr val="lt1"/>
              </a:solidFill>
            </a:endParaRPr>
          </a:p>
        </p:txBody>
      </p:sp>
      <p:sp>
        <p:nvSpPr>
          <p:cNvPr id="1505" name="Google Shape;1505;p146"/>
          <p:cNvSpPr/>
          <p:nvPr/>
        </p:nvSpPr>
        <p:spPr>
          <a:xfrm>
            <a:off x="4993906" y="321228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506" name="Google Shape;1506;p146"/>
          <p:cNvSpPr/>
          <p:nvPr/>
        </p:nvSpPr>
        <p:spPr>
          <a:xfrm>
            <a:off x="4993756" y="3787329"/>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Apache Iceberg</a:t>
            </a:r>
            <a:endParaRPr sz="900">
              <a:solidFill>
                <a:schemeClr val="dk1"/>
              </a:solidFill>
            </a:endParaRPr>
          </a:p>
        </p:txBody>
      </p:sp>
      <p:sp>
        <p:nvSpPr>
          <p:cNvPr id="1507" name="Google Shape;1507;p146"/>
          <p:cNvSpPr/>
          <p:nvPr/>
        </p:nvSpPr>
        <p:spPr>
          <a:xfrm>
            <a:off x="4993756" y="4060026"/>
            <a:ext cx="17247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Storage</a:t>
            </a:r>
            <a:endParaRPr sz="900">
              <a:solidFill>
                <a:schemeClr val="dk1"/>
              </a:solidFill>
            </a:endParaRPr>
          </a:p>
        </p:txBody>
      </p:sp>
      <p:sp>
        <p:nvSpPr>
          <p:cNvPr id="1508" name="Google Shape;1508;p146"/>
          <p:cNvSpPr/>
          <p:nvPr/>
        </p:nvSpPr>
        <p:spPr>
          <a:xfrm>
            <a:off x="4993756" y="3531512"/>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Virtual Warehouse</a:t>
            </a:r>
            <a:endParaRPr sz="900">
              <a:solidFill>
                <a:schemeClr val="dk1"/>
              </a:solidFill>
            </a:endParaRPr>
          </a:p>
        </p:txBody>
      </p:sp>
      <p:sp>
        <p:nvSpPr>
          <p:cNvPr id="1509" name="Google Shape;1509;p146"/>
          <p:cNvSpPr/>
          <p:nvPr/>
        </p:nvSpPr>
        <p:spPr>
          <a:xfrm>
            <a:off x="4955576" y="3230922"/>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510" name="Google Shape;1510;p146"/>
          <p:cNvSpPr/>
          <p:nvPr/>
        </p:nvSpPr>
        <p:spPr>
          <a:xfrm>
            <a:off x="2385675" y="2702000"/>
            <a:ext cx="2007600" cy="1678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511" name="Google Shape;1511;p146"/>
          <p:cNvSpPr/>
          <p:nvPr/>
        </p:nvSpPr>
        <p:spPr>
          <a:xfrm>
            <a:off x="394443" y="3793260"/>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 BW Extractors, Tables</a:t>
            </a:r>
            <a:endParaRPr sz="900">
              <a:solidFill>
                <a:schemeClr val="dk1"/>
              </a:solidFill>
            </a:endParaRPr>
          </a:p>
        </p:txBody>
      </p:sp>
      <p:sp>
        <p:nvSpPr>
          <p:cNvPr id="1512" name="Google Shape;1512;p146"/>
          <p:cNvSpPr/>
          <p:nvPr/>
        </p:nvSpPr>
        <p:spPr>
          <a:xfrm>
            <a:off x="2492026" y="3875575"/>
            <a:ext cx="1724700" cy="43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BW Extractors</a:t>
            </a:r>
            <a:endParaRPr sz="900">
              <a:solidFill>
                <a:schemeClr val="dk1"/>
              </a:solidFill>
            </a:endParaRPr>
          </a:p>
        </p:txBody>
      </p:sp>
      <p:sp>
        <p:nvSpPr>
          <p:cNvPr id="1513" name="Google Shape;1513;p146"/>
          <p:cNvSpPr/>
          <p:nvPr/>
        </p:nvSpPr>
        <p:spPr>
          <a:xfrm>
            <a:off x="2507900" y="3212150"/>
            <a:ext cx="1724700" cy="27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Object Store</a:t>
            </a:r>
            <a:endParaRPr sz="900">
              <a:solidFill>
                <a:schemeClr val="dk1"/>
              </a:solidFill>
            </a:endParaRPr>
          </a:p>
        </p:txBody>
      </p:sp>
      <p:sp>
        <p:nvSpPr>
          <p:cNvPr id="1514" name="Google Shape;1514;p146"/>
          <p:cNvSpPr/>
          <p:nvPr/>
        </p:nvSpPr>
        <p:spPr>
          <a:xfrm>
            <a:off x="2492027" y="2931400"/>
            <a:ext cx="17247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BDC Catalog</a:t>
            </a:r>
            <a:endParaRPr sz="900">
              <a:solidFill>
                <a:schemeClr val="dk1"/>
              </a:solidFill>
            </a:endParaRPr>
          </a:p>
        </p:txBody>
      </p:sp>
      <p:cxnSp>
        <p:nvCxnSpPr>
          <p:cNvPr id="1515" name="Google Shape;1515;p146"/>
          <p:cNvCxnSpPr>
            <a:stCxn id="1514" idx="3"/>
            <a:endCxn id="1505" idx="1"/>
          </p:cNvCxnSpPr>
          <p:nvPr/>
        </p:nvCxnSpPr>
        <p:spPr>
          <a:xfrm>
            <a:off x="4216727" y="3055900"/>
            <a:ext cx="777300" cy="276600"/>
          </a:xfrm>
          <a:prstGeom prst="bentConnector3">
            <a:avLst>
              <a:gd fmla="val 49992" name="adj1"/>
            </a:avLst>
          </a:prstGeom>
          <a:noFill/>
          <a:ln cap="flat" cmpd="sng" w="19050">
            <a:solidFill>
              <a:schemeClr val="dk1"/>
            </a:solidFill>
            <a:prstDash val="dash"/>
            <a:round/>
            <a:headEnd len="med" w="med" type="stealth"/>
            <a:tailEnd len="med" w="med" type="none"/>
          </a:ln>
        </p:spPr>
      </p:cxnSp>
      <p:cxnSp>
        <p:nvCxnSpPr>
          <p:cNvPr id="1516" name="Google Shape;1516;p146"/>
          <p:cNvCxnSpPr>
            <a:stCxn id="1508" idx="1"/>
            <a:endCxn id="1513" idx="3"/>
          </p:cNvCxnSpPr>
          <p:nvPr/>
        </p:nvCxnSpPr>
        <p:spPr>
          <a:xfrm rot="10800000">
            <a:off x="4232656" y="3350312"/>
            <a:ext cx="761100" cy="288600"/>
          </a:xfrm>
          <a:prstGeom prst="bentConnector3">
            <a:avLst>
              <a:gd fmla="val 50004" name="adj1"/>
            </a:avLst>
          </a:prstGeom>
          <a:noFill/>
          <a:ln cap="flat" cmpd="sng" w="19050">
            <a:solidFill>
              <a:schemeClr val="accent1"/>
            </a:solidFill>
            <a:prstDash val="solid"/>
            <a:round/>
            <a:headEnd len="med" w="med" type="none"/>
            <a:tailEnd len="med" w="med" type="stealth"/>
          </a:ln>
        </p:spPr>
      </p:cxnSp>
      <p:cxnSp>
        <p:nvCxnSpPr>
          <p:cNvPr id="1517" name="Google Shape;1517;p146"/>
          <p:cNvCxnSpPr>
            <a:stCxn id="1511" idx="3"/>
            <a:endCxn id="1512" idx="1"/>
          </p:cNvCxnSpPr>
          <p:nvPr/>
        </p:nvCxnSpPr>
        <p:spPr>
          <a:xfrm>
            <a:off x="2119143" y="4042260"/>
            <a:ext cx="372900" cy="50100"/>
          </a:xfrm>
          <a:prstGeom prst="bentConnector3">
            <a:avLst>
              <a:gd fmla="val 49998" name="adj1"/>
            </a:avLst>
          </a:prstGeom>
          <a:noFill/>
          <a:ln cap="flat" cmpd="sng" w="9525">
            <a:solidFill>
              <a:schemeClr val="dk2"/>
            </a:solidFill>
            <a:prstDash val="solid"/>
            <a:round/>
            <a:headEnd len="med" w="med" type="none"/>
            <a:tailEnd len="med" w="med" type="stealth"/>
          </a:ln>
        </p:spPr>
      </p:cxnSp>
      <p:sp>
        <p:nvSpPr>
          <p:cNvPr id="1518" name="Google Shape;1518;p146"/>
          <p:cNvSpPr/>
          <p:nvPr/>
        </p:nvSpPr>
        <p:spPr>
          <a:xfrm>
            <a:off x="2234986" y="3852414"/>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519" name="Google Shape;1519;p146"/>
          <p:cNvSpPr/>
          <p:nvPr/>
        </p:nvSpPr>
        <p:spPr>
          <a:xfrm>
            <a:off x="4955576" y="351225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5</a:t>
            </a:r>
            <a:endParaRPr sz="1000">
              <a:solidFill>
                <a:schemeClr val="lt1"/>
              </a:solidFill>
            </a:endParaRPr>
          </a:p>
        </p:txBody>
      </p:sp>
      <p:sp>
        <p:nvSpPr>
          <p:cNvPr id="1520" name="Google Shape;1520;p146"/>
          <p:cNvSpPr txBox="1"/>
          <p:nvPr/>
        </p:nvSpPr>
        <p:spPr>
          <a:xfrm>
            <a:off x="90849" y="4422150"/>
            <a:ext cx="890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All Snowflake workloads (data engineering, data quality, marketplace, AI/ML, Snowflake Intelligence) can be used on incoming data, and data persisted in Snowflake</a:t>
            </a:r>
            <a:endParaRPr/>
          </a:p>
        </p:txBody>
      </p:sp>
      <p:sp>
        <p:nvSpPr>
          <p:cNvPr id="1521" name="Google Shape;1521;p146"/>
          <p:cNvSpPr/>
          <p:nvPr/>
        </p:nvSpPr>
        <p:spPr>
          <a:xfrm>
            <a:off x="2492025" y="3540199"/>
            <a:ext cx="1724700" cy="276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BW</a:t>
            </a:r>
            <a:endParaRPr sz="900">
              <a:solidFill>
                <a:schemeClr val="dk1"/>
              </a:solidFill>
            </a:endParaRPr>
          </a:p>
        </p:txBody>
      </p:sp>
      <p:sp>
        <p:nvSpPr>
          <p:cNvPr id="1522" name="Google Shape;1522;p146"/>
          <p:cNvSpPr/>
          <p:nvPr/>
        </p:nvSpPr>
        <p:spPr>
          <a:xfrm>
            <a:off x="2228704" y="3562687"/>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523" name="Google Shape;1523;p146"/>
          <p:cNvSpPr/>
          <p:nvPr/>
        </p:nvSpPr>
        <p:spPr>
          <a:xfrm>
            <a:off x="2232466" y="322474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3</a:t>
            </a:r>
            <a:endParaRPr sz="10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147"/>
          <p:cNvSpPr txBox="1"/>
          <p:nvPr>
            <p:ph type="title"/>
          </p:nvPr>
        </p:nvSpPr>
        <p:spPr>
          <a:xfrm>
            <a:off x="386108" y="273844"/>
            <a:ext cx="8381400" cy="429300"/>
          </a:xfrm>
          <a:prstGeom prst="rect">
            <a:avLst/>
          </a:prstGeom>
        </p:spPr>
        <p:txBody>
          <a:bodyPr anchorCtr="0" anchor="t" bIns="34275" lIns="68575" spcFirstLastPara="1" rIns="68575" wrap="square" tIns="34275">
            <a:spAutoFit/>
          </a:bodyPr>
          <a:lstStyle/>
          <a:p>
            <a:pPr indent="0" lvl="0" marL="0" rtl="0" algn="l">
              <a:spcBef>
                <a:spcPts val="0"/>
              </a:spcBef>
              <a:spcAft>
                <a:spcPts val="1000"/>
              </a:spcAft>
              <a:buNone/>
            </a:pPr>
            <a:r>
              <a:rPr lang="en"/>
              <a:t>Example where Snowflake-first Makes Sense</a:t>
            </a:r>
            <a:endParaRPr/>
          </a:p>
        </p:txBody>
      </p:sp>
      <p:sp>
        <p:nvSpPr>
          <p:cNvPr id="1529" name="Google Shape;1529;p147"/>
          <p:cNvSpPr txBox="1"/>
          <p:nvPr>
            <p:ph idx="1" type="body"/>
          </p:nvPr>
        </p:nvSpPr>
        <p:spPr>
          <a:xfrm>
            <a:off x="386101" y="807075"/>
            <a:ext cx="3592500" cy="4319700"/>
          </a:xfrm>
          <a:prstGeom prst="rect">
            <a:avLst/>
          </a:prstGeom>
        </p:spPr>
        <p:txBody>
          <a:bodyPr anchorCtr="0" anchor="t" bIns="34275" lIns="68575" spcFirstLastPara="1" rIns="68575" wrap="square" tIns="34275">
            <a:spAutoFit/>
          </a:bodyPr>
          <a:lstStyle/>
          <a:p>
            <a:pPr indent="0" lvl="0" marL="0" rtl="0" algn="l">
              <a:spcBef>
                <a:spcPts val="800"/>
              </a:spcBef>
              <a:spcAft>
                <a:spcPts val="0"/>
              </a:spcAft>
              <a:buNone/>
            </a:pPr>
            <a:r>
              <a:rPr lang="en" sz="1100"/>
              <a:t>Moving Company X from raw table extraction to BDC zero-copy would be very difficult today:</a:t>
            </a:r>
            <a:endParaRPr sz="1100"/>
          </a:p>
          <a:p>
            <a:pPr indent="0" lvl="0" marL="0" rtl="0" algn="l">
              <a:spcBef>
                <a:spcPts val="1000"/>
              </a:spcBef>
              <a:spcAft>
                <a:spcPts val="0"/>
              </a:spcAft>
              <a:buNone/>
            </a:pPr>
            <a:r>
              <a:rPr lang="en" sz="1100"/>
              <a:t>Only ~18 of their data footprint has matching BDC data products.</a:t>
            </a:r>
            <a:endParaRPr sz="1100"/>
          </a:p>
          <a:p>
            <a:pPr indent="0" lvl="0" marL="0" rtl="0" algn="l">
              <a:spcBef>
                <a:spcPts val="1000"/>
              </a:spcBef>
              <a:spcAft>
                <a:spcPts val="0"/>
              </a:spcAft>
              <a:buNone/>
            </a:pPr>
            <a:r>
              <a:rPr lang="en" sz="1100"/>
              <a:t>Their heaviest tables (CO, New GL, Costing, Production) have no BDC coverage</a:t>
            </a:r>
            <a:endParaRPr sz="1100"/>
          </a:p>
          <a:p>
            <a:pPr indent="0" lvl="0" marL="0" rtl="0" algn="l">
              <a:spcBef>
                <a:spcPts val="1000"/>
              </a:spcBef>
              <a:spcAft>
                <a:spcPts val="0"/>
              </a:spcAft>
              <a:buNone/>
            </a:pPr>
            <a:r>
              <a:rPr lang="en" sz="1100"/>
              <a:t>The presence of ECC-specific tables (FAGLFLEXA, BSIS/BSAS, COEP) suggests they'd need to migrate to S/4HANA first before BDC data products are even relevant</a:t>
            </a:r>
            <a:endParaRPr sz="1100"/>
          </a:p>
          <a:p>
            <a:pPr indent="0" lvl="0" marL="0" rtl="0" algn="l">
              <a:spcBef>
                <a:spcPts val="1000"/>
              </a:spcBef>
              <a:spcAft>
                <a:spcPts val="0"/>
              </a:spcAft>
              <a:buNone/>
            </a:pPr>
            <a:r>
              <a:rPr lang="en" sz="1100"/>
              <a:t>Also the customer has multiple ECCs and S/4HANA systems. A BDC formation can only connect to one S/4HANA system. </a:t>
            </a:r>
            <a:endParaRPr sz="1100"/>
          </a:p>
          <a:p>
            <a:pPr indent="0" lvl="0" marL="0" rtl="0" algn="l">
              <a:spcBef>
                <a:spcPts val="1000"/>
              </a:spcBef>
              <a:spcAft>
                <a:spcPts val="0"/>
              </a:spcAft>
              <a:buNone/>
            </a:pPr>
            <a:r>
              <a:rPr lang="en" sz="1100"/>
              <a:t>A Snowflake first  approach solves the following problems:</a:t>
            </a:r>
            <a:endParaRPr sz="1100"/>
          </a:p>
          <a:p>
            <a:pPr indent="-298450" lvl="0" marL="457200" rtl="0" algn="l">
              <a:spcBef>
                <a:spcPts val="1000"/>
              </a:spcBef>
              <a:spcAft>
                <a:spcPts val="0"/>
              </a:spcAft>
              <a:buSzPts val="1100"/>
              <a:buChar char="•"/>
            </a:pPr>
            <a:r>
              <a:rPr lang="en" sz="1100"/>
              <a:t>Consolidate data from multiple ERPs</a:t>
            </a:r>
            <a:endParaRPr sz="1100"/>
          </a:p>
          <a:p>
            <a:pPr indent="-298450" lvl="0" marL="457200" rtl="0" algn="l">
              <a:spcBef>
                <a:spcPts val="0"/>
              </a:spcBef>
              <a:spcAft>
                <a:spcPts val="0"/>
              </a:spcAft>
              <a:buSzPts val="1100"/>
              <a:buChar char="•"/>
            </a:pPr>
            <a:r>
              <a:rPr lang="en" sz="1100"/>
              <a:t>Provide robust CDC and SCD</a:t>
            </a:r>
            <a:endParaRPr sz="1100"/>
          </a:p>
          <a:p>
            <a:pPr indent="-298450" lvl="0" marL="457200" rtl="0" algn="l">
              <a:spcBef>
                <a:spcPts val="0"/>
              </a:spcBef>
              <a:spcAft>
                <a:spcPts val="0"/>
              </a:spcAft>
              <a:buSzPts val="1100"/>
              <a:buChar char="•"/>
            </a:pPr>
            <a:r>
              <a:rPr lang="en" sz="1100"/>
              <a:t>Data is already in Snowflake. Use ORD-CSN to provide a harmonised view back to BDC.</a:t>
            </a:r>
            <a:endParaRPr sz="1100"/>
          </a:p>
          <a:p>
            <a:pPr indent="0" lvl="0" marL="0" rtl="0" algn="l">
              <a:spcBef>
                <a:spcPts val="1000"/>
              </a:spcBef>
              <a:spcAft>
                <a:spcPts val="1000"/>
              </a:spcAft>
              <a:buNone/>
            </a:pPr>
            <a:r>
              <a:rPr lang="en" sz="1100"/>
              <a:t>Datasphere </a:t>
            </a:r>
            <a:r>
              <a:rPr lang="en" sz="1100"/>
              <a:t>replication</a:t>
            </a:r>
            <a:r>
              <a:rPr lang="en" sz="1100"/>
              <a:t> flows can be used to copy the data into Snowflake. As BDC becomes more robust, revisit.</a:t>
            </a:r>
            <a:endParaRPr sz="1400"/>
          </a:p>
        </p:txBody>
      </p:sp>
      <p:pic>
        <p:nvPicPr>
          <p:cNvPr id="1530" name="Google Shape;1530;p147"/>
          <p:cNvPicPr preferRelativeResize="0"/>
          <p:nvPr/>
        </p:nvPicPr>
        <p:blipFill rotWithShape="1">
          <a:blip r:embed="rId3">
            <a:alphaModFix/>
          </a:blip>
          <a:srcRect b="-1647" l="0" r="0" t="0"/>
          <a:stretch/>
        </p:blipFill>
        <p:spPr>
          <a:xfrm>
            <a:off x="4523625" y="807075"/>
            <a:ext cx="4714226" cy="2988376"/>
          </a:xfrm>
          <a:prstGeom prst="rect">
            <a:avLst/>
          </a:prstGeom>
          <a:noFill/>
          <a:ln>
            <a:noFill/>
          </a:ln>
        </p:spPr>
      </p:pic>
      <p:sp>
        <p:nvSpPr>
          <p:cNvPr id="1531" name="Google Shape;1531;p147"/>
          <p:cNvSpPr/>
          <p:nvPr/>
        </p:nvSpPr>
        <p:spPr>
          <a:xfrm>
            <a:off x="6458450" y="4667336"/>
            <a:ext cx="1288500" cy="33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Raw Tables in Snowflake </a:t>
            </a:r>
            <a:endParaRPr sz="900">
              <a:solidFill>
                <a:schemeClr val="dk1"/>
              </a:solidFill>
            </a:endParaRPr>
          </a:p>
        </p:txBody>
      </p:sp>
      <p:sp>
        <p:nvSpPr>
          <p:cNvPr id="1532" name="Google Shape;1532;p147"/>
          <p:cNvSpPr/>
          <p:nvPr/>
        </p:nvSpPr>
        <p:spPr>
          <a:xfrm>
            <a:off x="6129350" y="3820884"/>
            <a:ext cx="2003100" cy="49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Snowflake View that mimicks CDS BDC ORD-CSN entity fields</a:t>
            </a:r>
            <a:endParaRPr sz="900">
              <a:solidFill>
                <a:schemeClr val="dk1"/>
              </a:solidFill>
            </a:endParaRPr>
          </a:p>
        </p:txBody>
      </p:sp>
      <p:sp>
        <p:nvSpPr>
          <p:cNvPr id="1533" name="Google Shape;1533;p147"/>
          <p:cNvSpPr/>
          <p:nvPr/>
        </p:nvSpPr>
        <p:spPr>
          <a:xfrm>
            <a:off x="4524975" y="3827600"/>
            <a:ext cx="1288500" cy="42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BDC/Datasphere/ SAC consume harmonised views</a:t>
            </a:r>
            <a:endParaRPr sz="900">
              <a:solidFill>
                <a:schemeClr val="dk1"/>
              </a:solidFill>
            </a:endParaRPr>
          </a:p>
        </p:txBody>
      </p:sp>
      <p:sp>
        <p:nvSpPr>
          <p:cNvPr id="1534" name="Google Shape;1534;p147"/>
          <p:cNvSpPr/>
          <p:nvPr/>
        </p:nvSpPr>
        <p:spPr>
          <a:xfrm rot="-2697287">
            <a:off x="5997026" y="4368281"/>
            <a:ext cx="268771" cy="17819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5" name="Google Shape;1535;p147"/>
          <p:cNvSpPr/>
          <p:nvPr/>
        </p:nvSpPr>
        <p:spPr>
          <a:xfrm rot="-10796163">
            <a:off x="5825284" y="3980033"/>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6" name="Google Shape;1536;p147"/>
          <p:cNvSpPr/>
          <p:nvPr/>
        </p:nvSpPr>
        <p:spPr>
          <a:xfrm rot="-10796163">
            <a:off x="7863917" y="4756498"/>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7" name="Google Shape;1537;p147"/>
          <p:cNvSpPr/>
          <p:nvPr/>
        </p:nvSpPr>
        <p:spPr>
          <a:xfrm>
            <a:off x="8243250" y="4667326"/>
            <a:ext cx="799200" cy="33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S4 / </a:t>
            </a:r>
            <a:r>
              <a:rPr lang="en" sz="1000">
                <a:solidFill>
                  <a:schemeClr val="dk1"/>
                </a:solidFill>
              </a:rPr>
              <a:t>ECC</a:t>
            </a:r>
            <a:endParaRPr sz="900">
              <a:solidFill>
                <a:schemeClr val="dk1"/>
              </a:solidFill>
            </a:endParaRPr>
          </a:p>
        </p:txBody>
      </p:sp>
      <p:sp>
        <p:nvSpPr>
          <p:cNvPr id="1538" name="Google Shape;1538;p147"/>
          <p:cNvSpPr/>
          <p:nvPr/>
        </p:nvSpPr>
        <p:spPr>
          <a:xfrm>
            <a:off x="4734550" y="4585125"/>
            <a:ext cx="1288500" cy="49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Data engineering consolidation in Snowflake</a:t>
            </a:r>
            <a:endParaRPr sz="900">
              <a:solidFill>
                <a:schemeClr val="dk1"/>
              </a:solidFill>
            </a:endParaRPr>
          </a:p>
        </p:txBody>
      </p:sp>
      <p:sp>
        <p:nvSpPr>
          <p:cNvPr id="1539" name="Google Shape;1539;p147"/>
          <p:cNvSpPr/>
          <p:nvPr/>
        </p:nvSpPr>
        <p:spPr>
          <a:xfrm rot="-10796163">
            <a:off x="6111317" y="4756498"/>
            <a:ext cx="268800" cy="178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sp>
        <p:nvSpPr>
          <p:cNvPr id="1544" name="Google Shape;1544;p148"/>
          <p:cNvSpPr/>
          <p:nvPr/>
        </p:nvSpPr>
        <p:spPr>
          <a:xfrm>
            <a:off x="228675" y="2405175"/>
            <a:ext cx="1751400" cy="18987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545" name="Google Shape;1545;p148"/>
          <p:cNvSpPr txBox="1"/>
          <p:nvPr/>
        </p:nvSpPr>
        <p:spPr>
          <a:xfrm>
            <a:off x="273450" y="708000"/>
            <a:ext cx="8597100" cy="10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000"/>
          </a:p>
          <a:p>
            <a:pPr indent="-292100" lvl="0" marL="457200" rtl="0" algn="l">
              <a:spcBef>
                <a:spcPts val="0"/>
              </a:spcBef>
              <a:spcAft>
                <a:spcPts val="0"/>
              </a:spcAft>
              <a:buSzPts val="1000"/>
              <a:buAutoNum type="arabicPeriod"/>
            </a:pPr>
            <a:r>
              <a:rPr lang="en" sz="1000"/>
              <a:t>Build semantic views in Snowflake that match BDC data product schemas (using the CSN field mappings), or create new data products. </a:t>
            </a:r>
            <a:endParaRPr sz="1000"/>
          </a:p>
          <a:p>
            <a:pPr indent="-292100" lvl="0" marL="457200" rtl="0" algn="l">
              <a:spcBef>
                <a:spcPts val="0"/>
              </a:spcBef>
              <a:spcAft>
                <a:spcPts val="0"/>
              </a:spcAft>
              <a:buSzPts val="1000"/>
              <a:buAutoNum type="arabicPeriod"/>
            </a:pPr>
            <a:r>
              <a:rPr lang="en" sz="1000"/>
              <a:t>Publish </a:t>
            </a:r>
            <a:r>
              <a:rPr lang="en" sz="1000"/>
              <a:t>Snowflake tables into BDC catalog. </a:t>
            </a:r>
            <a:endParaRPr sz="1000"/>
          </a:p>
          <a:p>
            <a:pPr indent="-292100" lvl="0" marL="457200" rtl="0" algn="l">
              <a:spcBef>
                <a:spcPts val="0"/>
              </a:spcBef>
              <a:spcAft>
                <a:spcPts val="0"/>
              </a:spcAft>
              <a:buSzPts val="1000"/>
              <a:buAutoNum type="arabicPeriod"/>
            </a:pPr>
            <a:r>
              <a:rPr lang="en" sz="1000"/>
              <a:t>BDC (Apache Spark) hits against Snowflake Apache Iceberg tables in a zero-copy fashion using its compute.</a:t>
            </a:r>
            <a:endParaRPr sz="1000"/>
          </a:p>
          <a:p>
            <a:pPr indent="-292100" lvl="0" marL="457200" rtl="0" algn="l">
              <a:spcBef>
                <a:spcPts val="0"/>
              </a:spcBef>
              <a:spcAft>
                <a:spcPts val="0"/>
              </a:spcAft>
              <a:buSzPts val="1000"/>
              <a:buAutoNum type="arabicPeriod"/>
            </a:pPr>
            <a:r>
              <a:rPr lang="en" sz="1000"/>
              <a:t>Datasphere/SAC/Intelligent apps  consume these as if they were native BDC data products. </a:t>
            </a:r>
            <a:r>
              <a:rPr lang="en" sz="1000"/>
              <a:t>SAC can also use generic connector to import/export data directly to/from Snowflake.</a:t>
            </a:r>
            <a:endParaRPr sz="1000"/>
          </a:p>
        </p:txBody>
      </p:sp>
      <p:sp>
        <p:nvSpPr>
          <p:cNvPr id="1546" name="Google Shape;1546;p148"/>
          <p:cNvSpPr txBox="1"/>
          <p:nvPr>
            <p:ph type="title"/>
          </p:nvPr>
        </p:nvSpPr>
        <p:spPr>
          <a:xfrm>
            <a:off x="335000" y="0"/>
            <a:ext cx="86982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Snowflake Data Products To BDC Zero-Copy </a:t>
            </a:r>
            <a:endParaRPr sz="2200"/>
          </a:p>
          <a:p>
            <a:pPr indent="0" lvl="0" marL="0" rtl="0" algn="l">
              <a:spcBef>
                <a:spcPts val="0"/>
              </a:spcBef>
              <a:spcAft>
                <a:spcPts val="0"/>
              </a:spcAft>
              <a:buNone/>
            </a:pPr>
            <a:r>
              <a:rPr b="0" lang="en" sz="1800"/>
              <a:t>Publish Snowflake Content into BDC Catalog</a:t>
            </a:r>
            <a:endParaRPr b="0" sz="1800"/>
          </a:p>
        </p:txBody>
      </p:sp>
      <p:sp>
        <p:nvSpPr>
          <p:cNvPr id="1547" name="Google Shape;1547;p148"/>
          <p:cNvSpPr/>
          <p:nvPr/>
        </p:nvSpPr>
        <p:spPr>
          <a:xfrm>
            <a:off x="2716450" y="2444420"/>
            <a:ext cx="1880700" cy="1485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lt1"/>
                </a:solidFill>
              </a:rPr>
              <a:t>Snowflake AI Data Cloud</a:t>
            </a:r>
            <a:endParaRPr b="1" sz="900">
              <a:solidFill>
                <a:schemeClr val="lt1"/>
              </a:solidFill>
            </a:endParaRPr>
          </a:p>
        </p:txBody>
      </p:sp>
      <p:sp>
        <p:nvSpPr>
          <p:cNvPr id="1548" name="Google Shape;1548;p148"/>
          <p:cNvSpPr/>
          <p:nvPr/>
        </p:nvSpPr>
        <p:spPr>
          <a:xfrm>
            <a:off x="2810406" y="2750276"/>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549" name="Google Shape;1549;p148"/>
          <p:cNvSpPr/>
          <p:nvPr/>
        </p:nvSpPr>
        <p:spPr>
          <a:xfrm>
            <a:off x="2810406" y="3651668"/>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Apache Iceberg</a:t>
            </a:r>
            <a:endParaRPr sz="900">
              <a:solidFill>
                <a:schemeClr val="dk1"/>
              </a:solidFill>
            </a:endParaRPr>
          </a:p>
        </p:txBody>
      </p:sp>
      <p:sp>
        <p:nvSpPr>
          <p:cNvPr id="1550" name="Google Shape;1550;p148"/>
          <p:cNvSpPr/>
          <p:nvPr/>
        </p:nvSpPr>
        <p:spPr>
          <a:xfrm>
            <a:off x="2810406" y="3395850"/>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Virtual Warehouse</a:t>
            </a:r>
            <a:endParaRPr sz="900">
              <a:solidFill>
                <a:schemeClr val="dk1"/>
              </a:solidFill>
            </a:endParaRPr>
          </a:p>
        </p:txBody>
      </p:sp>
      <p:cxnSp>
        <p:nvCxnSpPr>
          <p:cNvPr id="1551" name="Google Shape;1551;p148"/>
          <p:cNvCxnSpPr>
            <a:stCxn id="1552" idx="3"/>
            <a:endCxn id="1548" idx="1"/>
          </p:cNvCxnSpPr>
          <p:nvPr/>
        </p:nvCxnSpPr>
        <p:spPr>
          <a:xfrm flipH="1" rot="10800000">
            <a:off x="1829014" y="2870476"/>
            <a:ext cx="981300" cy="653400"/>
          </a:xfrm>
          <a:prstGeom prst="bentConnector3">
            <a:avLst>
              <a:gd fmla="val 50005" name="adj1"/>
            </a:avLst>
          </a:prstGeom>
          <a:noFill/>
          <a:ln cap="flat" cmpd="sng" w="19050">
            <a:solidFill>
              <a:schemeClr val="dk1"/>
            </a:solidFill>
            <a:prstDash val="dash"/>
            <a:round/>
            <a:headEnd len="med" w="med" type="stealth"/>
            <a:tailEnd len="med" w="med" type="none"/>
          </a:ln>
        </p:spPr>
      </p:cxnSp>
      <p:cxnSp>
        <p:nvCxnSpPr>
          <p:cNvPr id="1553" name="Google Shape;1553;p148"/>
          <p:cNvCxnSpPr>
            <a:stCxn id="1554" idx="3"/>
          </p:cNvCxnSpPr>
          <p:nvPr/>
        </p:nvCxnSpPr>
        <p:spPr>
          <a:xfrm flipH="1" rot="10800000">
            <a:off x="1829016" y="3779999"/>
            <a:ext cx="1009500" cy="229500"/>
          </a:xfrm>
          <a:prstGeom prst="bentConnector3">
            <a:avLst>
              <a:gd fmla="val 50000" name="adj1"/>
            </a:avLst>
          </a:prstGeom>
          <a:noFill/>
          <a:ln cap="flat" cmpd="sng" w="19050">
            <a:solidFill>
              <a:schemeClr val="dk1"/>
            </a:solidFill>
            <a:prstDash val="solid"/>
            <a:round/>
            <a:headEnd len="med" w="med" type="none"/>
            <a:tailEnd len="med" w="med" type="stealth"/>
          </a:ln>
        </p:spPr>
      </p:cxnSp>
      <p:sp>
        <p:nvSpPr>
          <p:cNvPr id="1555" name="Google Shape;1555;p148"/>
          <p:cNvSpPr/>
          <p:nvPr/>
        </p:nvSpPr>
        <p:spPr>
          <a:xfrm>
            <a:off x="4633766" y="309074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556" name="Google Shape;1556;p148"/>
          <p:cNvSpPr/>
          <p:nvPr/>
        </p:nvSpPr>
        <p:spPr>
          <a:xfrm>
            <a:off x="2810406" y="3091050"/>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Data Engineering</a:t>
            </a:r>
            <a:endParaRPr sz="900">
              <a:solidFill>
                <a:schemeClr val="dk1"/>
              </a:solidFill>
            </a:endParaRPr>
          </a:p>
        </p:txBody>
      </p:sp>
      <p:sp>
        <p:nvSpPr>
          <p:cNvPr id="1554" name="Google Shape;1554;p148"/>
          <p:cNvSpPr/>
          <p:nvPr/>
        </p:nvSpPr>
        <p:spPr>
          <a:xfrm>
            <a:off x="335016" y="3784499"/>
            <a:ext cx="14940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Apache Spark</a:t>
            </a:r>
            <a:endParaRPr sz="900">
              <a:solidFill>
                <a:schemeClr val="dk1"/>
              </a:solidFill>
            </a:endParaRPr>
          </a:p>
        </p:txBody>
      </p:sp>
      <p:sp>
        <p:nvSpPr>
          <p:cNvPr id="1552" name="Google Shape;1552;p148"/>
          <p:cNvSpPr/>
          <p:nvPr/>
        </p:nvSpPr>
        <p:spPr>
          <a:xfrm>
            <a:off x="335014" y="3399376"/>
            <a:ext cx="14940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Catalog</a:t>
            </a:r>
            <a:endParaRPr sz="900">
              <a:solidFill>
                <a:schemeClr val="dk1"/>
              </a:solidFill>
            </a:endParaRPr>
          </a:p>
        </p:txBody>
      </p:sp>
      <p:sp>
        <p:nvSpPr>
          <p:cNvPr id="1557" name="Google Shape;1557;p148"/>
          <p:cNvSpPr/>
          <p:nvPr/>
        </p:nvSpPr>
        <p:spPr>
          <a:xfrm>
            <a:off x="4633765" y="274658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pic>
        <p:nvPicPr>
          <p:cNvPr id="1558" name="Google Shape;1558;p148"/>
          <p:cNvPicPr preferRelativeResize="0"/>
          <p:nvPr/>
        </p:nvPicPr>
        <p:blipFill>
          <a:blip r:embed="rId3">
            <a:alphaModFix/>
          </a:blip>
          <a:stretch>
            <a:fillRect/>
          </a:stretch>
        </p:blipFill>
        <p:spPr>
          <a:xfrm>
            <a:off x="4957125" y="1696134"/>
            <a:ext cx="4052776" cy="2701824"/>
          </a:xfrm>
          <a:prstGeom prst="rect">
            <a:avLst/>
          </a:prstGeom>
          <a:noFill/>
          <a:ln>
            <a:noFill/>
          </a:ln>
        </p:spPr>
      </p:pic>
      <p:sp>
        <p:nvSpPr>
          <p:cNvPr id="1559" name="Google Shape;1559;p148"/>
          <p:cNvSpPr/>
          <p:nvPr/>
        </p:nvSpPr>
        <p:spPr>
          <a:xfrm>
            <a:off x="2385341" y="344459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3</a:t>
            </a:r>
            <a:endParaRPr sz="1000">
              <a:solidFill>
                <a:schemeClr val="lt1"/>
              </a:solidFill>
            </a:endParaRPr>
          </a:p>
        </p:txBody>
      </p:sp>
      <p:sp>
        <p:nvSpPr>
          <p:cNvPr id="1560" name="Google Shape;1560;p148"/>
          <p:cNvSpPr/>
          <p:nvPr/>
        </p:nvSpPr>
        <p:spPr>
          <a:xfrm>
            <a:off x="1527976" y="2476684"/>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561" name="Google Shape;1561;p148"/>
          <p:cNvSpPr/>
          <p:nvPr/>
        </p:nvSpPr>
        <p:spPr>
          <a:xfrm>
            <a:off x="335014" y="3018376"/>
            <a:ext cx="14940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Datasphere</a:t>
            </a:r>
            <a:endParaRPr sz="900">
              <a:solidFill>
                <a:schemeClr val="dk1"/>
              </a:solidFill>
            </a:endParaRPr>
          </a:p>
        </p:txBody>
      </p:sp>
      <p:sp>
        <p:nvSpPr>
          <p:cNvPr id="1562" name="Google Shape;1562;p148"/>
          <p:cNvSpPr/>
          <p:nvPr/>
        </p:nvSpPr>
        <p:spPr>
          <a:xfrm>
            <a:off x="335014" y="2713576"/>
            <a:ext cx="14940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Intelligent Apps / SAC</a:t>
            </a:r>
            <a:endParaRPr sz="9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149"/>
          <p:cNvSpPr txBox="1"/>
          <p:nvPr>
            <p:ph type="title"/>
          </p:nvPr>
        </p:nvSpPr>
        <p:spPr>
          <a:xfrm>
            <a:off x="311700" y="166148"/>
            <a:ext cx="8520600" cy="708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Snowflake AI Studio</a:t>
            </a:r>
            <a:endParaRPr sz="2200"/>
          </a:p>
          <a:p>
            <a:pPr indent="0" lvl="0" marL="0" rtl="0" algn="l">
              <a:spcBef>
                <a:spcPts val="0"/>
              </a:spcBef>
              <a:spcAft>
                <a:spcPts val="0"/>
              </a:spcAft>
              <a:buNone/>
            </a:pPr>
            <a:r>
              <a:rPr b="0" lang="en" sz="1800"/>
              <a:t>Activate BDC Data Products, Semantic Views, and Agents in Snowflake</a:t>
            </a:r>
            <a:endParaRPr b="0" sz="1800"/>
          </a:p>
        </p:txBody>
      </p:sp>
      <p:sp>
        <p:nvSpPr>
          <p:cNvPr id="1568" name="Google Shape;1568;p149"/>
          <p:cNvSpPr txBox="1"/>
          <p:nvPr/>
        </p:nvSpPr>
        <p:spPr>
          <a:xfrm>
            <a:off x="408225" y="744325"/>
            <a:ext cx="6978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How to Easily Set Up &amp; Share AI hitting against data from SAP BDC in Snowflake</a:t>
            </a:r>
            <a:endParaRPr b="1" sz="1000"/>
          </a:p>
          <a:p>
            <a:pPr indent="0" lvl="0" marL="0" rtl="0" algn="l">
              <a:spcBef>
                <a:spcPts val="0"/>
              </a:spcBef>
              <a:spcAft>
                <a:spcPts val="0"/>
              </a:spcAft>
              <a:buNone/>
            </a:pPr>
            <a:r>
              <a:t/>
            </a:r>
            <a:endParaRPr sz="1000"/>
          </a:p>
          <a:p>
            <a:pPr indent="-292100" lvl="0" marL="457200" rtl="0" algn="l">
              <a:spcBef>
                <a:spcPts val="0"/>
              </a:spcBef>
              <a:spcAft>
                <a:spcPts val="0"/>
              </a:spcAft>
              <a:buSzPts val="1000"/>
              <a:buAutoNum type="arabicPeriod"/>
            </a:pPr>
            <a:r>
              <a:rPr lang="en" sz="1000"/>
              <a:t>Activate the Data Product from the BDC catalog. </a:t>
            </a:r>
            <a:endParaRPr sz="1000"/>
          </a:p>
          <a:p>
            <a:pPr indent="-292100" lvl="0" marL="457200" rtl="0" algn="l">
              <a:spcBef>
                <a:spcPts val="0"/>
              </a:spcBef>
              <a:spcAft>
                <a:spcPts val="0"/>
              </a:spcAft>
              <a:buSzPts val="1000"/>
              <a:buAutoNum type="arabicPeriod"/>
            </a:pPr>
            <a:r>
              <a:rPr lang="en" sz="1000"/>
              <a:t>Refresh the BDC Catalog and import the new data product. It activates as a Snowflake database. </a:t>
            </a:r>
            <a:endParaRPr sz="1000"/>
          </a:p>
          <a:p>
            <a:pPr indent="-292100" lvl="0" marL="457200" rtl="0" algn="l">
              <a:spcBef>
                <a:spcPts val="0"/>
              </a:spcBef>
              <a:spcAft>
                <a:spcPts val="0"/>
              </a:spcAft>
              <a:buSzPts val="1000"/>
              <a:buAutoNum type="arabicPeriod"/>
            </a:pPr>
            <a:r>
              <a:rPr lang="en" sz="1000"/>
              <a:t>Use Cortex Analyst to create/edit/automatically enrich semantic views on top of the DPs (now Snowflake tables).</a:t>
            </a:r>
            <a:endParaRPr sz="1000"/>
          </a:p>
          <a:p>
            <a:pPr indent="-292100" lvl="0" marL="457200" rtl="0" algn="l">
              <a:spcBef>
                <a:spcPts val="0"/>
              </a:spcBef>
              <a:spcAft>
                <a:spcPts val="0"/>
              </a:spcAft>
              <a:buSzPts val="1000"/>
              <a:buAutoNum type="arabicPeriod"/>
            </a:pPr>
            <a:r>
              <a:rPr lang="en" sz="1000"/>
              <a:t>Use Cortex Agent to create AI agents on top of multiple semantic views. Use NLQ to test.</a:t>
            </a:r>
            <a:endParaRPr sz="1000"/>
          </a:p>
          <a:p>
            <a:pPr indent="-292100" lvl="0" marL="457200" rtl="0" algn="l">
              <a:spcBef>
                <a:spcPts val="0"/>
              </a:spcBef>
              <a:spcAft>
                <a:spcPts val="0"/>
              </a:spcAft>
              <a:buSzPts val="1000"/>
              <a:buAutoNum type="arabicPeriod"/>
            </a:pPr>
            <a:r>
              <a:rPr lang="en" sz="1000"/>
              <a:t>Publish to Snowflake Intelligence which runs on top of multiple agents.</a:t>
            </a:r>
            <a:endParaRPr sz="1000"/>
          </a:p>
          <a:p>
            <a:pPr indent="-292100" lvl="0" marL="457200" rtl="0" algn="l">
              <a:spcBef>
                <a:spcPts val="0"/>
              </a:spcBef>
              <a:spcAft>
                <a:spcPts val="0"/>
              </a:spcAft>
              <a:buSzPts val="1000"/>
              <a:buAutoNum type="arabicPeriod"/>
            </a:pPr>
            <a:r>
              <a:rPr lang="en" sz="1000"/>
              <a:t>Share Snowflake data, applications, apis securely, economically, and performantly cross-cloud, cross-region, or back to BDC.</a:t>
            </a:r>
            <a:endParaRPr sz="1000"/>
          </a:p>
        </p:txBody>
      </p:sp>
      <p:sp>
        <p:nvSpPr>
          <p:cNvPr id="1569" name="Google Shape;1569;p149"/>
          <p:cNvSpPr txBox="1"/>
          <p:nvPr/>
        </p:nvSpPr>
        <p:spPr>
          <a:xfrm>
            <a:off x="189600" y="4466525"/>
            <a:ext cx="914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7C7C7C"/>
                </a:solidFill>
              </a:rPr>
              <a:t>All Snowflake workloads (data engineering, data quality, marketplace, AI/ML, Snowflake Intelligence) can be used on incoming data, and data persisted in Snowflake</a:t>
            </a:r>
            <a:endParaRPr>
              <a:solidFill>
                <a:srgbClr val="7C7C7C"/>
              </a:solidFill>
            </a:endParaRPr>
          </a:p>
        </p:txBody>
      </p:sp>
      <p:sp>
        <p:nvSpPr>
          <p:cNvPr id="1570" name="Google Shape;1570;p149"/>
          <p:cNvSpPr/>
          <p:nvPr/>
        </p:nvSpPr>
        <p:spPr>
          <a:xfrm>
            <a:off x="653400" y="2915800"/>
            <a:ext cx="1880700" cy="1485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p:txBody>
      </p:sp>
      <p:sp>
        <p:nvSpPr>
          <p:cNvPr id="1571" name="Google Shape;1571;p149"/>
          <p:cNvSpPr/>
          <p:nvPr/>
        </p:nvSpPr>
        <p:spPr>
          <a:xfrm>
            <a:off x="5057730" y="2393775"/>
            <a:ext cx="3664800" cy="1993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Snowflake AI Data Cloud</a:t>
            </a:r>
            <a:endParaRPr b="1" sz="1000">
              <a:solidFill>
                <a:schemeClr val="lt1"/>
              </a:solidFill>
            </a:endParaRPr>
          </a:p>
        </p:txBody>
      </p:sp>
      <p:sp>
        <p:nvSpPr>
          <p:cNvPr id="1572" name="Google Shape;1572;p149"/>
          <p:cNvSpPr/>
          <p:nvPr/>
        </p:nvSpPr>
        <p:spPr>
          <a:xfrm>
            <a:off x="5151834" y="323147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573" name="Google Shape;1573;p149"/>
          <p:cNvSpPr/>
          <p:nvPr/>
        </p:nvSpPr>
        <p:spPr>
          <a:xfrm>
            <a:off x="5151684" y="3806519"/>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Apache Iceberg</a:t>
            </a:r>
            <a:endParaRPr sz="900">
              <a:solidFill>
                <a:schemeClr val="dk1"/>
              </a:solidFill>
            </a:endParaRPr>
          </a:p>
        </p:txBody>
      </p:sp>
      <p:sp>
        <p:nvSpPr>
          <p:cNvPr id="1574" name="Google Shape;1574;p149"/>
          <p:cNvSpPr/>
          <p:nvPr/>
        </p:nvSpPr>
        <p:spPr>
          <a:xfrm>
            <a:off x="5142950" y="2967753"/>
            <a:ext cx="1724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Cortex AI &amp; ML</a:t>
            </a:r>
            <a:endParaRPr sz="900">
              <a:solidFill>
                <a:schemeClr val="dk1"/>
              </a:solidFill>
            </a:endParaRPr>
          </a:p>
        </p:txBody>
      </p:sp>
      <p:sp>
        <p:nvSpPr>
          <p:cNvPr id="1575" name="Google Shape;1575;p149"/>
          <p:cNvSpPr/>
          <p:nvPr/>
        </p:nvSpPr>
        <p:spPr>
          <a:xfrm>
            <a:off x="5151684" y="4092678"/>
            <a:ext cx="17247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Storage</a:t>
            </a:r>
            <a:endParaRPr sz="900">
              <a:solidFill>
                <a:schemeClr val="dk1"/>
              </a:solidFill>
            </a:endParaRPr>
          </a:p>
        </p:txBody>
      </p:sp>
      <p:sp>
        <p:nvSpPr>
          <p:cNvPr id="1576" name="Google Shape;1576;p149"/>
          <p:cNvSpPr/>
          <p:nvPr/>
        </p:nvSpPr>
        <p:spPr>
          <a:xfrm>
            <a:off x="5124459" y="2700389"/>
            <a:ext cx="1724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Marketplace</a:t>
            </a:r>
            <a:endParaRPr sz="900">
              <a:solidFill>
                <a:schemeClr val="dk1"/>
              </a:solidFill>
            </a:endParaRPr>
          </a:p>
        </p:txBody>
      </p:sp>
      <p:sp>
        <p:nvSpPr>
          <p:cNvPr id="1577" name="Google Shape;1577;p149"/>
          <p:cNvSpPr/>
          <p:nvPr/>
        </p:nvSpPr>
        <p:spPr>
          <a:xfrm>
            <a:off x="5151684" y="3550702"/>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VW</a:t>
            </a:r>
            <a:endParaRPr sz="900">
              <a:solidFill>
                <a:schemeClr val="dk1"/>
              </a:solidFill>
            </a:endParaRPr>
          </a:p>
        </p:txBody>
      </p:sp>
      <p:sp>
        <p:nvSpPr>
          <p:cNvPr id="1578" name="Google Shape;1578;p149"/>
          <p:cNvSpPr/>
          <p:nvPr/>
        </p:nvSpPr>
        <p:spPr>
          <a:xfrm>
            <a:off x="2719622" y="2914325"/>
            <a:ext cx="1751400" cy="14856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579" name="Google Shape;1579;p149"/>
          <p:cNvSpPr/>
          <p:nvPr/>
        </p:nvSpPr>
        <p:spPr>
          <a:xfrm>
            <a:off x="728401" y="3812450"/>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a:t>
            </a:r>
            <a:br>
              <a:rPr lang="en" sz="1000">
                <a:solidFill>
                  <a:schemeClr val="dk1"/>
                </a:solidFill>
              </a:rPr>
            </a:br>
            <a:r>
              <a:rPr lang="en" sz="900">
                <a:solidFill>
                  <a:schemeClr val="dk1"/>
                </a:solidFill>
              </a:rPr>
              <a:t>(Operational Reporting Layer)</a:t>
            </a:r>
            <a:endParaRPr sz="900">
              <a:solidFill>
                <a:schemeClr val="dk1"/>
              </a:solidFill>
            </a:endParaRPr>
          </a:p>
        </p:txBody>
      </p:sp>
      <p:sp>
        <p:nvSpPr>
          <p:cNvPr id="1580" name="Google Shape;1580;p149"/>
          <p:cNvSpPr/>
          <p:nvPr/>
        </p:nvSpPr>
        <p:spPr>
          <a:xfrm>
            <a:off x="2825974" y="3836451"/>
            <a:ext cx="14940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ABAP Push Replication Server / Apache Spark</a:t>
            </a:r>
            <a:endParaRPr sz="900">
              <a:solidFill>
                <a:schemeClr val="dk1"/>
              </a:solidFill>
            </a:endParaRPr>
          </a:p>
        </p:txBody>
      </p:sp>
      <p:sp>
        <p:nvSpPr>
          <p:cNvPr id="1581" name="Google Shape;1581;p149"/>
          <p:cNvSpPr/>
          <p:nvPr/>
        </p:nvSpPr>
        <p:spPr>
          <a:xfrm>
            <a:off x="2825947" y="3533484"/>
            <a:ext cx="14940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Object Store</a:t>
            </a:r>
            <a:endParaRPr sz="900">
              <a:solidFill>
                <a:schemeClr val="dk1"/>
              </a:solidFill>
            </a:endParaRPr>
          </a:p>
        </p:txBody>
      </p:sp>
      <p:sp>
        <p:nvSpPr>
          <p:cNvPr id="1582" name="Google Shape;1582;p149"/>
          <p:cNvSpPr/>
          <p:nvPr/>
        </p:nvSpPr>
        <p:spPr>
          <a:xfrm>
            <a:off x="2825972" y="3222728"/>
            <a:ext cx="14940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Catalog</a:t>
            </a:r>
            <a:endParaRPr sz="900">
              <a:solidFill>
                <a:schemeClr val="dk1"/>
              </a:solidFill>
            </a:endParaRPr>
          </a:p>
        </p:txBody>
      </p:sp>
      <p:cxnSp>
        <p:nvCxnSpPr>
          <p:cNvPr id="1583" name="Google Shape;1583;p149"/>
          <p:cNvCxnSpPr>
            <a:stCxn id="1582" idx="3"/>
            <a:endCxn id="1572" idx="1"/>
          </p:cNvCxnSpPr>
          <p:nvPr/>
        </p:nvCxnSpPr>
        <p:spPr>
          <a:xfrm>
            <a:off x="4319972" y="3347228"/>
            <a:ext cx="831900" cy="4500"/>
          </a:xfrm>
          <a:prstGeom prst="bentConnector3">
            <a:avLst>
              <a:gd fmla="val 49998" name="adj1"/>
            </a:avLst>
          </a:prstGeom>
          <a:noFill/>
          <a:ln cap="flat" cmpd="sng" w="19050">
            <a:solidFill>
              <a:schemeClr val="dk1"/>
            </a:solidFill>
            <a:prstDash val="dash"/>
            <a:round/>
            <a:headEnd len="med" w="med" type="stealth"/>
            <a:tailEnd len="med" w="med" type="none"/>
          </a:ln>
        </p:spPr>
      </p:cxnSp>
      <p:cxnSp>
        <p:nvCxnSpPr>
          <p:cNvPr id="1584" name="Google Shape;1584;p149"/>
          <p:cNvCxnSpPr>
            <a:stCxn id="1577" idx="1"/>
            <a:endCxn id="1581" idx="3"/>
          </p:cNvCxnSpPr>
          <p:nvPr/>
        </p:nvCxnSpPr>
        <p:spPr>
          <a:xfrm flipH="1">
            <a:off x="4320084" y="3658102"/>
            <a:ext cx="831600" cy="600"/>
          </a:xfrm>
          <a:prstGeom prst="bentConnector3">
            <a:avLst>
              <a:gd fmla="val 50008" name="adj1"/>
            </a:avLst>
          </a:prstGeom>
          <a:noFill/>
          <a:ln cap="flat" cmpd="sng" w="19050">
            <a:solidFill>
              <a:schemeClr val="accent1"/>
            </a:solidFill>
            <a:prstDash val="solid"/>
            <a:round/>
            <a:headEnd len="med" w="med" type="none"/>
            <a:tailEnd len="med" w="med" type="stealth"/>
          </a:ln>
        </p:spPr>
      </p:cxnSp>
      <p:cxnSp>
        <p:nvCxnSpPr>
          <p:cNvPr id="1585" name="Google Shape;1585;p149"/>
          <p:cNvCxnSpPr>
            <a:stCxn id="1579" idx="3"/>
            <a:endCxn id="1580" idx="1"/>
          </p:cNvCxnSpPr>
          <p:nvPr/>
        </p:nvCxnSpPr>
        <p:spPr>
          <a:xfrm>
            <a:off x="2453101" y="4061450"/>
            <a:ext cx="372900" cy="600"/>
          </a:xfrm>
          <a:prstGeom prst="bentConnector3">
            <a:avLst>
              <a:gd fmla="val 49996" name="adj1"/>
            </a:avLst>
          </a:prstGeom>
          <a:noFill/>
          <a:ln cap="flat" cmpd="sng" w="9525">
            <a:solidFill>
              <a:schemeClr val="dk2"/>
            </a:solidFill>
            <a:prstDash val="solid"/>
            <a:round/>
            <a:headEnd len="med" w="med" type="none"/>
            <a:tailEnd len="med" w="med" type="stealth"/>
          </a:ln>
        </p:spPr>
      </p:cxnSp>
      <p:sp>
        <p:nvSpPr>
          <p:cNvPr id="1586" name="Google Shape;1586;p149"/>
          <p:cNvSpPr/>
          <p:nvPr/>
        </p:nvSpPr>
        <p:spPr>
          <a:xfrm>
            <a:off x="5151678" y="324961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587" name="Google Shape;1587;p149"/>
          <p:cNvSpPr/>
          <p:nvPr/>
        </p:nvSpPr>
        <p:spPr>
          <a:xfrm>
            <a:off x="2550058" y="3247137"/>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588" name="Google Shape;1588;p149"/>
          <p:cNvSpPr/>
          <p:nvPr/>
        </p:nvSpPr>
        <p:spPr>
          <a:xfrm>
            <a:off x="6997830" y="2963175"/>
            <a:ext cx="1535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Snowflake Intelligence</a:t>
            </a:r>
            <a:endParaRPr sz="900">
              <a:solidFill>
                <a:schemeClr val="dk1"/>
              </a:solidFill>
            </a:endParaRPr>
          </a:p>
        </p:txBody>
      </p:sp>
      <p:sp>
        <p:nvSpPr>
          <p:cNvPr id="1589" name="Google Shape;1589;p149"/>
          <p:cNvSpPr/>
          <p:nvPr/>
        </p:nvSpPr>
        <p:spPr>
          <a:xfrm>
            <a:off x="6997830" y="3249600"/>
            <a:ext cx="1535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Cortex Agents</a:t>
            </a:r>
            <a:endParaRPr sz="900">
              <a:solidFill>
                <a:schemeClr val="dk1"/>
              </a:solidFill>
            </a:endParaRPr>
          </a:p>
        </p:txBody>
      </p:sp>
      <p:sp>
        <p:nvSpPr>
          <p:cNvPr id="1590" name="Google Shape;1590;p149"/>
          <p:cNvSpPr/>
          <p:nvPr/>
        </p:nvSpPr>
        <p:spPr>
          <a:xfrm>
            <a:off x="6997830" y="3536625"/>
            <a:ext cx="1535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Cortex Analyst</a:t>
            </a:r>
            <a:endParaRPr sz="900">
              <a:solidFill>
                <a:schemeClr val="dk1"/>
              </a:solidFill>
            </a:endParaRPr>
          </a:p>
        </p:txBody>
      </p:sp>
      <p:sp>
        <p:nvSpPr>
          <p:cNvPr id="1591" name="Google Shape;1591;p149"/>
          <p:cNvSpPr/>
          <p:nvPr/>
        </p:nvSpPr>
        <p:spPr>
          <a:xfrm>
            <a:off x="8372328" y="354082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3</a:t>
            </a:r>
            <a:endParaRPr sz="1000">
              <a:solidFill>
                <a:schemeClr val="lt1"/>
              </a:solidFill>
            </a:endParaRPr>
          </a:p>
        </p:txBody>
      </p:sp>
      <p:sp>
        <p:nvSpPr>
          <p:cNvPr id="1592" name="Google Shape;1592;p149"/>
          <p:cNvSpPr/>
          <p:nvPr/>
        </p:nvSpPr>
        <p:spPr>
          <a:xfrm>
            <a:off x="8371288" y="324545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593" name="Google Shape;1593;p149"/>
          <p:cNvSpPr/>
          <p:nvPr/>
        </p:nvSpPr>
        <p:spPr>
          <a:xfrm>
            <a:off x="8369732" y="2965981"/>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5</a:t>
            </a:r>
            <a:endParaRPr sz="1000">
              <a:solidFill>
                <a:schemeClr val="lt1"/>
              </a:solidFill>
            </a:endParaRPr>
          </a:p>
        </p:txBody>
      </p:sp>
      <p:sp>
        <p:nvSpPr>
          <p:cNvPr id="1594" name="Google Shape;1594;p149"/>
          <p:cNvSpPr/>
          <p:nvPr/>
        </p:nvSpPr>
        <p:spPr>
          <a:xfrm>
            <a:off x="6567187" y="269359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6</a:t>
            </a:r>
            <a:endParaRPr sz="1000">
              <a:solidFill>
                <a:schemeClr val="lt1"/>
              </a:solidFill>
            </a:endParaRPr>
          </a:p>
        </p:txBody>
      </p:sp>
      <p:cxnSp>
        <p:nvCxnSpPr>
          <p:cNvPr id="1595" name="Google Shape;1595;p149"/>
          <p:cNvCxnSpPr>
            <a:stCxn id="1588" idx="1"/>
          </p:cNvCxnSpPr>
          <p:nvPr/>
        </p:nvCxnSpPr>
        <p:spPr>
          <a:xfrm>
            <a:off x="6997830" y="3070575"/>
            <a:ext cx="0" cy="0"/>
          </a:xfrm>
          <a:prstGeom prst="straightConnector1">
            <a:avLst/>
          </a:prstGeom>
          <a:noFill/>
          <a:ln cap="flat" cmpd="sng" w="9525">
            <a:solidFill>
              <a:schemeClr val="lt1"/>
            </a:solidFill>
            <a:prstDash val="solid"/>
            <a:round/>
            <a:headEnd len="med" w="med" type="none"/>
            <a:tailEnd len="med" w="med" type="none"/>
          </a:ln>
        </p:spPr>
      </p:cxnSp>
      <p:cxnSp>
        <p:nvCxnSpPr>
          <p:cNvPr id="1596" name="Google Shape;1596;p149"/>
          <p:cNvCxnSpPr/>
          <p:nvPr/>
        </p:nvCxnSpPr>
        <p:spPr>
          <a:xfrm flipH="1" rot="10800000">
            <a:off x="6869593" y="2967675"/>
            <a:ext cx="134400" cy="102900"/>
          </a:xfrm>
          <a:prstGeom prst="straightConnector1">
            <a:avLst/>
          </a:prstGeom>
          <a:noFill/>
          <a:ln cap="flat" cmpd="sng" w="9525">
            <a:solidFill>
              <a:schemeClr val="dk1"/>
            </a:solidFill>
            <a:prstDash val="solid"/>
            <a:round/>
            <a:headEnd len="med" w="med" type="none"/>
            <a:tailEnd len="med" w="med" type="none"/>
          </a:ln>
        </p:spPr>
      </p:cxnSp>
      <p:cxnSp>
        <p:nvCxnSpPr>
          <p:cNvPr id="1597" name="Google Shape;1597;p149"/>
          <p:cNvCxnSpPr>
            <a:stCxn id="1574" idx="3"/>
          </p:cNvCxnSpPr>
          <p:nvPr/>
        </p:nvCxnSpPr>
        <p:spPr>
          <a:xfrm>
            <a:off x="6867650" y="3075453"/>
            <a:ext cx="129600" cy="686100"/>
          </a:xfrm>
          <a:prstGeom prst="straightConnector1">
            <a:avLst/>
          </a:prstGeom>
          <a:noFill/>
          <a:ln cap="flat" cmpd="sng" w="9525">
            <a:solidFill>
              <a:schemeClr val="dk1"/>
            </a:solidFill>
            <a:prstDash val="solid"/>
            <a:round/>
            <a:headEnd len="med" w="med" type="none"/>
            <a:tailEnd len="med" w="med" type="none"/>
          </a:ln>
        </p:spPr>
      </p:cxnSp>
      <p:sp>
        <p:nvSpPr>
          <p:cNvPr id="1598" name="Google Shape;1598;p149"/>
          <p:cNvSpPr txBox="1"/>
          <p:nvPr/>
        </p:nvSpPr>
        <p:spPr>
          <a:xfrm>
            <a:off x="290700" y="2234750"/>
            <a:ext cx="4281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7C7C7C"/>
                </a:solidFill>
              </a:rPr>
              <a:t>Check out other cool features in Cortex, such as Cortex Search, </a:t>
            </a:r>
            <a:r>
              <a:rPr lang="en" sz="1000">
                <a:solidFill>
                  <a:srgbClr val="7C7C7C"/>
                </a:solidFill>
              </a:rPr>
              <a:t>Document Processing,  an </a:t>
            </a:r>
            <a:r>
              <a:rPr lang="en" sz="1000">
                <a:solidFill>
                  <a:srgbClr val="7C7C7C"/>
                </a:solidFill>
              </a:rPr>
              <a:t>using your own LLMs.</a:t>
            </a:r>
            <a:endParaRPr>
              <a:solidFill>
                <a:srgbClr val="7C7C7C"/>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150"/>
          <p:cNvSpPr txBox="1"/>
          <p:nvPr>
            <p:ph idx="1" type="body"/>
          </p:nvPr>
        </p:nvSpPr>
        <p:spPr>
          <a:xfrm>
            <a:off x="365750" y="1886350"/>
            <a:ext cx="7484400" cy="1357200"/>
          </a:xfrm>
          <a:prstGeom prst="rect">
            <a:avLst/>
          </a:prstGeom>
        </p:spPr>
        <p:txBody>
          <a:bodyPr anchorCtr="0" anchor="ctr" bIns="45700" lIns="91425" spcFirstLastPara="1" rIns="91425" wrap="square" tIns="45700">
            <a:normAutofit/>
          </a:bodyPr>
          <a:lstStyle/>
          <a:p>
            <a:pPr indent="0" lvl="0" marL="0" rtl="0" algn="l">
              <a:spcBef>
                <a:spcPts val="0"/>
              </a:spcBef>
              <a:spcAft>
                <a:spcPts val="1000"/>
              </a:spcAft>
              <a:buNone/>
            </a:pPr>
            <a:r>
              <a:rPr lang="en"/>
              <a:t>HOW BDC WORKS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151"/>
          <p:cNvSpPr/>
          <p:nvPr/>
        </p:nvSpPr>
        <p:spPr>
          <a:xfrm>
            <a:off x="6239975" y="3565300"/>
            <a:ext cx="2324100" cy="1278600"/>
          </a:xfrm>
          <a:prstGeom prst="rect">
            <a:avLst/>
          </a:prstGeom>
          <a:noFill/>
          <a:ln cap="flat" cmpd="sng" w="9525">
            <a:solidFill>
              <a:srgbClr val="11567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S/4HANA Private Cloud Edition</a:t>
            </a:r>
            <a:endParaRPr sz="1000"/>
          </a:p>
        </p:txBody>
      </p:sp>
      <p:sp>
        <p:nvSpPr>
          <p:cNvPr id="1609" name="Google Shape;1609;p151"/>
          <p:cNvSpPr txBox="1"/>
          <p:nvPr>
            <p:ph idx="1" type="subTitle"/>
          </p:nvPr>
        </p:nvSpPr>
        <p:spPr>
          <a:xfrm>
            <a:off x="457200" y="958875"/>
            <a:ext cx="4727700" cy="5862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000"/>
              </a:spcAft>
              <a:buNone/>
            </a:pPr>
            <a:r>
              <a:rPr b="1" lang="en" sz="1200"/>
              <a:t>Commercial</a:t>
            </a:r>
            <a:r>
              <a:rPr lang="en" sz="1200"/>
              <a:t>: To access </a:t>
            </a:r>
            <a:r>
              <a:rPr b="1" lang="en" sz="1200"/>
              <a:t>managed</a:t>
            </a:r>
            <a:r>
              <a:rPr lang="en" sz="1200"/>
              <a:t> data products for Snowflake, customers have to buy intelligent applications.</a:t>
            </a:r>
            <a:endParaRPr sz="1200"/>
          </a:p>
        </p:txBody>
      </p:sp>
      <p:sp>
        <p:nvSpPr>
          <p:cNvPr id="1610" name="Google Shape;1610;p151"/>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700" u="sng">
                <a:solidFill>
                  <a:schemeClr val="hlink"/>
                </a:solidFill>
                <a:hlinkClick r:id="rId3"/>
              </a:rPr>
              <a:t>Introduction to SAP Intelligent Applications &amp; Managed Data Products</a:t>
            </a:r>
            <a:endParaRPr sz="1700"/>
          </a:p>
        </p:txBody>
      </p:sp>
      <p:pic>
        <p:nvPicPr>
          <p:cNvPr id="1611" name="Google Shape;1611;p151"/>
          <p:cNvPicPr preferRelativeResize="0"/>
          <p:nvPr/>
        </p:nvPicPr>
        <p:blipFill>
          <a:blip r:embed="rId4">
            <a:alphaModFix/>
          </a:blip>
          <a:stretch>
            <a:fillRect/>
          </a:stretch>
        </p:blipFill>
        <p:spPr>
          <a:xfrm>
            <a:off x="6138107" y="664750"/>
            <a:ext cx="323109" cy="215400"/>
          </a:xfrm>
          <a:prstGeom prst="rect">
            <a:avLst/>
          </a:prstGeom>
          <a:noFill/>
          <a:ln>
            <a:noFill/>
          </a:ln>
        </p:spPr>
      </p:pic>
      <p:sp>
        <p:nvSpPr>
          <p:cNvPr id="1612" name="Google Shape;1612;p151"/>
          <p:cNvSpPr/>
          <p:nvPr/>
        </p:nvSpPr>
        <p:spPr>
          <a:xfrm>
            <a:off x="6239825" y="880150"/>
            <a:ext cx="2324100" cy="2583300"/>
          </a:xfrm>
          <a:prstGeom prst="rect">
            <a:avLst/>
          </a:prstGeom>
          <a:solidFill>
            <a:srgbClr val="FF9F36"/>
          </a:solidFill>
          <a:ln cap="flat" cmpd="sng" w="9525">
            <a:solidFill>
              <a:srgbClr val="11567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SAP BDC</a:t>
            </a:r>
            <a:endParaRPr b="1" sz="900">
              <a:solidFill>
                <a:srgbClr val="FFFFFF"/>
              </a:solidFill>
            </a:endParaRPr>
          </a:p>
        </p:txBody>
      </p:sp>
      <p:sp>
        <p:nvSpPr>
          <p:cNvPr id="1613" name="Google Shape;1613;p151"/>
          <p:cNvSpPr/>
          <p:nvPr/>
        </p:nvSpPr>
        <p:spPr>
          <a:xfrm>
            <a:off x="6422458" y="3896447"/>
            <a:ext cx="2034000" cy="498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SAP-released CDS Views</a:t>
            </a:r>
            <a:endParaRPr sz="900">
              <a:solidFill>
                <a:srgbClr val="262626"/>
              </a:solidFill>
            </a:endParaRPr>
          </a:p>
        </p:txBody>
      </p:sp>
      <p:sp>
        <p:nvSpPr>
          <p:cNvPr id="1614" name="Google Shape;1614;p151"/>
          <p:cNvSpPr/>
          <p:nvPr/>
        </p:nvSpPr>
        <p:spPr>
          <a:xfrm>
            <a:off x="6422383" y="2845860"/>
            <a:ext cx="2034000" cy="498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ABAP Push Replication Server / Apache Spark</a:t>
            </a:r>
            <a:endParaRPr sz="900">
              <a:solidFill>
                <a:srgbClr val="262626"/>
              </a:solidFill>
            </a:endParaRPr>
          </a:p>
        </p:txBody>
      </p:sp>
      <p:sp>
        <p:nvSpPr>
          <p:cNvPr id="1615" name="Google Shape;1615;p151"/>
          <p:cNvSpPr/>
          <p:nvPr/>
        </p:nvSpPr>
        <p:spPr>
          <a:xfrm>
            <a:off x="6422350" y="2454050"/>
            <a:ext cx="2034000" cy="3231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BDC Object Store (MDP)</a:t>
            </a:r>
            <a:endParaRPr sz="900">
              <a:solidFill>
                <a:srgbClr val="262626"/>
              </a:solidFill>
            </a:endParaRPr>
          </a:p>
        </p:txBody>
      </p:sp>
      <p:sp>
        <p:nvSpPr>
          <p:cNvPr id="1616" name="Google Shape;1616;p151"/>
          <p:cNvSpPr/>
          <p:nvPr/>
        </p:nvSpPr>
        <p:spPr>
          <a:xfrm>
            <a:off x="6422450" y="4478375"/>
            <a:ext cx="2034000" cy="2484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Hana DB</a:t>
            </a:r>
            <a:endParaRPr sz="1000"/>
          </a:p>
        </p:txBody>
      </p:sp>
      <p:sp>
        <p:nvSpPr>
          <p:cNvPr id="1617" name="Google Shape;1617;p151"/>
          <p:cNvSpPr/>
          <p:nvPr/>
        </p:nvSpPr>
        <p:spPr>
          <a:xfrm>
            <a:off x="6422375" y="1984395"/>
            <a:ext cx="2034000" cy="3546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BDC Catalog</a:t>
            </a:r>
            <a:endParaRPr sz="900">
              <a:solidFill>
                <a:srgbClr val="262626"/>
              </a:solidFill>
            </a:endParaRPr>
          </a:p>
        </p:txBody>
      </p:sp>
      <p:sp>
        <p:nvSpPr>
          <p:cNvPr id="1618" name="Google Shape;1618;p151"/>
          <p:cNvSpPr/>
          <p:nvPr/>
        </p:nvSpPr>
        <p:spPr>
          <a:xfrm>
            <a:off x="6422375" y="1578000"/>
            <a:ext cx="2034000" cy="3546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Datasphere</a:t>
            </a:r>
            <a:endParaRPr sz="900">
              <a:solidFill>
                <a:srgbClr val="262626"/>
              </a:solidFill>
            </a:endParaRPr>
          </a:p>
        </p:txBody>
      </p:sp>
      <p:sp>
        <p:nvSpPr>
          <p:cNvPr id="1619" name="Google Shape;1619;p151"/>
          <p:cNvSpPr/>
          <p:nvPr/>
        </p:nvSpPr>
        <p:spPr>
          <a:xfrm>
            <a:off x="6422450" y="1147275"/>
            <a:ext cx="2034000" cy="3546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Analytics Cloud (Intelligent Apps)</a:t>
            </a:r>
            <a:endParaRPr sz="900">
              <a:solidFill>
                <a:srgbClr val="262626"/>
              </a:solidFill>
            </a:endParaRPr>
          </a:p>
        </p:txBody>
      </p:sp>
      <p:sp>
        <p:nvSpPr>
          <p:cNvPr id="1620" name="Google Shape;1620;p151"/>
          <p:cNvSpPr txBox="1"/>
          <p:nvPr>
            <p:ph idx="1" type="subTitle"/>
          </p:nvPr>
        </p:nvSpPr>
        <p:spPr>
          <a:xfrm>
            <a:off x="526650" y="1629775"/>
            <a:ext cx="4727700" cy="305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There are four components that are deployed when you activate an </a:t>
            </a:r>
            <a:r>
              <a:rPr b="1" lang="en" sz="1200"/>
              <a:t>Intelligent Application</a:t>
            </a:r>
            <a:r>
              <a:rPr lang="en" sz="1200"/>
              <a:t>:</a:t>
            </a:r>
            <a:endParaRPr sz="1200"/>
          </a:p>
          <a:p>
            <a:pPr indent="-304800" lvl="0" marL="457200" rtl="0" algn="l">
              <a:spcBef>
                <a:spcPts val="1000"/>
              </a:spcBef>
              <a:spcAft>
                <a:spcPts val="0"/>
              </a:spcAft>
              <a:buSzPts val="1200"/>
              <a:buAutoNum type="arabicPeriod"/>
            </a:pPr>
            <a:r>
              <a:rPr lang="en" sz="1200"/>
              <a:t>An APRS replication job, that will replicate from SAP S/4HANA (not on-premise) SAP-managed CDS Views to hydrate the;</a:t>
            </a:r>
            <a:endParaRPr sz="1200"/>
          </a:p>
          <a:p>
            <a:pPr indent="-304800" lvl="0" marL="457200" rtl="0" algn="l">
              <a:spcBef>
                <a:spcPts val="0"/>
              </a:spcBef>
              <a:spcAft>
                <a:spcPts val="0"/>
              </a:spcAft>
              <a:buSzPts val="1200"/>
              <a:buAutoNum type="arabicPeriod"/>
            </a:pPr>
            <a:r>
              <a:rPr lang="en" sz="1200"/>
              <a:t>SAP Managed Data Products (MDP) in the Object Store , that are organised by:</a:t>
            </a:r>
            <a:endParaRPr sz="1200"/>
          </a:p>
          <a:p>
            <a:pPr indent="-304800" lvl="0" marL="457200" rtl="0" algn="l">
              <a:spcBef>
                <a:spcPts val="0"/>
              </a:spcBef>
              <a:spcAft>
                <a:spcPts val="0"/>
              </a:spcAft>
              <a:buSzPts val="1200"/>
              <a:buAutoNum type="arabicPeriod"/>
            </a:pPr>
            <a:r>
              <a:rPr lang="en" sz="1200"/>
              <a:t>An Analytic Model, that is maintained in Datasphere, that will;</a:t>
            </a:r>
            <a:endParaRPr sz="1200"/>
          </a:p>
          <a:p>
            <a:pPr indent="-304800" lvl="0" marL="457200" rtl="0" algn="l">
              <a:spcBef>
                <a:spcPts val="0"/>
              </a:spcBef>
              <a:spcAft>
                <a:spcPts val="0"/>
              </a:spcAft>
              <a:buSzPts val="1200"/>
              <a:buAutoNum type="arabicPeriod"/>
            </a:pPr>
            <a:r>
              <a:rPr lang="en" sz="1200"/>
              <a:t>Hydrate an SAP Analytics Cloud Dashboard.</a:t>
            </a:r>
            <a:endParaRPr sz="1200"/>
          </a:p>
          <a:p>
            <a:pPr indent="0" lvl="0" marL="0" rtl="0" algn="l">
              <a:spcBef>
                <a:spcPts val="1000"/>
              </a:spcBef>
              <a:spcAft>
                <a:spcPts val="1000"/>
              </a:spcAft>
              <a:buNone/>
            </a:pPr>
            <a:r>
              <a:rPr b="1" lang="en" sz="1200"/>
              <a:t>Note</a:t>
            </a:r>
            <a:r>
              <a:rPr lang="en" sz="1200"/>
              <a:t>: SAP is sharing its Data Products with its ecosystem (if you buy intelligent applications), not its higher level Analytic Model (sitting in Datasphere)</a:t>
            </a:r>
            <a:endParaRPr sz="1200"/>
          </a:p>
        </p:txBody>
      </p:sp>
      <p:sp>
        <p:nvSpPr>
          <p:cNvPr id="1621" name="Google Shape;1621;p151"/>
          <p:cNvSpPr/>
          <p:nvPr/>
        </p:nvSpPr>
        <p:spPr>
          <a:xfrm>
            <a:off x="6131000" y="2988200"/>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rgbClr val="FFFFFF"/>
                </a:solidFill>
              </a:rPr>
              <a:t>  </a:t>
            </a:r>
            <a:r>
              <a:rPr lang="en" sz="1000">
                <a:solidFill>
                  <a:srgbClr val="FFFFFF"/>
                </a:solidFill>
              </a:rPr>
              <a:t>1</a:t>
            </a:r>
            <a:endParaRPr sz="1000">
              <a:solidFill>
                <a:srgbClr val="FFFFFF"/>
              </a:solidFill>
            </a:endParaRPr>
          </a:p>
        </p:txBody>
      </p:sp>
      <p:sp>
        <p:nvSpPr>
          <p:cNvPr id="1622" name="Google Shape;1622;p151"/>
          <p:cNvSpPr/>
          <p:nvPr/>
        </p:nvSpPr>
        <p:spPr>
          <a:xfrm>
            <a:off x="6130225" y="2537300"/>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rgbClr val="FFFFFF"/>
                </a:solidFill>
              </a:rPr>
              <a:t>  </a:t>
            </a:r>
            <a:r>
              <a:rPr lang="en" sz="1000">
                <a:solidFill>
                  <a:srgbClr val="FFFFFF"/>
                </a:solidFill>
              </a:rPr>
              <a:t>2</a:t>
            </a:r>
            <a:endParaRPr sz="1000">
              <a:solidFill>
                <a:srgbClr val="FFFFFF"/>
              </a:solidFill>
            </a:endParaRPr>
          </a:p>
        </p:txBody>
      </p:sp>
      <p:sp>
        <p:nvSpPr>
          <p:cNvPr id="1623" name="Google Shape;1623;p151"/>
          <p:cNvSpPr/>
          <p:nvPr/>
        </p:nvSpPr>
        <p:spPr>
          <a:xfrm>
            <a:off x="6131145" y="1669594"/>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rgbClr val="FFFFFF"/>
                </a:solidFill>
              </a:rPr>
              <a:t> </a:t>
            </a:r>
            <a:r>
              <a:rPr lang="en" sz="1000">
                <a:solidFill>
                  <a:srgbClr val="FFFFFF"/>
                </a:solidFill>
              </a:rPr>
              <a:t>3</a:t>
            </a:r>
            <a:endParaRPr sz="1000">
              <a:solidFill>
                <a:srgbClr val="FFFFFF"/>
              </a:solidFill>
            </a:endParaRPr>
          </a:p>
        </p:txBody>
      </p:sp>
      <p:sp>
        <p:nvSpPr>
          <p:cNvPr id="1624" name="Google Shape;1624;p151"/>
          <p:cNvSpPr/>
          <p:nvPr/>
        </p:nvSpPr>
        <p:spPr>
          <a:xfrm>
            <a:off x="6130220" y="1167169"/>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rgbClr val="FFFFFF"/>
                </a:solidFill>
              </a:rPr>
              <a:t> </a:t>
            </a:r>
            <a:r>
              <a:rPr lang="en" sz="1000">
                <a:solidFill>
                  <a:srgbClr val="FFFFFF"/>
                </a:solidFill>
              </a:rPr>
              <a:t>4</a:t>
            </a:r>
            <a:endParaRPr sz="1000">
              <a:solidFill>
                <a:srgbClr val="FFFFFF"/>
              </a:solidFill>
            </a:endParaRPr>
          </a:p>
        </p:txBody>
      </p:sp>
      <p:cxnSp>
        <p:nvCxnSpPr>
          <p:cNvPr id="1625" name="Google Shape;1625;p151"/>
          <p:cNvCxnSpPr/>
          <p:nvPr/>
        </p:nvCxnSpPr>
        <p:spPr>
          <a:xfrm flipH="1" rot="10800000">
            <a:off x="8711175" y="1060550"/>
            <a:ext cx="6000" cy="374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152"/>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700" u="sng">
                <a:solidFill>
                  <a:schemeClr val="hlink"/>
                </a:solidFill>
                <a:hlinkClick r:id="rId3"/>
              </a:rPr>
              <a:t>Extend SAP S/4HANA Managed Data Products</a:t>
            </a:r>
            <a:endParaRPr sz="1700"/>
          </a:p>
        </p:txBody>
      </p:sp>
      <p:sp>
        <p:nvSpPr>
          <p:cNvPr id="1631" name="Google Shape;1631;p152"/>
          <p:cNvSpPr txBox="1"/>
          <p:nvPr>
            <p:ph idx="1" type="subTitle"/>
          </p:nvPr>
        </p:nvSpPr>
        <p:spPr>
          <a:xfrm>
            <a:off x="470700" y="640200"/>
            <a:ext cx="4727700" cy="29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SAP's extension points for Business Data Cloud (BDC) data products let you enrich pre-built SAP data with your custom fields, integrating them into SAP Datasphere and Analytics Cloud, often using CDS views for custom fields.</a:t>
            </a:r>
            <a:endParaRPr sz="1000"/>
          </a:p>
          <a:p>
            <a:pPr indent="-292100" lvl="0" marL="457200" rtl="0" algn="l">
              <a:spcBef>
                <a:spcPts val="1000"/>
              </a:spcBef>
              <a:spcAft>
                <a:spcPts val="0"/>
              </a:spcAft>
              <a:buSzPts val="1000"/>
              <a:buAutoNum type="arabicPeriod"/>
            </a:pPr>
            <a:r>
              <a:rPr lang="en" sz="1000"/>
              <a:t>Provision BDC: Connect your S/4HANA system to SAP BDC.</a:t>
            </a:r>
            <a:endParaRPr sz="1000"/>
          </a:p>
          <a:p>
            <a:pPr indent="-292100" lvl="0" marL="457200" rtl="0" algn="l">
              <a:spcBef>
                <a:spcPts val="0"/>
              </a:spcBef>
              <a:spcAft>
                <a:spcPts val="0"/>
              </a:spcAft>
              <a:buSzPts val="1000"/>
              <a:buAutoNum type="arabicPeriod"/>
            </a:pPr>
            <a:r>
              <a:rPr lang="en" sz="1000"/>
              <a:t>Identify Data Product: Select an SAP-managed Data Product (e.g., Financial Actuals).</a:t>
            </a:r>
            <a:endParaRPr sz="1000"/>
          </a:p>
          <a:p>
            <a:pPr indent="-292100" lvl="0" marL="457200" rtl="0" algn="l">
              <a:spcBef>
                <a:spcPts val="0"/>
              </a:spcBef>
              <a:spcAft>
                <a:spcPts val="0"/>
              </a:spcAft>
              <a:buSzPts val="1000"/>
              <a:buAutoNum type="arabicPeriod"/>
            </a:pPr>
            <a:r>
              <a:rPr lang="en" sz="1000"/>
              <a:t>Extend CDS Views: Create custom CDS views that join the Data Product's CDS views with your custom tables.</a:t>
            </a:r>
            <a:endParaRPr sz="1000"/>
          </a:p>
          <a:p>
            <a:pPr indent="-292100" lvl="0" marL="457200" rtl="0" algn="l">
              <a:spcBef>
                <a:spcPts val="0"/>
              </a:spcBef>
              <a:spcAft>
                <a:spcPts val="0"/>
              </a:spcAft>
              <a:buSzPts val="1000"/>
              <a:buAutoNum type="arabicPeriod"/>
            </a:pPr>
            <a:r>
              <a:rPr lang="en" sz="1000"/>
              <a:t>Activate: Activate the Data Package in BDC to include these custom fields.</a:t>
            </a:r>
            <a:endParaRPr sz="1000"/>
          </a:p>
          <a:p>
            <a:pPr indent="0" lvl="0" marL="0" rtl="0" algn="l">
              <a:spcBef>
                <a:spcPts val="1000"/>
              </a:spcBef>
              <a:spcAft>
                <a:spcPts val="0"/>
              </a:spcAft>
              <a:buNone/>
            </a:pPr>
            <a:r>
              <a:rPr lang="en" sz="1000"/>
              <a:t>Consume: Access the enriched data in Datasphere for modeling or SAC for dashboards, or share with Snowflake for further data engineering, AI/ML or sharing. </a:t>
            </a:r>
            <a:endParaRPr sz="1000"/>
          </a:p>
          <a:p>
            <a:pPr indent="0" lvl="0" marL="0" rtl="0" algn="l">
              <a:spcBef>
                <a:spcPts val="1000"/>
              </a:spcBef>
              <a:spcAft>
                <a:spcPts val="1000"/>
              </a:spcAft>
              <a:buNone/>
            </a:pPr>
            <a:r>
              <a:rPr lang="en" sz="1000"/>
              <a:t>CDS to Data product mapping:</a:t>
            </a:r>
            <a:endParaRPr sz="1000"/>
          </a:p>
        </p:txBody>
      </p:sp>
      <p:sp>
        <p:nvSpPr>
          <p:cNvPr id="1632" name="Google Shape;1632;p152"/>
          <p:cNvSpPr/>
          <p:nvPr/>
        </p:nvSpPr>
        <p:spPr>
          <a:xfrm>
            <a:off x="6239975" y="3565300"/>
            <a:ext cx="2324100" cy="1278600"/>
          </a:xfrm>
          <a:prstGeom prst="rect">
            <a:avLst/>
          </a:prstGeom>
          <a:noFill/>
          <a:ln cap="flat" cmpd="sng" w="9525">
            <a:solidFill>
              <a:srgbClr val="11567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S/4HANA Private Cloud Edition</a:t>
            </a:r>
            <a:endParaRPr sz="1000"/>
          </a:p>
        </p:txBody>
      </p:sp>
      <p:pic>
        <p:nvPicPr>
          <p:cNvPr id="1633" name="Google Shape;1633;p152"/>
          <p:cNvPicPr preferRelativeResize="0"/>
          <p:nvPr/>
        </p:nvPicPr>
        <p:blipFill>
          <a:blip r:embed="rId4">
            <a:alphaModFix/>
          </a:blip>
          <a:stretch>
            <a:fillRect/>
          </a:stretch>
        </p:blipFill>
        <p:spPr>
          <a:xfrm>
            <a:off x="6138107" y="664750"/>
            <a:ext cx="323109" cy="215400"/>
          </a:xfrm>
          <a:prstGeom prst="rect">
            <a:avLst/>
          </a:prstGeom>
          <a:noFill/>
          <a:ln>
            <a:noFill/>
          </a:ln>
        </p:spPr>
      </p:pic>
      <p:sp>
        <p:nvSpPr>
          <p:cNvPr id="1634" name="Google Shape;1634;p152"/>
          <p:cNvSpPr/>
          <p:nvPr/>
        </p:nvSpPr>
        <p:spPr>
          <a:xfrm>
            <a:off x="6239825" y="880150"/>
            <a:ext cx="2324100" cy="2583300"/>
          </a:xfrm>
          <a:prstGeom prst="rect">
            <a:avLst/>
          </a:prstGeom>
          <a:solidFill>
            <a:srgbClr val="FF9F36"/>
          </a:solidFill>
          <a:ln cap="flat" cmpd="sng" w="9525">
            <a:solidFill>
              <a:srgbClr val="11567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SAP BDC</a:t>
            </a:r>
            <a:endParaRPr b="1" sz="900">
              <a:solidFill>
                <a:srgbClr val="FFFFFF"/>
              </a:solidFill>
            </a:endParaRPr>
          </a:p>
        </p:txBody>
      </p:sp>
      <p:sp>
        <p:nvSpPr>
          <p:cNvPr id="1635" name="Google Shape;1635;p152"/>
          <p:cNvSpPr/>
          <p:nvPr/>
        </p:nvSpPr>
        <p:spPr>
          <a:xfrm>
            <a:off x="6422458" y="3896447"/>
            <a:ext cx="2034000" cy="498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SAP-managed CDS Views</a:t>
            </a:r>
            <a:endParaRPr sz="900">
              <a:solidFill>
                <a:srgbClr val="262626"/>
              </a:solidFill>
            </a:endParaRPr>
          </a:p>
        </p:txBody>
      </p:sp>
      <p:sp>
        <p:nvSpPr>
          <p:cNvPr id="1636" name="Google Shape;1636;p152"/>
          <p:cNvSpPr/>
          <p:nvPr/>
        </p:nvSpPr>
        <p:spPr>
          <a:xfrm>
            <a:off x="6422383" y="2845860"/>
            <a:ext cx="2034000" cy="498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ABAP Push Replication Server / Apache Spark</a:t>
            </a:r>
            <a:endParaRPr sz="900">
              <a:solidFill>
                <a:srgbClr val="262626"/>
              </a:solidFill>
            </a:endParaRPr>
          </a:p>
        </p:txBody>
      </p:sp>
      <p:sp>
        <p:nvSpPr>
          <p:cNvPr id="1637" name="Google Shape;1637;p152"/>
          <p:cNvSpPr/>
          <p:nvPr/>
        </p:nvSpPr>
        <p:spPr>
          <a:xfrm>
            <a:off x="6422350" y="2454050"/>
            <a:ext cx="2034000" cy="3231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BDC Object Store (MDP)</a:t>
            </a:r>
            <a:endParaRPr sz="900">
              <a:solidFill>
                <a:srgbClr val="262626"/>
              </a:solidFill>
            </a:endParaRPr>
          </a:p>
        </p:txBody>
      </p:sp>
      <p:sp>
        <p:nvSpPr>
          <p:cNvPr id="1638" name="Google Shape;1638;p152"/>
          <p:cNvSpPr/>
          <p:nvPr/>
        </p:nvSpPr>
        <p:spPr>
          <a:xfrm>
            <a:off x="6422450" y="4478375"/>
            <a:ext cx="2034000" cy="2484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Hana DB</a:t>
            </a:r>
            <a:endParaRPr sz="1000"/>
          </a:p>
        </p:txBody>
      </p:sp>
      <p:sp>
        <p:nvSpPr>
          <p:cNvPr id="1639" name="Google Shape;1639;p152"/>
          <p:cNvSpPr/>
          <p:nvPr/>
        </p:nvSpPr>
        <p:spPr>
          <a:xfrm>
            <a:off x="6422375" y="1984395"/>
            <a:ext cx="2034000" cy="3546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BDC Catalog</a:t>
            </a:r>
            <a:endParaRPr sz="900">
              <a:solidFill>
                <a:srgbClr val="262626"/>
              </a:solidFill>
            </a:endParaRPr>
          </a:p>
        </p:txBody>
      </p:sp>
      <p:sp>
        <p:nvSpPr>
          <p:cNvPr id="1640" name="Google Shape;1640;p152"/>
          <p:cNvSpPr/>
          <p:nvPr/>
        </p:nvSpPr>
        <p:spPr>
          <a:xfrm>
            <a:off x="6422375" y="1578000"/>
            <a:ext cx="2034000" cy="3546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Datasphere</a:t>
            </a:r>
            <a:endParaRPr sz="900">
              <a:solidFill>
                <a:srgbClr val="262626"/>
              </a:solidFill>
            </a:endParaRPr>
          </a:p>
        </p:txBody>
      </p:sp>
      <p:sp>
        <p:nvSpPr>
          <p:cNvPr id="1641" name="Google Shape;1641;p152"/>
          <p:cNvSpPr/>
          <p:nvPr/>
        </p:nvSpPr>
        <p:spPr>
          <a:xfrm>
            <a:off x="6422450" y="1147275"/>
            <a:ext cx="2034000" cy="3546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Analytics Cloud (Intelligent Apps)</a:t>
            </a:r>
            <a:endParaRPr sz="900">
              <a:solidFill>
                <a:srgbClr val="262626"/>
              </a:solidFill>
            </a:endParaRPr>
          </a:p>
        </p:txBody>
      </p:sp>
      <p:sp>
        <p:nvSpPr>
          <p:cNvPr id="1642" name="Google Shape;1642;p152"/>
          <p:cNvSpPr/>
          <p:nvPr/>
        </p:nvSpPr>
        <p:spPr>
          <a:xfrm>
            <a:off x="5831275" y="3343850"/>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rgbClr val="FFFFFF"/>
                </a:solidFill>
              </a:rPr>
              <a:t>  </a:t>
            </a:r>
            <a:r>
              <a:rPr lang="en" sz="1000">
                <a:solidFill>
                  <a:srgbClr val="FFFFFF"/>
                </a:solidFill>
              </a:rPr>
              <a:t>1</a:t>
            </a:r>
            <a:endParaRPr sz="1000">
              <a:solidFill>
                <a:srgbClr val="FFFFFF"/>
              </a:solidFill>
            </a:endParaRPr>
          </a:p>
        </p:txBody>
      </p:sp>
      <p:sp>
        <p:nvSpPr>
          <p:cNvPr id="1643" name="Google Shape;1643;p152"/>
          <p:cNvSpPr/>
          <p:nvPr/>
        </p:nvSpPr>
        <p:spPr>
          <a:xfrm>
            <a:off x="5905525" y="2064100"/>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rgbClr val="FFFFFF"/>
                </a:solidFill>
              </a:rPr>
              <a:t>  </a:t>
            </a:r>
            <a:r>
              <a:rPr lang="en" sz="1000">
                <a:solidFill>
                  <a:srgbClr val="FFFFFF"/>
                </a:solidFill>
              </a:rPr>
              <a:t>2</a:t>
            </a:r>
            <a:endParaRPr sz="1000">
              <a:solidFill>
                <a:srgbClr val="FFFFFF"/>
              </a:solidFill>
            </a:endParaRPr>
          </a:p>
        </p:txBody>
      </p:sp>
      <p:sp>
        <p:nvSpPr>
          <p:cNvPr id="1644" name="Google Shape;1644;p152"/>
          <p:cNvSpPr/>
          <p:nvPr/>
        </p:nvSpPr>
        <p:spPr>
          <a:xfrm>
            <a:off x="6015120" y="4037744"/>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rgbClr val="FFFFFF"/>
                </a:solidFill>
              </a:rPr>
              <a:t> </a:t>
            </a:r>
            <a:r>
              <a:rPr lang="en" sz="1000">
                <a:solidFill>
                  <a:srgbClr val="FFFFFF"/>
                </a:solidFill>
              </a:rPr>
              <a:t>3</a:t>
            </a:r>
            <a:endParaRPr sz="1000">
              <a:solidFill>
                <a:srgbClr val="FFFFFF"/>
              </a:solidFill>
            </a:endParaRPr>
          </a:p>
        </p:txBody>
      </p:sp>
      <p:sp>
        <p:nvSpPr>
          <p:cNvPr id="1645" name="Google Shape;1645;p152"/>
          <p:cNvSpPr/>
          <p:nvPr/>
        </p:nvSpPr>
        <p:spPr>
          <a:xfrm>
            <a:off x="8402245" y="855744"/>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rgbClr val="FFFFFF"/>
                </a:solidFill>
              </a:rPr>
              <a:t> </a:t>
            </a:r>
            <a:r>
              <a:rPr lang="en" sz="1000">
                <a:solidFill>
                  <a:srgbClr val="FFFFFF"/>
                </a:solidFill>
              </a:rPr>
              <a:t>4</a:t>
            </a:r>
            <a:endParaRPr sz="1000">
              <a:solidFill>
                <a:srgbClr val="FFFFFF"/>
              </a:solidFill>
            </a:endParaRPr>
          </a:p>
        </p:txBody>
      </p:sp>
      <p:graphicFrame>
        <p:nvGraphicFramePr>
          <p:cNvPr id="1646" name="Google Shape;1646;p152"/>
          <p:cNvGraphicFramePr/>
          <p:nvPr/>
        </p:nvGraphicFramePr>
        <p:xfrm>
          <a:off x="699050" y="3616175"/>
          <a:ext cx="3000000" cy="3000000"/>
        </p:xfrm>
        <a:graphic>
          <a:graphicData uri="http://schemas.openxmlformats.org/drawingml/2006/table">
            <a:tbl>
              <a:tblPr>
                <a:noFill/>
                <a:tableStyleId>{561F3968-063D-4B55-815F-77BD0EEB315D}</a:tableStyleId>
              </a:tblPr>
              <a:tblGrid>
                <a:gridCol w="2846050"/>
                <a:gridCol w="1653300"/>
              </a:tblGrid>
              <a:tr h="255300">
                <a:tc>
                  <a:txBody>
                    <a:bodyPr/>
                    <a:lstStyle/>
                    <a:p>
                      <a:pPr indent="0" lvl="0" marL="0" rtl="0" algn="l">
                        <a:spcBef>
                          <a:spcPts val="0"/>
                        </a:spcBef>
                        <a:spcAft>
                          <a:spcPts val="0"/>
                        </a:spcAft>
                        <a:buNone/>
                      </a:pPr>
                      <a:r>
                        <a:rPr lang="en" sz="900"/>
                        <a:t>Data Product</a:t>
                      </a:r>
                      <a:endParaRPr sz="900"/>
                    </a:p>
                  </a:txBody>
                  <a:tcPr marT="91425" marB="91425" marR="91425" marL="91425"/>
                </a:tc>
                <a:tc>
                  <a:txBody>
                    <a:bodyPr/>
                    <a:lstStyle/>
                    <a:p>
                      <a:pPr indent="0" lvl="0" marL="0" rtl="0" algn="l">
                        <a:spcBef>
                          <a:spcPts val="0"/>
                        </a:spcBef>
                        <a:spcAft>
                          <a:spcPts val="0"/>
                        </a:spcAft>
                        <a:buNone/>
                      </a:pPr>
                      <a:r>
                        <a:rPr lang="en" sz="900"/>
                        <a:t>Data Source CDS</a:t>
                      </a:r>
                      <a:endParaRPr sz="900"/>
                    </a:p>
                  </a:txBody>
                  <a:tcPr marT="91425" marB="91425" marR="91425" marL="91425"/>
                </a:tc>
              </a:tr>
              <a:tr h="274500">
                <a:tc>
                  <a:txBody>
                    <a:bodyPr/>
                    <a:lstStyle/>
                    <a:p>
                      <a:pPr indent="0" lvl="0" marL="0" rtl="0" algn="l">
                        <a:spcBef>
                          <a:spcPts val="0"/>
                        </a:spcBef>
                        <a:spcAft>
                          <a:spcPts val="0"/>
                        </a:spcAft>
                        <a:buNone/>
                      </a:pPr>
                      <a:r>
                        <a:rPr lang="en" sz="900"/>
                        <a:t>Sales Order</a:t>
                      </a:r>
                      <a:endParaRPr sz="900"/>
                    </a:p>
                  </a:txBody>
                  <a:tcPr marT="91425" marB="91425" marR="91425" marL="91425"/>
                </a:tc>
                <a:tc>
                  <a:txBody>
                    <a:bodyPr/>
                    <a:lstStyle/>
                    <a:p>
                      <a:pPr indent="0" lvl="0" marL="0" rtl="0" algn="l">
                        <a:spcBef>
                          <a:spcPts val="0"/>
                        </a:spcBef>
                        <a:spcAft>
                          <a:spcPts val="0"/>
                        </a:spcAft>
                        <a:buNone/>
                      </a:pPr>
                      <a:r>
                        <a:rPr lang="en" sz="900"/>
                        <a:t>I_SalesOrder</a:t>
                      </a:r>
                      <a:endParaRPr sz="900"/>
                    </a:p>
                  </a:txBody>
                  <a:tcPr marT="91425" marB="91425" marR="91425" marL="91425"/>
                </a:tc>
              </a:tr>
              <a:tr h="255325">
                <a:tc>
                  <a:txBody>
                    <a:bodyPr/>
                    <a:lstStyle/>
                    <a:p>
                      <a:pPr indent="0" lvl="0" marL="0" rtl="0" algn="l">
                        <a:spcBef>
                          <a:spcPts val="0"/>
                        </a:spcBef>
                        <a:spcAft>
                          <a:spcPts val="0"/>
                        </a:spcAft>
                        <a:buNone/>
                      </a:pPr>
                      <a:r>
                        <a:rPr lang="en" sz="900"/>
                        <a:t>Sales Order Item</a:t>
                      </a:r>
                      <a:endParaRPr sz="900"/>
                    </a:p>
                  </a:txBody>
                  <a:tcPr marT="91425" marB="91425" marR="91425" marL="91425"/>
                </a:tc>
                <a:tc>
                  <a:txBody>
                    <a:bodyPr/>
                    <a:lstStyle/>
                    <a:p>
                      <a:pPr indent="0" lvl="0" marL="0" rtl="0" algn="l">
                        <a:spcBef>
                          <a:spcPts val="0"/>
                        </a:spcBef>
                        <a:spcAft>
                          <a:spcPts val="0"/>
                        </a:spcAft>
                        <a:buNone/>
                      </a:pPr>
                      <a:r>
                        <a:rPr lang="en" sz="900"/>
                        <a:t>I_SalesOrderItem</a:t>
                      </a:r>
                      <a:endParaRPr sz="900"/>
                    </a:p>
                  </a:txBody>
                  <a:tcPr marT="91425" marB="91425" marR="91425" marL="91425"/>
                </a:tc>
              </a:tr>
              <a:tr h="283050">
                <a:tc>
                  <a:txBody>
                    <a:bodyPr/>
                    <a:lstStyle/>
                    <a:p>
                      <a:pPr indent="0" lvl="0" marL="0" rtl="0" algn="l">
                        <a:spcBef>
                          <a:spcPts val="0"/>
                        </a:spcBef>
                        <a:spcAft>
                          <a:spcPts val="0"/>
                        </a:spcAft>
                        <a:buNone/>
                      </a:pPr>
                      <a:r>
                        <a:rPr lang="en" sz="900"/>
                        <a:t>Billing Document Item</a:t>
                      </a:r>
                      <a:endParaRPr sz="900"/>
                    </a:p>
                  </a:txBody>
                  <a:tcPr marT="91425" marB="91425" marR="91425" marL="91425"/>
                </a:tc>
                <a:tc>
                  <a:txBody>
                    <a:bodyPr/>
                    <a:lstStyle/>
                    <a:p>
                      <a:pPr indent="0" lvl="0" marL="0" rtl="0" algn="l">
                        <a:spcBef>
                          <a:spcPts val="0"/>
                        </a:spcBef>
                        <a:spcAft>
                          <a:spcPts val="0"/>
                        </a:spcAft>
                        <a:buNone/>
                      </a:pPr>
                      <a:r>
                        <a:rPr lang="en" sz="900"/>
                        <a:t>I_BillingDocumentItemDEX</a:t>
                      </a:r>
                      <a:endParaRPr sz="900"/>
                    </a:p>
                  </a:txBody>
                  <a:tcPr marT="91425" marB="91425" marR="91425" marL="91425"/>
                </a:tc>
              </a:tr>
            </a:tbl>
          </a:graphicData>
        </a:graphic>
      </p:graphicFrame>
      <p:cxnSp>
        <p:nvCxnSpPr>
          <p:cNvPr id="1647" name="Google Shape;1647;p152"/>
          <p:cNvCxnSpPr/>
          <p:nvPr/>
        </p:nvCxnSpPr>
        <p:spPr>
          <a:xfrm flipH="1" rot="10800000">
            <a:off x="8711175" y="1060550"/>
            <a:ext cx="6000" cy="374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153"/>
          <p:cNvSpPr txBox="1"/>
          <p:nvPr>
            <p:ph type="title"/>
          </p:nvPr>
        </p:nvSpPr>
        <p:spPr>
          <a:xfrm>
            <a:off x="365750" y="274323"/>
            <a:ext cx="8344800" cy="3657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700"/>
              <a:t>SAP BDC </a:t>
            </a:r>
            <a:r>
              <a:rPr lang="en" sz="1700" u="sng">
                <a:solidFill>
                  <a:schemeClr val="hlink"/>
                </a:solidFill>
                <a:hlinkClick r:id="rId3"/>
              </a:rPr>
              <a:t>Custom Data Products</a:t>
            </a:r>
            <a:endParaRPr sz="1700"/>
          </a:p>
        </p:txBody>
      </p:sp>
      <p:pic>
        <p:nvPicPr>
          <p:cNvPr id="1653" name="Google Shape;1653;p153"/>
          <p:cNvPicPr preferRelativeResize="0"/>
          <p:nvPr/>
        </p:nvPicPr>
        <p:blipFill>
          <a:blip r:embed="rId4">
            <a:alphaModFix/>
          </a:blip>
          <a:stretch>
            <a:fillRect/>
          </a:stretch>
        </p:blipFill>
        <p:spPr>
          <a:xfrm>
            <a:off x="5703082" y="959963"/>
            <a:ext cx="323109" cy="215400"/>
          </a:xfrm>
          <a:prstGeom prst="rect">
            <a:avLst/>
          </a:prstGeom>
          <a:noFill/>
          <a:ln>
            <a:noFill/>
          </a:ln>
        </p:spPr>
      </p:pic>
      <p:sp>
        <p:nvSpPr>
          <p:cNvPr id="1654" name="Google Shape;1654;p153"/>
          <p:cNvSpPr txBox="1"/>
          <p:nvPr>
            <p:ph idx="1" type="subTitle"/>
          </p:nvPr>
        </p:nvSpPr>
        <p:spPr>
          <a:xfrm>
            <a:off x="470700" y="2169700"/>
            <a:ext cx="4727700" cy="25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A customer has a custom CDS entity in SAP S/4HANA and wants to harmonize its data with SAP-managed data products. We’ll demonstrate how to create a custom data product based on that custom CDS entity</a:t>
            </a:r>
            <a:br>
              <a:rPr lang="en" sz="1000"/>
            </a:br>
            <a:endParaRPr sz="1000"/>
          </a:p>
          <a:p>
            <a:pPr indent="-292100" lvl="0" marL="457200" rtl="0" algn="l">
              <a:spcBef>
                <a:spcPts val="1000"/>
              </a:spcBef>
              <a:spcAft>
                <a:spcPts val="0"/>
              </a:spcAft>
              <a:buSzPts val="1000"/>
              <a:buAutoNum type="arabicPeriod"/>
            </a:pPr>
            <a:r>
              <a:rPr lang="en" sz="1000"/>
              <a:t>Extend a CDS entity in S/4HANA</a:t>
            </a:r>
            <a:endParaRPr sz="1000"/>
          </a:p>
          <a:p>
            <a:pPr indent="-292100" lvl="0" marL="457200" rtl="0" algn="l">
              <a:spcBef>
                <a:spcPts val="0"/>
              </a:spcBef>
              <a:spcAft>
                <a:spcPts val="0"/>
              </a:spcAft>
              <a:buSzPts val="1000"/>
              <a:buAutoNum type="arabicPeriod"/>
            </a:pPr>
            <a:r>
              <a:rPr lang="en" sz="1000"/>
              <a:t>One to several Replication Flows, that will replicate from S/4HANA CDS Views to hydrate the;</a:t>
            </a:r>
            <a:endParaRPr sz="1000"/>
          </a:p>
          <a:p>
            <a:pPr indent="-292100" lvl="0" marL="457200" rtl="0" algn="l">
              <a:spcBef>
                <a:spcPts val="0"/>
              </a:spcBef>
              <a:spcAft>
                <a:spcPts val="0"/>
              </a:spcAft>
              <a:buSzPts val="1000"/>
              <a:buAutoNum type="arabicPeriod"/>
            </a:pPr>
            <a:r>
              <a:rPr lang="en" sz="1000"/>
              <a:t>SAP Datasphere local tables (bronze) where you can create transformation flows with Datasphere (silver) and then </a:t>
            </a:r>
            <a:endParaRPr sz="1000"/>
          </a:p>
          <a:p>
            <a:pPr indent="-292100" lvl="0" marL="457200" rtl="0" algn="l">
              <a:spcBef>
                <a:spcPts val="0"/>
              </a:spcBef>
              <a:spcAft>
                <a:spcPts val="0"/>
              </a:spcAft>
              <a:buSzPts val="1000"/>
              <a:buAutoNum type="arabicPeriod"/>
            </a:pPr>
            <a:r>
              <a:rPr lang="en" sz="1000"/>
              <a:t>store in the Datasphere Object Store (data product), or Bucket (not shown), or Kafka Topic (not shown), and/or  </a:t>
            </a:r>
            <a:endParaRPr sz="1000"/>
          </a:p>
          <a:p>
            <a:pPr indent="-292100" lvl="0" marL="457200" rtl="0" algn="l">
              <a:spcBef>
                <a:spcPts val="0"/>
              </a:spcBef>
              <a:spcAft>
                <a:spcPts val="0"/>
              </a:spcAft>
              <a:buSzPts val="1000"/>
              <a:buAutoNum type="arabicPeriod"/>
            </a:pPr>
            <a:r>
              <a:rPr lang="en" sz="1000"/>
              <a:t>Optionally hydrate an SAP Analytics Cloud Dashboard.</a:t>
            </a:r>
            <a:endParaRPr sz="1000"/>
          </a:p>
        </p:txBody>
      </p:sp>
      <p:sp>
        <p:nvSpPr>
          <p:cNvPr id="1655" name="Google Shape;1655;p153"/>
          <p:cNvSpPr/>
          <p:nvPr/>
        </p:nvSpPr>
        <p:spPr>
          <a:xfrm>
            <a:off x="5756188" y="1136724"/>
            <a:ext cx="2361600" cy="3680700"/>
          </a:xfrm>
          <a:prstGeom prst="rect">
            <a:avLst/>
          </a:prstGeom>
          <a:solidFill>
            <a:srgbClr val="FF9F36"/>
          </a:solidFill>
          <a:ln cap="flat" cmpd="sng" w="9525">
            <a:solidFill>
              <a:srgbClr val="11567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SAP BDC</a:t>
            </a:r>
            <a:endParaRPr b="1" sz="900">
              <a:solidFill>
                <a:srgbClr val="FFFFFF"/>
              </a:solidFill>
            </a:endParaRPr>
          </a:p>
        </p:txBody>
      </p:sp>
      <p:sp>
        <p:nvSpPr>
          <p:cNvPr id="1656" name="Google Shape;1656;p153"/>
          <p:cNvSpPr/>
          <p:nvPr/>
        </p:nvSpPr>
        <p:spPr>
          <a:xfrm>
            <a:off x="5893450" y="3616200"/>
            <a:ext cx="2005500" cy="498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262626"/>
                </a:solidFill>
              </a:rPr>
              <a:t>Tables, CDS, Extractors</a:t>
            </a:r>
            <a:endParaRPr sz="1000">
              <a:solidFill>
                <a:srgbClr val="262626"/>
              </a:solidFill>
            </a:endParaRPr>
          </a:p>
        </p:txBody>
      </p:sp>
      <p:sp>
        <p:nvSpPr>
          <p:cNvPr id="1657" name="Google Shape;1657;p153"/>
          <p:cNvSpPr/>
          <p:nvPr/>
        </p:nvSpPr>
        <p:spPr>
          <a:xfrm>
            <a:off x="5893200" y="3051250"/>
            <a:ext cx="2005500" cy="4980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Datasphere Replication Flows </a:t>
            </a:r>
            <a:endParaRPr sz="1000"/>
          </a:p>
          <a:p>
            <a:pPr indent="0" lvl="0" marL="0" rtl="0" algn="ctr">
              <a:spcBef>
                <a:spcPts val="0"/>
              </a:spcBef>
              <a:spcAft>
                <a:spcPts val="0"/>
              </a:spcAft>
              <a:buNone/>
            </a:pPr>
            <a:r>
              <a:rPr lang="en" sz="1000"/>
              <a:t>(ODP/CDC Eng, SLT)</a:t>
            </a:r>
            <a:endParaRPr sz="1000">
              <a:solidFill>
                <a:srgbClr val="262626"/>
              </a:solidFill>
            </a:endParaRPr>
          </a:p>
        </p:txBody>
      </p:sp>
      <p:sp>
        <p:nvSpPr>
          <p:cNvPr id="1658" name="Google Shape;1658;p153"/>
          <p:cNvSpPr/>
          <p:nvPr/>
        </p:nvSpPr>
        <p:spPr>
          <a:xfrm>
            <a:off x="6123801" y="2661161"/>
            <a:ext cx="1795800" cy="3231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Datasphere Object Store</a:t>
            </a:r>
            <a:endParaRPr sz="900">
              <a:solidFill>
                <a:srgbClr val="262626"/>
              </a:solidFill>
            </a:endParaRPr>
          </a:p>
        </p:txBody>
      </p:sp>
      <p:sp>
        <p:nvSpPr>
          <p:cNvPr id="1659" name="Google Shape;1659;p153"/>
          <p:cNvSpPr/>
          <p:nvPr/>
        </p:nvSpPr>
        <p:spPr>
          <a:xfrm>
            <a:off x="5893450" y="4517186"/>
            <a:ext cx="2034000" cy="2484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AnyDB</a:t>
            </a:r>
            <a:endParaRPr sz="1000"/>
          </a:p>
        </p:txBody>
      </p:sp>
      <p:sp>
        <p:nvSpPr>
          <p:cNvPr id="1660" name="Google Shape;1660;p153"/>
          <p:cNvSpPr/>
          <p:nvPr/>
        </p:nvSpPr>
        <p:spPr>
          <a:xfrm>
            <a:off x="5893450" y="4178950"/>
            <a:ext cx="1992600" cy="2484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S/4HANA on-premise / ECC</a:t>
            </a:r>
            <a:endParaRPr sz="1000"/>
          </a:p>
        </p:txBody>
      </p:sp>
      <p:sp>
        <p:nvSpPr>
          <p:cNvPr id="1661" name="Google Shape;1661;p153"/>
          <p:cNvSpPr/>
          <p:nvPr/>
        </p:nvSpPr>
        <p:spPr>
          <a:xfrm>
            <a:off x="6666875" y="2234405"/>
            <a:ext cx="1252800" cy="3231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BDC Catalog</a:t>
            </a:r>
            <a:endParaRPr sz="900">
              <a:solidFill>
                <a:srgbClr val="262626"/>
              </a:solidFill>
            </a:endParaRPr>
          </a:p>
        </p:txBody>
      </p:sp>
      <p:sp>
        <p:nvSpPr>
          <p:cNvPr id="1662" name="Google Shape;1662;p153"/>
          <p:cNvSpPr/>
          <p:nvPr/>
        </p:nvSpPr>
        <p:spPr>
          <a:xfrm>
            <a:off x="5893450" y="1865804"/>
            <a:ext cx="2034000" cy="3039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Datasphere</a:t>
            </a:r>
            <a:endParaRPr sz="900">
              <a:solidFill>
                <a:srgbClr val="262626"/>
              </a:solidFill>
            </a:endParaRPr>
          </a:p>
        </p:txBody>
      </p:sp>
      <p:sp>
        <p:nvSpPr>
          <p:cNvPr id="1663" name="Google Shape;1663;p153"/>
          <p:cNvSpPr/>
          <p:nvPr/>
        </p:nvSpPr>
        <p:spPr>
          <a:xfrm>
            <a:off x="5885500" y="1495304"/>
            <a:ext cx="2034000" cy="303900"/>
          </a:xfrm>
          <a:prstGeom prst="rect">
            <a:avLst/>
          </a:prstGeom>
          <a:solidFill>
            <a:srgbClr val="FFFFFF"/>
          </a:solidFill>
          <a:ln cap="flat" cmpd="sng" w="9525">
            <a:solidFill>
              <a:srgbClr val="1156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262626"/>
                </a:solidFill>
              </a:rPr>
              <a:t>SAP Analytics Cloud</a:t>
            </a:r>
            <a:endParaRPr sz="900">
              <a:solidFill>
                <a:srgbClr val="262626"/>
              </a:solidFill>
            </a:endParaRPr>
          </a:p>
        </p:txBody>
      </p:sp>
      <p:cxnSp>
        <p:nvCxnSpPr>
          <p:cNvPr id="1664" name="Google Shape;1664;p153"/>
          <p:cNvCxnSpPr/>
          <p:nvPr/>
        </p:nvCxnSpPr>
        <p:spPr>
          <a:xfrm rot="10800000">
            <a:off x="5965025" y="2274200"/>
            <a:ext cx="0" cy="785700"/>
          </a:xfrm>
          <a:prstGeom prst="straightConnector1">
            <a:avLst/>
          </a:prstGeom>
          <a:noFill/>
          <a:ln cap="flat" cmpd="sng" w="9525">
            <a:solidFill>
              <a:schemeClr val="dk2"/>
            </a:solidFill>
            <a:prstDash val="solid"/>
            <a:round/>
            <a:headEnd len="med" w="med" type="none"/>
            <a:tailEnd len="med" w="med" type="triangle"/>
          </a:ln>
        </p:spPr>
      </p:cxnSp>
      <p:cxnSp>
        <p:nvCxnSpPr>
          <p:cNvPr id="1665" name="Google Shape;1665;p153"/>
          <p:cNvCxnSpPr/>
          <p:nvPr/>
        </p:nvCxnSpPr>
        <p:spPr>
          <a:xfrm>
            <a:off x="6358150" y="2238375"/>
            <a:ext cx="0" cy="404700"/>
          </a:xfrm>
          <a:prstGeom prst="straightConnector1">
            <a:avLst/>
          </a:prstGeom>
          <a:noFill/>
          <a:ln cap="flat" cmpd="sng" w="9525">
            <a:solidFill>
              <a:schemeClr val="dk2"/>
            </a:solidFill>
            <a:prstDash val="solid"/>
            <a:round/>
            <a:headEnd len="med" w="med" type="none"/>
            <a:tailEnd len="med" w="med" type="triangle"/>
          </a:ln>
        </p:spPr>
      </p:cxnSp>
      <p:sp>
        <p:nvSpPr>
          <p:cNvPr id="1666" name="Google Shape;1666;p153"/>
          <p:cNvSpPr/>
          <p:nvPr/>
        </p:nvSpPr>
        <p:spPr>
          <a:xfrm>
            <a:off x="5741059" y="2468350"/>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rgbClr val="FFFFFF"/>
                </a:solidFill>
              </a:rPr>
              <a:t>  </a:t>
            </a:r>
            <a:r>
              <a:rPr lang="en" sz="1000">
                <a:solidFill>
                  <a:srgbClr val="FFFFFF"/>
                </a:solidFill>
              </a:rPr>
              <a:t>2</a:t>
            </a:r>
            <a:endParaRPr sz="1000">
              <a:solidFill>
                <a:srgbClr val="FFFFFF"/>
              </a:solidFill>
            </a:endParaRPr>
          </a:p>
        </p:txBody>
      </p:sp>
      <p:sp>
        <p:nvSpPr>
          <p:cNvPr id="1667" name="Google Shape;1667;p153"/>
          <p:cNvSpPr/>
          <p:nvPr/>
        </p:nvSpPr>
        <p:spPr>
          <a:xfrm>
            <a:off x="6094056" y="2298278"/>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rgbClr val="FFFFFF"/>
                </a:solidFill>
              </a:rPr>
              <a:t> </a:t>
            </a:r>
            <a:r>
              <a:rPr lang="en" sz="1000">
                <a:solidFill>
                  <a:srgbClr val="FFFFFF"/>
                </a:solidFill>
              </a:rPr>
              <a:t>4</a:t>
            </a:r>
            <a:endParaRPr sz="1000">
              <a:solidFill>
                <a:srgbClr val="FFFFFF"/>
              </a:solidFill>
            </a:endParaRPr>
          </a:p>
        </p:txBody>
      </p:sp>
      <p:sp>
        <p:nvSpPr>
          <p:cNvPr id="1668" name="Google Shape;1668;p153"/>
          <p:cNvSpPr/>
          <p:nvPr/>
        </p:nvSpPr>
        <p:spPr>
          <a:xfrm>
            <a:off x="5890781" y="3757500"/>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rgbClr val="FFFFFF"/>
                </a:solidFill>
              </a:rPr>
              <a:t>  </a:t>
            </a:r>
            <a:r>
              <a:rPr lang="en" sz="1000">
                <a:solidFill>
                  <a:srgbClr val="FFFFFF"/>
                </a:solidFill>
              </a:rPr>
              <a:t>1</a:t>
            </a:r>
            <a:endParaRPr sz="1000">
              <a:solidFill>
                <a:srgbClr val="FFFFFF"/>
              </a:solidFill>
            </a:endParaRPr>
          </a:p>
        </p:txBody>
      </p:sp>
      <p:sp>
        <p:nvSpPr>
          <p:cNvPr id="1669" name="Google Shape;1669;p153"/>
          <p:cNvSpPr/>
          <p:nvPr/>
        </p:nvSpPr>
        <p:spPr>
          <a:xfrm>
            <a:off x="7338575" y="1910044"/>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rgbClr val="FFFFFF"/>
                </a:solidFill>
              </a:rPr>
              <a:t> </a:t>
            </a:r>
            <a:r>
              <a:rPr lang="en" sz="1000">
                <a:solidFill>
                  <a:srgbClr val="FFFFFF"/>
                </a:solidFill>
              </a:rPr>
              <a:t>3</a:t>
            </a:r>
            <a:endParaRPr sz="1000">
              <a:solidFill>
                <a:srgbClr val="FFFFFF"/>
              </a:solidFill>
            </a:endParaRPr>
          </a:p>
        </p:txBody>
      </p:sp>
      <p:sp>
        <p:nvSpPr>
          <p:cNvPr id="1670" name="Google Shape;1670;p153"/>
          <p:cNvSpPr/>
          <p:nvPr/>
        </p:nvSpPr>
        <p:spPr>
          <a:xfrm>
            <a:off x="7407631" y="1529044"/>
            <a:ext cx="224700" cy="215400"/>
          </a:xfrm>
          <a:prstGeom prst="ellipse">
            <a:avLst/>
          </a:prstGeom>
          <a:solidFill>
            <a:srgbClr val="262626"/>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rgbClr val="FFFFFF"/>
                </a:solidFill>
              </a:rPr>
              <a:t> </a:t>
            </a:r>
            <a:r>
              <a:rPr lang="en" sz="1000">
                <a:solidFill>
                  <a:srgbClr val="FFFFFF"/>
                </a:solidFill>
              </a:rPr>
              <a:t>5</a:t>
            </a:r>
            <a:endParaRPr sz="1000">
              <a:solidFill>
                <a:srgbClr val="FFFFFF"/>
              </a:solidFill>
            </a:endParaRPr>
          </a:p>
        </p:txBody>
      </p:sp>
      <p:cxnSp>
        <p:nvCxnSpPr>
          <p:cNvPr id="1671" name="Google Shape;1671;p153"/>
          <p:cNvCxnSpPr/>
          <p:nvPr/>
        </p:nvCxnSpPr>
        <p:spPr>
          <a:xfrm flipH="1" rot="10800000">
            <a:off x="8711175" y="1060550"/>
            <a:ext cx="6000" cy="3743100"/>
          </a:xfrm>
          <a:prstGeom prst="straightConnector1">
            <a:avLst/>
          </a:prstGeom>
          <a:noFill/>
          <a:ln cap="flat" cmpd="sng" w="9525">
            <a:solidFill>
              <a:schemeClr val="dk2"/>
            </a:solidFill>
            <a:prstDash val="solid"/>
            <a:round/>
            <a:headEnd len="med" w="med" type="none"/>
            <a:tailEnd len="med" w="med" type="triangle"/>
          </a:ln>
        </p:spPr>
      </p:cxnSp>
      <p:sp>
        <p:nvSpPr>
          <p:cNvPr id="1672" name="Google Shape;1672;p153"/>
          <p:cNvSpPr txBox="1"/>
          <p:nvPr>
            <p:ph idx="1" type="subTitle"/>
          </p:nvPr>
        </p:nvSpPr>
        <p:spPr>
          <a:xfrm>
            <a:off x="457200" y="958875"/>
            <a:ext cx="4727700" cy="1019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000"/>
              </a:spcAft>
              <a:buNone/>
            </a:pPr>
            <a:r>
              <a:rPr b="1" lang="en" sz="1200"/>
              <a:t>Warning</a:t>
            </a:r>
            <a:r>
              <a:rPr lang="en" sz="1200"/>
              <a:t>: Datasphere Business Content only covers S/4HANA (e.g. on-premise), not ECC. Business Content does not convert 1-to-1 to managed data products (once you move your on-prem to Private Cloud.)</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154"/>
          <p:cNvSpPr txBox="1"/>
          <p:nvPr>
            <p:ph type="title"/>
          </p:nvPr>
        </p:nvSpPr>
        <p:spPr>
          <a:xfrm>
            <a:off x="386108" y="273844"/>
            <a:ext cx="8381400" cy="789600"/>
          </a:xfrm>
          <a:prstGeom prst="rect">
            <a:avLst/>
          </a:prstGeom>
        </p:spPr>
        <p:txBody>
          <a:bodyPr anchorCtr="0" anchor="t" bIns="34275" lIns="68575" spcFirstLastPara="1" rIns="68575" wrap="square" tIns="34275">
            <a:spAutoFit/>
          </a:bodyPr>
          <a:lstStyle/>
          <a:p>
            <a:pPr indent="0" lvl="0" marL="0" rtl="0" algn="l">
              <a:spcBef>
                <a:spcPts val="0"/>
              </a:spcBef>
              <a:spcAft>
                <a:spcPts val="1000"/>
              </a:spcAft>
              <a:buNone/>
            </a:pPr>
            <a:r>
              <a:rPr lang="en"/>
              <a:t>How is BDC Connect for Snowflake different from Delta Sharing?</a:t>
            </a:r>
            <a:endParaRPr/>
          </a:p>
        </p:txBody>
      </p:sp>
      <p:sp>
        <p:nvSpPr>
          <p:cNvPr id="1678" name="Google Shape;1678;p154"/>
          <p:cNvSpPr txBox="1"/>
          <p:nvPr>
            <p:ph idx="1" type="body"/>
          </p:nvPr>
        </p:nvSpPr>
        <p:spPr>
          <a:xfrm>
            <a:off x="382083" y="1102996"/>
            <a:ext cx="8385600" cy="3334800"/>
          </a:xfrm>
          <a:prstGeom prst="rect">
            <a:avLst/>
          </a:prstGeom>
        </p:spPr>
        <p:txBody>
          <a:bodyPr anchorCtr="0" anchor="t" bIns="34275" lIns="68575" spcFirstLastPara="1" rIns="68575" wrap="square" tIns="34275">
            <a:spAutoFit/>
          </a:bodyPr>
          <a:lstStyle/>
          <a:p>
            <a:pPr indent="0" lvl="0" marL="0" rtl="0" algn="l">
              <a:lnSpc>
                <a:spcPct val="115000"/>
              </a:lnSpc>
              <a:spcBef>
                <a:spcPts val="1200"/>
              </a:spcBef>
              <a:spcAft>
                <a:spcPts val="0"/>
              </a:spcAft>
              <a:buNone/>
            </a:pPr>
            <a:r>
              <a:rPr lang="en" sz="1100">
                <a:solidFill>
                  <a:srgbClr val="434343"/>
                </a:solidFill>
                <a:latin typeface="Lato"/>
                <a:ea typeface="Lato"/>
                <a:cs typeface="Lato"/>
                <a:sym typeface="Lato"/>
              </a:rPr>
              <a:t>For Databrick Delta Sharing:</a:t>
            </a:r>
            <a:endParaRPr sz="1100">
              <a:solidFill>
                <a:srgbClr val="434343"/>
              </a:solidFill>
              <a:latin typeface="Lato"/>
              <a:ea typeface="Lato"/>
              <a:cs typeface="Lato"/>
              <a:sym typeface="Lato"/>
            </a:endParaRPr>
          </a:p>
          <a:p>
            <a:pPr indent="-298450" lvl="0" marL="457200" rtl="0" algn="l">
              <a:lnSpc>
                <a:spcPct val="115000"/>
              </a:lnSpc>
              <a:spcBef>
                <a:spcPts val="1200"/>
              </a:spcBef>
              <a:spcAft>
                <a:spcPts val="0"/>
              </a:spcAft>
              <a:buClr>
                <a:srgbClr val="434343"/>
              </a:buClr>
              <a:buSzPts val="1100"/>
              <a:buFont typeface="Lato"/>
              <a:buChar char="•"/>
            </a:pPr>
            <a:r>
              <a:rPr lang="en" sz="1100">
                <a:solidFill>
                  <a:srgbClr val="434343"/>
                </a:solidFill>
                <a:latin typeface="Lato"/>
                <a:ea typeface="Lato"/>
                <a:cs typeface="Lato"/>
                <a:sym typeface="Lato"/>
              </a:rPr>
              <a:t>You need to set up a Delta Sharing Server</a:t>
            </a:r>
            <a:endParaRPr sz="1100">
              <a:solidFill>
                <a:srgbClr val="434343"/>
              </a:solidFill>
              <a:latin typeface="Lato"/>
              <a:ea typeface="Lato"/>
              <a:cs typeface="Lato"/>
              <a:sym typeface="Lato"/>
            </a:endParaRPr>
          </a:p>
          <a:p>
            <a:pPr indent="-298450" lvl="0" marL="457200" rtl="0" algn="l">
              <a:lnSpc>
                <a:spcPct val="115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Optimizations, such as pruning and result caching, are not applied on Delta-Shared objects like they are in Snowflake; leading consumers to pay compute cost penalty </a:t>
            </a:r>
            <a:r>
              <a:rPr i="1" lang="en" sz="1100">
                <a:solidFill>
                  <a:srgbClr val="434343"/>
                </a:solidFill>
                <a:latin typeface="Lato"/>
                <a:ea typeface="Lato"/>
                <a:cs typeface="Lato"/>
                <a:sym typeface="Lato"/>
              </a:rPr>
              <a:t>per query</a:t>
            </a:r>
            <a:r>
              <a:rPr lang="en" sz="1100">
                <a:solidFill>
                  <a:srgbClr val="434343"/>
                </a:solidFill>
                <a:latin typeface="Lato"/>
                <a:ea typeface="Lato"/>
                <a:cs typeface="Lato"/>
                <a:sym typeface="Lato"/>
              </a:rPr>
              <a:t>.</a:t>
            </a:r>
            <a:endParaRPr sz="1100">
              <a:solidFill>
                <a:srgbClr val="434343"/>
              </a:solidFill>
              <a:latin typeface="Lato"/>
              <a:ea typeface="Lato"/>
              <a:cs typeface="Lato"/>
              <a:sym typeface="Lato"/>
            </a:endParaRPr>
          </a:p>
          <a:p>
            <a:pPr indent="-298450" lvl="0" marL="457200" rtl="0" algn="l">
              <a:lnSpc>
                <a:spcPct val="115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You can only have tables only (other richer objects views, functions, and apps are not supported)</a:t>
            </a:r>
            <a:endParaRPr sz="1100">
              <a:solidFill>
                <a:srgbClr val="434343"/>
              </a:solidFill>
              <a:latin typeface="Lato"/>
              <a:ea typeface="Lato"/>
              <a:cs typeface="Lato"/>
              <a:sym typeface="Lato"/>
            </a:endParaRPr>
          </a:p>
          <a:p>
            <a:pPr indent="-298450" lvl="0" marL="457200" rtl="0" algn="l">
              <a:lnSpc>
                <a:spcPct val="115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Managed Delta Sharing restricts providers to sharing with consumers who are either:</a:t>
            </a:r>
            <a:endParaRPr sz="1100">
              <a:solidFill>
                <a:srgbClr val="434343"/>
              </a:solidFill>
              <a:latin typeface="Lato"/>
              <a:ea typeface="Lato"/>
              <a:cs typeface="Lato"/>
              <a:sym typeface="Lato"/>
            </a:endParaRPr>
          </a:p>
          <a:p>
            <a:pPr indent="-298450" lvl="1" marL="914400" rtl="0" algn="l">
              <a:lnSpc>
                <a:spcPct val="100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Databricks customers using the premium edition with Unity Catalog, or</a:t>
            </a:r>
            <a:endParaRPr sz="1100">
              <a:solidFill>
                <a:srgbClr val="434343"/>
              </a:solidFill>
              <a:latin typeface="Lato"/>
              <a:ea typeface="Lato"/>
              <a:cs typeface="Lato"/>
              <a:sym typeface="Lato"/>
            </a:endParaRPr>
          </a:p>
          <a:p>
            <a:pPr indent="-298450" lvl="1" marL="914400" rtl="0" algn="l">
              <a:lnSpc>
                <a:spcPct val="100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Consumers using clients that support the Delta Sharing protocol</a:t>
            </a:r>
            <a:endParaRPr sz="11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 sz="1100">
                <a:solidFill>
                  <a:srgbClr val="434343"/>
                </a:solidFill>
                <a:latin typeface="Lato"/>
                <a:ea typeface="Lato"/>
                <a:cs typeface="Lato"/>
                <a:sym typeface="Lato"/>
              </a:rPr>
              <a:t>SAP BDC Connect for Snowflake does not use Delta Server, does not use Databricks or Unity Catalog . It does use Delta Table Protocol.</a:t>
            </a:r>
            <a:endParaRPr sz="11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 sz="1100">
                <a:solidFill>
                  <a:srgbClr val="434343"/>
                </a:solidFill>
                <a:latin typeface="Lato"/>
                <a:ea typeface="Lato"/>
                <a:cs typeface="Lato"/>
                <a:sym typeface="Lato"/>
              </a:rPr>
              <a:t>Snowflake uses :</a:t>
            </a:r>
            <a:endParaRPr sz="1100">
              <a:solidFill>
                <a:srgbClr val="434343"/>
              </a:solidFill>
              <a:latin typeface="Lato"/>
              <a:ea typeface="Lato"/>
              <a:cs typeface="Lato"/>
              <a:sym typeface="Lato"/>
            </a:endParaRPr>
          </a:p>
          <a:p>
            <a:pPr indent="-298450" lvl="0" marL="457200" rtl="0" algn="l">
              <a:lnSpc>
                <a:spcPct val="115000"/>
              </a:lnSpc>
              <a:spcBef>
                <a:spcPts val="1200"/>
              </a:spcBef>
              <a:spcAft>
                <a:spcPts val="0"/>
              </a:spcAft>
              <a:buClr>
                <a:srgbClr val="434343"/>
              </a:buClr>
              <a:buSzPts val="1100"/>
              <a:buFont typeface="Lato"/>
              <a:buChar char="•"/>
            </a:pPr>
            <a:r>
              <a:rPr lang="en" sz="1100">
                <a:solidFill>
                  <a:srgbClr val="434343"/>
                </a:solidFill>
                <a:latin typeface="Lato"/>
                <a:ea typeface="Lato"/>
                <a:cs typeface="Lato"/>
                <a:sym typeface="Lato"/>
              </a:rPr>
              <a:t>Apache Iceberg table format,</a:t>
            </a:r>
            <a:endParaRPr sz="1100">
              <a:solidFill>
                <a:srgbClr val="434343"/>
              </a:solidFill>
              <a:latin typeface="Lato"/>
              <a:ea typeface="Lato"/>
              <a:cs typeface="Lato"/>
              <a:sym typeface="Lato"/>
            </a:endParaRPr>
          </a:p>
          <a:p>
            <a:pPr indent="-298450" lvl="0" marL="457200" rtl="0" algn="l">
              <a:lnSpc>
                <a:spcPct val="115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it optimizes query performance through pruning and result caching, both in the virtual warehouse memory and in the general services layer</a:t>
            </a:r>
            <a:endParaRPr sz="1100">
              <a:solidFill>
                <a:srgbClr val="434343"/>
              </a:solidFill>
              <a:latin typeface="Lato"/>
              <a:ea typeface="Lato"/>
              <a:cs typeface="Lato"/>
              <a:sym typeface="Lato"/>
            </a:endParaRPr>
          </a:p>
          <a:p>
            <a:pPr indent="-298450" lvl="0" marL="457200" rtl="0" algn="l">
              <a:lnSpc>
                <a:spcPct val="115000"/>
              </a:lnSpc>
              <a:spcBef>
                <a:spcPts val="0"/>
              </a:spcBef>
              <a:spcAft>
                <a:spcPts val="0"/>
              </a:spcAft>
              <a:buClr>
                <a:srgbClr val="434343"/>
              </a:buClr>
              <a:buSzPts val="1100"/>
              <a:buFont typeface="Lato"/>
              <a:buChar char="•"/>
            </a:pPr>
            <a:r>
              <a:rPr lang="en" sz="1100">
                <a:solidFill>
                  <a:srgbClr val="434343"/>
                </a:solidFill>
                <a:latin typeface="Lato"/>
                <a:ea typeface="Lato"/>
                <a:cs typeface="Lato"/>
                <a:sym typeface="Lato"/>
              </a:rPr>
              <a:t>Hits directly against the BDC object store  to get the best performance.</a:t>
            </a:r>
            <a:endParaRPr sz="1100">
              <a:solidFill>
                <a:srgbClr val="434343"/>
              </a:solidFill>
              <a:latin typeface="Lato"/>
              <a:ea typeface="Lato"/>
              <a:cs typeface="Lato"/>
              <a:sym typeface="Lato"/>
            </a:endParaRPr>
          </a:p>
        </p:txBody>
      </p:sp>
      <p:sp>
        <p:nvSpPr>
          <p:cNvPr id="1679" name="Google Shape;1679;p154"/>
          <p:cNvSpPr txBox="1"/>
          <p:nvPr/>
        </p:nvSpPr>
        <p:spPr>
          <a:xfrm>
            <a:off x="2660875" y="0"/>
            <a:ext cx="3496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0000"/>
                </a:solidFill>
              </a:rPr>
              <a:t>UNDER NDA |Snowflake Confidential</a:t>
            </a:r>
            <a:endParaRPr/>
          </a:p>
        </p:txBody>
      </p:sp>
      <p:cxnSp>
        <p:nvCxnSpPr>
          <p:cNvPr id="1680" name="Google Shape;1680;p154"/>
          <p:cNvCxnSpPr/>
          <p:nvPr/>
        </p:nvCxnSpPr>
        <p:spPr>
          <a:xfrm>
            <a:off x="146000" y="2864525"/>
            <a:ext cx="88494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sp>
        <p:nvSpPr>
          <p:cNvPr id="1689" name="Google Shape;1689;p156"/>
          <p:cNvSpPr txBox="1"/>
          <p:nvPr>
            <p:ph idx="1" type="body"/>
          </p:nvPr>
        </p:nvSpPr>
        <p:spPr>
          <a:xfrm>
            <a:off x="365750" y="1886350"/>
            <a:ext cx="7484400" cy="1357200"/>
          </a:xfrm>
          <a:prstGeom prst="rect">
            <a:avLst/>
          </a:prstGeom>
        </p:spPr>
        <p:txBody>
          <a:bodyPr anchorCtr="0" anchor="ctr" bIns="45700" lIns="91425" spcFirstLastPara="1" rIns="91425" wrap="square" tIns="45700">
            <a:normAutofit/>
          </a:bodyPr>
          <a:lstStyle/>
          <a:p>
            <a:pPr indent="0" lvl="0" marL="0" rtl="0" algn="l">
              <a:spcBef>
                <a:spcPts val="0"/>
              </a:spcBef>
              <a:spcAft>
                <a:spcPts val="1000"/>
              </a:spcAft>
              <a:buNone/>
            </a:pPr>
            <a:r>
              <a:rPr lang="en"/>
              <a:t>WIP</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157"/>
          <p:cNvSpPr/>
          <p:nvPr/>
        </p:nvSpPr>
        <p:spPr>
          <a:xfrm>
            <a:off x="4722289" y="960113"/>
            <a:ext cx="3519600" cy="3859800"/>
          </a:xfrm>
          <a:prstGeom prst="can">
            <a:avLst>
              <a:gd fmla="val 25000" name="adj"/>
            </a:avLst>
          </a:prstGeom>
          <a:solidFill>
            <a:schemeClr val="accent3"/>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1695" name="Google Shape;1695;p157"/>
          <p:cNvSpPr txBox="1"/>
          <p:nvPr>
            <p:ph idx="1" type="body"/>
          </p:nvPr>
        </p:nvSpPr>
        <p:spPr>
          <a:xfrm>
            <a:off x="-85789" y="251631"/>
            <a:ext cx="2733000" cy="685800"/>
          </a:xfrm>
          <a:prstGeom prst="rect">
            <a:avLst/>
          </a:prstGeom>
          <a:noFill/>
          <a:ln>
            <a:noFill/>
          </a:ln>
        </p:spPr>
        <p:txBody>
          <a:bodyPr anchorCtr="0" anchor="t" bIns="68575" lIns="68575" spcFirstLastPara="1" rIns="68575" wrap="square" tIns="68575">
            <a:noAutofit/>
          </a:bodyPr>
          <a:lstStyle/>
          <a:p>
            <a:pPr indent="-228600" lvl="0" marL="457200" rtl="0" algn="l">
              <a:lnSpc>
                <a:spcPct val="100000"/>
              </a:lnSpc>
              <a:spcBef>
                <a:spcPts val="0"/>
              </a:spcBef>
              <a:spcAft>
                <a:spcPts val="0"/>
              </a:spcAft>
              <a:buClr>
                <a:srgbClr val="FFFFFF"/>
              </a:buClr>
              <a:buSzPts val="2000"/>
              <a:buNone/>
            </a:pPr>
            <a:r>
              <a:rPr lang="en"/>
              <a:t>BDC Data Flow</a:t>
            </a:r>
            <a:endParaRPr/>
          </a:p>
        </p:txBody>
      </p:sp>
      <p:sp>
        <p:nvSpPr>
          <p:cNvPr id="1696" name="Google Shape;1696;p157"/>
          <p:cNvSpPr txBox="1"/>
          <p:nvPr>
            <p:ph idx="2" type="body"/>
          </p:nvPr>
        </p:nvSpPr>
        <p:spPr>
          <a:xfrm>
            <a:off x="84225" y="857423"/>
            <a:ext cx="2550000" cy="3828900"/>
          </a:xfrm>
          <a:prstGeom prst="rect">
            <a:avLst/>
          </a:prstGeom>
          <a:noFill/>
          <a:ln>
            <a:noFill/>
          </a:ln>
        </p:spPr>
        <p:txBody>
          <a:bodyPr anchorCtr="0" anchor="t" bIns="68575" lIns="68575" spcFirstLastPara="1" rIns="68575" wrap="square" tIns="68575">
            <a:noAutofit/>
          </a:bodyPr>
          <a:lstStyle/>
          <a:p>
            <a:pPr indent="0" lvl="0" marL="152400" rtl="0" algn="l">
              <a:lnSpc>
                <a:spcPct val="115000"/>
              </a:lnSpc>
              <a:spcBef>
                <a:spcPts val="0"/>
              </a:spcBef>
              <a:spcAft>
                <a:spcPts val="0"/>
              </a:spcAft>
              <a:buSzPts val="900"/>
              <a:buNone/>
            </a:pPr>
            <a:r>
              <a:rPr lang="en"/>
              <a:t>Best practices for SAP BDC </a:t>
            </a:r>
            <a:endParaRPr/>
          </a:p>
          <a:p>
            <a:pPr indent="0" lvl="0" marL="152400" rtl="0" algn="l">
              <a:lnSpc>
                <a:spcPct val="115000"/>
              </a:lnSpc>
              <a:spcBef>
                <a:spcPts val="0"/>
              </a:spcBef>
              <a:spcAft>
                <a:spcPts val="0"/>
              </a:spcAft>
              <a:buSzPts val="900"/>
              <a:buNone/>
            </a:pPr>
            <a:r>
              <a:t/>
            </a:r>
            <a:endParaRPr/>
          </a:p>
          <a:p>
            <a:pPr indent="-311150" lvl="0" marL="457200" rtl="0" algn="l">
              <a:lnSpc>
                <a:spcPct val="115000"/>
              </a:lnSpc>
              <a:spcBef>
                <a:spcPts val="0"/>
              </a:spcBef>
              <a:spcAft>
                <a:spcPts val="0"/>
              </a:spcAft>
              <a:buClr>
                <a:srgbClr val="FFFFFF"/>
              </a:buClr>
              <a:buSzPts val="900"/>
              <a:buChar char="•"/>
            </a:pPr>
            <a:r>
              <a:rPr lang="en"/>
              <a:t>RAW Layer – Data Products as is from SAP BDC</a:t>
            </a:r>
            <a:endParaRPr/>
          </a:p>
          <a:p>
            <a:pPr indent="-254000" lvl="0" marL="457200" rtl="0" algn="l">
              <a:lnSpc>
                <a:spcPct val="115000"/>
              </a:lnSpc>
              <a:spcBef>
                <a:spcPts val="0"/>
              </a:spcBef>
              <a:spcAft>
                <a:spcPts val="0"/>
              </a:spcAft>
              <a:buClr>
                <a:srgbClr val="FFFFFF"/>
              </a:buClr>
              <a:buSzPts val="900"/>
              <a:buNone/>
            </a:pPr>
            <a:r>
              <a:t/>
            </a:r>
            <a:endParaRPr/>
          </a:p>
          <a:p>
            <a:pPr indent="-311150" lvl="0" marL="457200" rtl="0" algn="l">
              <a:lnSpc>
                <a:spcPct val="115000"/>
              </a:lnSpc>
              <a:spcBef>
                <a:spcPts val="0"/>
              </a:spcBef>
              <a:spcAft>
                <a:spcPts val="0"/>
              </a:spcAft>
              <a:buClr>
                <a:srgbClr val="FFFFFF"/>
              </a:buClr>
              <a:buSzPts val="900"/>
              <a:buChar char="•"/>
            </a:pPr>
            <a:r>
              <a:rPr lang="en"/>
              <a:t>Bronze Layer – Combination of multiple individual databases into single use case related database with multiple schemas</a:t>
            </a:r>
            <a:endParaRPr/>
          </a:p>
          <a:p>
            <a:pPr indent="-254000" lvl="0" marL="457200" rtl="0" algn="l">
              <a:lnSpc>
                <a:spcPct val="115000"/>
              </a:lnSpc>
              <a:spcBef>
                <a:spcPts val="0"/>
              </a:spcBef>
              <a:spcAft>
                <a:spcPts val="0"/>
              </a:spcAft>
              <a:buClr>
                <a:srgbClr val="FFFFFF"/>
              </a:buClr>
              <a:buSzPts val="900"/>
              <a:buNone/>
            </a:pPr>
            <a:r>
              <a:t/>
            </a:r>
            <a:endParaRPr/>
          </a:p>
          <a:p>
            <a:pPr indent="-311150" lvl="0" marL="457200" rtl="0" algn="l">
              <a:lnSpc>
                <a:spcPct val="115000"/>
              </a:lnSpc>
              <a:spcBef>
                <a:spcPts val="0"/>
              </a:spcBef>
              <a:spcAft>
                <a:spcPts val="0"/>
              </a:spcAft>
              <a:buClr>
                <a:srgbClr val="FFFFFF"/>
              </a:buClr>
              <a:buSzPts val="900"/>
              <a:buChar char="•"/>
            </a:pPr>
            <a:r>
              <a:rPr lang="en"/>
              <a:t>Silver Layer – Dynamic Tables updated on frequency applicable to SAP BDC refresh</a:t>
            </a:r>
            <a:br>
              <a:rPr lang="en"/>
            </a:br>
            <a:endParaRPr/>
          </a:p>
          <a:p>
            <a:pPr indent="-311150" lvl="0" marL="457200" rtl="0" algn="l">
              <a:lnSpc>
                <a:spcPct val="115000"/>
              </a:lnSpc>
              <a:spcBef>
                <a:spcPts val="0"/>
              </a:spcBef>
              <a:spcAft>
                <a:spcPts val="0"/>
              </a:spcAft>
              <a:buSzPts val="900"/>
              <a:buChar char="•"/>
            </a:pPr>
            <a:r>
              <a:rPr lang="en"/>
              <a:t>The listing contains L0+L1</a:t>
            </a:r>
            <a:endParaRPr/>
          </a:p>
          <a:p>
            <a:pPr indent="0" lvl="0" marL="152400" rtl="0" algn="l">
              <a:lnSpc>
                <a:spcPct val="115000"/>
              </a:lnSpc>
              <a:spcBef>
                <a:spcPts val="0"/>
              </a:spcBef>
              <a:spcAft>
                <a:spcPts val="0"/>
              </a:spcAft>
              <a:buSzPts val="900"/>
              <a:buNone/>
            </a:pPr>
            <a:r>
              <a:rPr lang="en"/>
              <a:t>	</a:t>
            </a:r>
            <a:endParaRPr/>
          </a:p>
        </p:txBody>
      </p:sp>
      <p:sp>
        <p:nvSpPr>
          <p:cNvPr id="1697" name="Google Shape;1697;p157"/>
          <p:cNvSpPr/>
          <p:nvPr/>
        </p:nvSpPr>
        <p:spPr>
          <a:xfrm>
            <a:off x="3272742" y="960120"/>
            <a:ext cx="729300" cy="802200"/>
          </a:xfrm>
          <a:prstGeom prst="can">
            <a:avLst>
              <a:gd fmla="val 25000"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800" u="none" cap="none" strike="noStrike">
                <a:solidFill>
                  <a:schemeClr val="lt1"/>
                </a:solidFill>
                <a:latin typeface="Arial"/>
                <a:ea typeface="Arial"/>
                <a:cs typeface="Arial"/>
                <a:sym typeface="Arial"/>
              </a:rPr>
              <a:t>CUSTOMER</a:t>
            </a:r>
            <a:endParaRPr sz="1100"/>
          </a:p>
        </p:txBody>
      </p:sp>
      <p:sp>
        <p:nvSpPr>
          <p:cNvPr id="1698" name="Google Shape;1698;p157"/>
          <p:cNvSpPr/>
          <p:nvPr/>
        </p:nvSpPr>
        <p:spPr>
          <a:xfrm>
            <a:off x="3270590" y="1997426"/>
            <a:ext cx="729300" cy="802200"/>
          </a:xfrm>
          <a:prstGeom prst="can">
            <a:avLst>
              <a:gd fmla="val 25000"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800" u="none" cap="none" strike="noStrike">
                <a:solidFill>
                  <a:schemeClr val="lt1"/>
                </a:solidFill>
                <a:latin typeface="Arial"/>
                <a:ea typeface="Arial"/>
                <a:cs typeface="Arial"/>
                <a:sym typeface="Arial"/>
              </a:rPr>
              <a:t>PRODUCT</a:t>
            </a:r>
            <a:endParaRPr sz="1100"/>
          </a:p>
        </p:txBody>
      </p:sp>
      <p:sp>
        <p:nvSpPr>
          <p:cNvPr id="1699" name="Google Shape;1699;p157"/>
          <p:cNvSpPr/>
          <p:nvPr/>
        </p:nvSpPr>
        <p:spPr>
          <a:xfrm>
            <a:off x="3272741" y="3049724"/>
            <a:ext cx="729300" cy="802200"/>
          </a:xfrm>
          <a:prstGeom prst="can">
            <a:avLst>
              <a:gd fmla="val 25000"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900" u="none" cap="none" strike="noStrike">
                <a:solidFill>
                  <a:schemeClr val="lt1"/>
                </a:solidFill>
                <a:latin typeface="Arial"/>
                <a:ea typeface="Arial"/>
                <a:cs typeface="Arial"/>
                <a:sym typeface="Arial"/>
              </a:rPr>
              <a:t>SALES ORDERS</a:t>
            </a:r>
            <a:endParaRPr sz="1100"/>
          </a:p>
        </p:txBody>
      </p:sp>
      <p:sp>
        <p:nvSpPr>
          <p:cNvPr id="1700" name="Google Shape;1700;p157"/>
          <p:cNvSpPr txBox="1"/>
          <p:nvPr/>
        </p:nvSpPr>
        <p:spPr>
          <a:xfrm>
            <a:off x="3317658" y="260358"/>
            <a:ext cx="8850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L0 (Raw)</a:t>
            </a:r>
            <a:endParaRPr sz="1100"/>
          </a:p>
        </p:txBody>
      </p:sp>
      <p:sp>
        <p:nvSpPr>
          <p:cNvPr id="1701" name="Google Shape;1701;p157"/>
          <p:cNvSpPr txBox="1"/>
          <p:nvPr/>
        </p:nvSpPr>
        <p:spPr>
          <a:xfrm>
            <a:off x="4762746" y="274313"/>
            <a:ext cx="15858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L1 (Bronze Schema)</a:t>
            </a:r>
            <a:endParaRPr sz="1100"/>
          </a:p>
        </p:txBody>
      </p:sp>
      <p:sp>
        <p:nvSpPr>
          <p:cNvPr id="1702" name="Google Shape;1702;p157"/>
          <p:cNvSpPr txBox="1"/>
          <p:nvPr/>
        </p:nvSpPr>
        <p:spPr>
          <a:xfrm>
            <a:off x="6925797" y="274275"/>
            <a:ext cx="14064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L2+ (Silver  </a:t>
            </a:r>
            <a:r>
              <a:rPr lang="en" sz="1100"/>
              <a:t>Schema</a:t>
            </a:r>
            <a:r>
              <a:rPr b="0" i="0" lang="en" sz="1100" u="none" cap="none" strike="noStrike">
                <a:solidFill>
                  <a:srgbClr val="000000"/>
                </a:solidFill>
                <a:latin typeface="Arial"/>
                <a:ea typeface="Arial"/>
                <a:cs typeface="Arial"/>
                <a:sym typeface="Arial"/>
              </a:rPr>
              <a:t>)</a:t>
            </a:r>
            <a:endParaRPr sz="1100"/>
          </a:p>
        </p:txBody>
      </p:sp>
      <p:sp>
        <p:nvSpPr>
          <p:cNvPr id="1703" name="Google Shape;1703;p157"/>
          <p:cNvSpPr/>
          <p:nvPr/>
        </p:nvSpPr>
        <p:spPr>
          <a:xfrm>
            <a:off x="3272740" y="4060835"/>
            <a:ext cx="729300" cy="802200"/>
          </a:xfrm>
          <a:prstGeom prst="can">
            <a:avLst>
              <a:gd fmla="val 25000"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1100" u="none" cap="none" strike="noStrike">
                <a:solidFill>
                  <a:schemeClr val="lt1"/>
                </a:solidFill>
                <a:latin typeface="Arial"/>
                <a:ea typeface="Arial"/>
                <a:cs typeface="Arial"/>
                <a:sym typeface="Arial"/>
              </a:rPr>
              <a:t>CRM</a:t>
            </a:r>
            <a:endParaRPr sz="1100"/>
          </a:p>
        </p:txBody>
      </p:sp>
      <p:cxnSp>
        <p:nvCxnSpPr>
          <p:cNvPr id="1704" name="Google Shape;1704;p157"/>
          <p:cNvCxnSpPr/>
          <p:nvPr/>
        </p:nvCxnSpPr>
        <p:spPr>
          <a:xfrm>
            <a:off x="4488256" y="224073"/>
            <a:ext cx="0" cy="4573200"/>
          </a:xfrm>
          <a:prstGeom prst="straightConnector1">
            <a:avLst/>
          </a:prstGeom>
          <a:noFill/>
          <a:ln cap="flat" cmpd="sng" w="23825">
            <a:solidFill>
              <a:srgbClr val="23B2E6"/>
            </a:solidFill>
            <a:prstDash val="solid"/>
            <a:round/>
            <a:headEnd len="sm" w="sm" type="none"/>
            <a:tailEnd len="sm" w="sm" type="none"/>
          </a:ln>
        </p:spPr>
      </p:cxnSp>
      <p:cxnSp>
        <p:nvCxnSpPr>
          <p:cNvPr id="1705" name="Google Shape;1705;p157"/>
          <p:cNvCxnSpPr/>
          <p:nvPr/>
        </p:nvCxnSpPr>
        <p:spPr>
          <a:xfrm>
            <a:off x="6469833" y="246474"/>
            <a:ext cx="600" cy="4892700"/>
          </a:xfrm>
          <a:prstGeom prst="straightConnector1">
            <a:avLst/>
          </a:prstGeom>
          <a:noFill/>
          <a:ln cap="flat" cmpd="sng" w="23825">
            <a:solidFill>
              <a:srgbClr val="23B2E6"/>
            </a:solidFill>
            <a:prstDash val="solid"/>
            <a:round/>
            <a:headEnd len="sm" w="sm" type="none"/>
            <a:tailEnd len="sm" w="sm" type="none"/>
          </a:ln>
        </p:spPr>
      </p:cxnSp>
      <p:sp>
        <p:nvSpPr>
          <p:cNvPr id="1706" name="Google Shape;1706;p157"/>
          <p:cNvSpPr/>
          <p:nvPr/>
        </p:nvSpPr>
        <p:spPr>
          <a:xfrm>
            <a:off x="5248214" y="1194900"/>
            <a:ext cx="839700" cy="744000"/>
          </a:xfrm>
          <a:prstGeom prst="roundRect">
            <a:avLst>
              <a:gd fmla="val 16667"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lt1"/>
                </a:solidFill>
                <a:latin typeface="Arial"/>
                <a:ea typeface="Arial"/>
                <a:cs typeface="Arial"/>
                <a:sym typeface="Arial"/>
              </a:rPr>
              <a:t>CUSTOMER</a:t>
            </a:r>
            <a:endParaRPr sz="1100"/>
          </a:p>
        </p:txBody>
      </p:sp>
      <p:sp>
        <p:nvSpPr>
          <p:cNvPr id="1707" name="Google Shape;1707;p157"/>
          <p:cNvSpPr/>
          <p:nvPr/>
        </p:nvSpPr>
        <p:spPr>
          <a:xfrm>
            <a:off x="5248215" y="2100815"/>
            <a:ext cx="839700" cy="744000"/>
          </a:xfrm>
          <a:prstGeom prst="roundRect">
            <a:avLst>
              <a:gd fmla="val 16667"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lt1"/>
                </a:solidFill>
                <a:latin typeface="Arial"/>
                <a:ea typeface="Arial"/>
                <a:cs typeface="Arial"/>
                <a:sym typeface="Arial"/>
              </a:rPr>
              <a:t>PRODUCTS</a:t>
            </a:r>
            <a:endParaRPr sz="1100"/>
          </a:p>
        </p:txBody>
      </p:sp>
      <p:sp>
        <p:nvSpPr>
          <p:cNvPr id="1708" name="Google Shape;1708;p157"/>
          <p:cNvSpPr/>
          <p:nvPr/>
        </p:nvSpPr>
        <p:spPr>
          <a:xfrm>
            <a:off x="5256181" y="2970685"/>
            <a:ext cx="839700" cy="744000"/>
          </a:xfrm>
          <a:prstGeom prst="roundRect">
            <a:avLst>
              <a:gd fmla="val 16667"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lt1"/>
                </a:solidFill>
                <a:latin typeface="Arial"/>
                <a:ea typeface="Arial"/>
                <a:cs typeface="Arial"/>
                <a:sym typeface="Arial"/>
              </a:rPr>
              <a:t>SALES ORDERS</a:t>
            </a:r>
            <a:endParaRPr sz="1100"/>
          </a:p>
        </p:txBody>
      </p:sp>
      <p:sp>
        <p:nvSpPr>
          <p:cNvPr id="1709" name="Google Shape;1709;p157"/>
          <p:cNvSpPr/>
          <p:nvPr/>
        </p:nvSpPr>
        <p:spPr>
          <a:xfrm>
            <a:off x="5256181" y="3840557"/>
            <a:ext cx="839700" cy="744000"/>
          </a:xfrm>
          <a:prstGeom prst="roundRect">
            <a:avLst>
              <a:gd fmla="val 16667" name="adj"/>
            </a:avLst>
          </a:prstGeom>
          <a:solidFill>
            <a:schemeClr val="accent1"/>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lt1"/>
                </a:solidFill>
                <a:latin typeface="Arial"/>
                <a:ea typeface="Arial"/>
                <a:cs typeface="Arial"/>
                <a:sym typeface="Arial"/>
              </a:rPr>
              <a:t>CRM Data</a:t>
            </a:r>
            <a:endParaRPr sz="1100"/>
          </a:p>
        </p:txBody>
      </p:sp>
      <p:sp>
        <p:nvSpPr>
          <p:cNvPr id="1710" name="Google Shape;1710;p157"/>
          <p:cNvSpPr txBox="1"/>
          <p:nvPr/>
        </p:nvSpPr>
        <p:spPr>
          <a:xfrm>
            <a:off x="2918648" y="479115"/>
            <a:ext cx="15195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Catalog Linked to BDC</a:t>
            </a:r>
            <a:endParaRPr sz="1100"/>
          </a:p>
        </p:txBody>
      </p:sp>
      <p:sp>
        <p:nvSpPr>
          <p:cNvPr id="1711" name="Google Shape;1711;p157"/>
          <p:cNvSpPr txBox="1"/>
          <p:nvPr/>
        </p:nvSpPr>
        <p:spPr>
          <a:xfrm>
            <a:off x="7471427" y="624974"/>
            <a:ext cx="15195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Consumption View – Dynamic Tables</a:t>
            </a:r>
            <a:endParaRPr sz="1100"/>
          </a:p>
        </p:txBody>
      </p:sp>
      <p:sp>
        <p:nvSpPr>
          <p:cNvPr id="1712" name="Google Shape;1712;p157"/>
          <p:cNvSpPr/>
          <p:nvPr/>
        </p:nvSpPr>
        <p:spPr>
          <a:xfrm>
            <a:off x="6981645" y="1194900"/>
            <a:ext cx="839700" cy="744000"/>
          </a:xfrm>
          <a:prstGeom prst="roundRect">
            <a:avLst>
              <a:gd fmla="val 16667" name="adj"/>
            </a:avLst>
          </a:prstGeom>
          <a:solidFill>
            <a:srgbClr val="D3EFFA"/>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dk2"/>
                </a:solidFill>
                <a:latin typeface="Arial"/>
                <a:ea typeface="Arial"/>
                <a:cs typeface="Arial"/>
                <a:sym typeface="Arial"/>
              </a:rPr>
              <a:t>CUSTOMER</a:t>
            </a:r>
            <a:endParaRPr sz="1100"/>
          </a:p>
        </p:txBody>
      </p:sp>
      <p:sp>
        <p:nvSpPr>
          <p:cNvPr id="1713" name="Google Shape;1713;p157"/>
          <p:cNvSpPr/>
          <p:nvPr/>
        </p:nvSpPr>
        <p:spPr>
          <a:xfrm>
            <a:off x="6981646" y="2100815"/>
            <a:ext cx="839700" cy="744000"/>
          </a:xfrm>
          <a:prstGeom prst="roundRect">
            <a:avLst>
              <a:gd fmla="val 16667" name="adj"/>
            </a:avLst>
          </a:prstGeom>
          <a:solidFill>
            <a:srgbClr val="D3EFFA"/>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dk2"/>
                </a:solidFill>
                <a:latin typeface="Arial"/>
                <a:ea typeface="Arial"/>
                <a:cs typeface="Arial"/>
                <a:sym typeface="Arial"/>
              </a:rPr>
              <a:t>PRODUCTS</a:t>
            </a:r>
            <a:endParaRPr sz="1100"/>
          </a:p>
        </p:txBody>
      </p:sp>
      <p:sp>
        <p:nvSpPr>
          <p:cNvPr id="1714" name="Google Shape;1714;p157"/>
          <p:cNvSpPr/>
          <p:nvPr/>
        </p:nvSpPr>
        <p:spPr>
          <a:xfrm>
            <a:off x="6989612" y="2970685"/>
            <a:ext cx="839700" cy="744000"/>
          </a:xfrm>
          <a:prstGeom prst="roundRect">
            <a:avLst>
              <a:gd fmla="val 16667" name="adj"/>
            </a:avLst>
          </a:prstGeom>
          <a:solidFill>
            <a:srgbClr val="D3EFFA"/>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dk2"/>
                </a:solidFill>
                <a:latin typeface="Arial"/>
                <a:ea typeface="Arial"/>
                <a:cs typeface="Arial"/>
                <a:sym typeface="Arial"/>
              </a:rPr>
              <a:t>SALES ORDERS</a:t>
            </a:r>
            <a:endParaRPr sz="1100"/>
          </a:p>
        </p:txBody>
      </p:sp>
      <p:sp>
        <p:nvSpPr>
          <p:cNvPr id="1715" name="Google Shape;1715;p157"/>
          <p:cNvSpPr/>
          <p:nvPr/>
        </p:nvSpPr>
        <p:spPr>
          <a:xfrm>
            <a:off x="6981634" y="3840575"/>
            <a:ext cx="839700" cy="744000"/>
          </a:xfrm>
          <a:prstGeom prst="roundRect">
            <a:avLst>
              <a:gd fmla="val 16667" name="adj"/>
            </a:avLst>
          </a:prstGeom>
          <a:solidFill>
            <a:srgbClr val="D3EFFA"/>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0" i="0" lang="en" sz="700" u="none" cap="none" strike="noStrike">
                <a:solidFill>
                  <a:schemeClr val="dk2"/>
                </a:solidFill>
                <a:latin typeface="Arial"/>
                <a:ea typeface="Arial"/>
                <a:cs typeface="Arial"/>
                <a:sym typeface="Arial"/>
              </a:rPr>
              <a:t>CRM Data</a:t>
            </a:r>
            <a:endParaRPr sz="1100"/>
          </a:p>
        </p:txBody>
      </p:sp>
      <p:sp>
        <p:nvSpPr>
          <p:cNvPr id="1716" name="Google Shape;1716;p157"/>
          <p:cNvSpPr/>
          <p:nvPr/>
        </p:nvSpPr>
        <p:spPr>
          <a:xfrm>
            <a:off x="7304470" y="1208490"/>
            <a:ext cx="202014" cy="244458"/>
          </a:xfrm>
          <a:prstGeom prst="lightningBolt">
            <a:avLst/>
          </a:prstGeom>
          <a:solidFill>
            <a:schemeClr val="accent4"/>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1717" name="Google Shape;1717;p157"/>
          <p:cNvSpPr/>
          <p:nvPr/>
        </p:nvSpPr>
        <p:spPr>
          <a:xfrm>
            <a:off x="7304470" y="2118773"/>
            <a:ext cx="202014" cy="244458"/>
          </a:xfrm>
          <a:prstGeom prst="lightningBolt">
            <a:avLst/>
          </a:prstGeom>
          <a:solidFill>
            <a:schemeClr val="accent4"/>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1718" name="Google Shape;1718;p157"/>
          <p:cNvSpPr/>
          <p:nvPr/>
        </p:nvSpPr>
        <p:spPr>
          <a:xfrm>
            <a:off x="7304470" y="2981257"/>
            <a:ext cx="202014" cy="244458"/>
          </a:xfrm>
          <a:prstGeom prst="lightningBolt">
            <a:avLst/>
          </a:prstGeom>
          <a:solidFill>
            <a:schemeClr val="accent4"/>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1719" name="Google Shape;1719;p157"/>
          <p:cNvSpPr/>
          <p:nvPr/>
        </p:nvSpPr>
        <p:spPr>
          <a:xfrm>
            <a:off x="7310108" y="3861803"/>
            <a:ext cx="202014" cy="244458"/>
          </a:xfrm>
          <a:prstGeom prst="lightningBolt">
            <a:avLst/>
          </a:prstGeom>
          <a:solidFill>
            <a:schemeClr val="accent4"/>
          </a:solidFill>
          <a:ln cap="flat" cmpd="sng" w="19050">
            <a:solidFill>
              <a:srgbClr val="114C6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cxnSp>
        <p:nvCxnSpPr>
          <p:cNvPr id="1720" name="Google Shape;1720;p157"/>
          <p:cNvCxnSpPr>
            <a:stCxn id="1697" idx="4"/>
            <a:endCxn id="1694" idx="2"/>
          </p:cNvCxnSpPr>
          <p:nvPr/>
        </p:nvCxnSpPr>
        <p:spPr>
          <a:xfrm>
            <a:off x="4002042" y="1361220"/>
            <a:ext cx="720300" cy="1528800"/>
          </a:xfrm>
          <a:prstGeom prst="bentConnector3">
            <a:avLst>
              <a:gd fmla="val 49992" name="adj1"/>
            </a:avLst>
          </a:prstGeom>
          <a:noFill/>
          <a:ln cap="flat" cmpd="sng" w="19050">
            <a:solidFill>
              <a:schemeClr val="accent4"/>
            </a:solidFill>
            <a:prstDash val="solid"/>
            <a:round/>
            <a:headEnd len="sm" w="sm" type="none"/>
            <a:tailEnd len="med" w="med" type="stealth"/>
          </a:ln>
        </p:spPr>
      </p:cxnSp>
      <p:cxnSp>
        <p:nvCxnSpPr>
          <p:cNvPr id="1721" name="Google Shape;1721;p157"/>
          <p:cNvCxnSpPr>
            <a:stCxn id="1698" idx="4"/>
            <a:endCxn id="1694" idx="2"/>
          </p:cNvCxnSpPr>
          <p:nvPr/>
        </p:nvCxnSpPr>
        <p:spPr>
          <a:xfrm>
            <a:off x="3999890" y="2398526"/>
            <a:ext cx="722400" cy="491400"/>
          </a:xfrm>
          <a:prstGeom prst="bentConnector3">
            <a:avLst>
              <a:gd fmla="val 50001" name="adj1"/>
            </a:avLst>
          </a:prstGeom>
          <a:noFill/>
          <a:ln cap="flat" cmpd="sng" w="19050">
            <a:solidFill>
              <a:schemeClr val="accent4"/>
            </a:solidFill>
            <a:prstDash val="solid"/>
            <a:round/>
            <a:headEnd len="sm" w="sm" type="none"/>
            <a:tailEnd len="med" w="med" type="stealth"/>
          </a:ln>
        </p:spPr>
      </p:cxnSp>
      <p:cxnSp>
        <p:nvCxnSpPr>
          <p:cNvPr id="1722" name="Google Shape;1722;p157"/>
          <p:cNvCxnSpPr>
            <a:stCxn id="1699" idx="4"/>
            <a:endCxn id="1694" idx="2"/>
          </p:cNvCxnSpPr>
          <p:nvPr/>
        </p:nvCxnSpPr>
        <p:spPr>
          <a:xfrm flipH="1" rot="10800000">
            <a:off x="4002041" y="2890124"/>
            <a:ext cx="720300" cy="560700"/>
          </a:xfrm>
          <a:prstGeom prst="bentConnector3">
            <a:avLst>
              <a:gd fmla="val 49993" name="adj1"/>
            </a:avLst>
          </a:prstGeom>
          <a:noFill/>
          <a:ln cap="flat" cmpd="sng" w="19050">
            <a:solidFill>
              <a:schemeClr val="accent4"/>
            </a:solidFill>
            <a:prstDash val="solid"/>
            <a:round/>
            <a:headEnd len="sm" w="sm" type="none"/>
            <a:tailEnd len="med" w="med" type="stealth"/>
          </a:ln>
        </p:spPr>
      </p:cxnSp>
      <p:cxnSp>
        <p:nvCxnSpPr>
          <p:cNvPr id="1723" name="Google Shape;1723;p157"/>
          <p:cNvCxnSpPr>
            <a:stCxn id="1703" idx="4"/>
            <a:endCxn id="1694" idx="2"/>
          </p:cNvCxnSpPr>
          <p:nvPr/>
        </p:nvCxnSpPr>
        <p:spPr>
          <a:xfrm flipH="1" rot="10800000">
            <a:off x="4002040" y="2889935"/>
            <a:ext cx="720300" cy="1572000"/>
          </a:xfrm>
          <a:prstGeom prst="bentConnector3">
            <a:avLst>
              <a:gd fmla="val 49993" name="adj1"/>
            </a:avLst>
          </a:prstGeom>
          <a:noFill/>
          <a:ln cap="flat" cmpd="sng" w="19050">
            <a:solidFill>
              <a:schemeClr val="accent4"/>
            </a:solidFill>
            <a:prstDash val="solid"/>
            <a:round/>
            <a:headEnd len="sm" w="sm" type="none"/>
            <a:tailEnd len="med" w="med" type="stealth"/>
          </a:ln>
        </p:spPr>
      </p:cxnSp>
      <p:cxnSp>
        <p:nvCxnSpPr>
          <p:cNvPr id="1724" name="Google Shape;1724;p157"/>
          <p:cNvCxnSpPr>
            <a:stCxn id="1707" idx="3"/>
            <a:endCxn id="1713" idx="1"/>
          </p:cNvCxnSpPr>
          <p:nvPr/>
        </p:nvCxnSpPr>
        <p:spPr>
          <a:xfrm>
            <a:off x="6087915" y="2472815"/>
            <a:ext cx="893700" cy="600"/>
          </a:xfrm>
          <a:prstGeom prst="bentConnector3">
            <a:avLst>
              <a:gd fmla="val 50002" name="adj1"/>
            </a:avLst>
          </a:prstGeom>
          <a:noFill/>
          <a:ln cap="flat" cmpd="sng" w="19050">
            <a:solidFill>
              <a:schemeClr val="accent4"/>
            </a:solidFill>
            <a:prstDash val="solid"/>
            <a:round/>
            <a:headEnd len="sm" w="sm" type="none"/>
            <a:tailEnd len="med" w="med" type="triangle"/>
          </a:ln>
        </p:spPr>
      </p:cxnSp>
      <p:sp>
        <p:nvSpPr>
          <p:cNvPr id="1725" name="Google Shape;1725;p157"/>
          <p:cNvSpPr txBox="1"/>
          <p:nvPr/>
        </p:nvSpPr>
        <p:spPr>
          <a:xfrm>
            <a:off x="3270590" y="4881851"/>
            <a:ext cx="3119700" cy="238500"/>
          </a:xfrm>
          <a:prstGeom prst="rect">
            <a:avLst/>
          </a:prstGeom>
          <a:noFill/>
          <a:ln cap="flat" cmpd="sng" w="7150">
            <a:solidFill>
              <a:schemeClr val="accent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L0 and L1 – Will incur SAP </a:t>
            </a:r>
            <a:r>
              <a:rPr lang="en" sz="1100"/>
              <a:t>Premium</a:t>
            </a:r>
            <a:r>
              <a:rPr b="0" i="0" lang="en" sz="1100" u="none" cap="none" strike="noStrike">
                <a:solidFill>
                  <a:srgbClr val="000000"/>
                </a:solidFill>
                <a:latin typeface="Arial"/>
                <a:ea typeface="Arial"/>
                <a:cs typeface="Arial"/>
                <a:sym typeface="Arial"/>
              </a:rPr>
              <a:t> Cost </a:t>
            </a:r>
            <a:endParaRPr sz="1100"/>
          </a:p>
        </p:txBody>
      </p:sp>
      <p:sp>
        <p:nvSpPr>
          <p:cNvPr id="1726" name="Google Shape;1726;p157"/>
          <p:cNvSpPr txBox="1"/>
          <p:nvPr/>
        </p:nvSpPr>
        <p:spPr>
          <a:xfrm>
            <a:off x="4776192" y="505636"/>
            <a:ext cx="1519500" cy="238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en" sz="1100"/>
              <a:t>Consolidation of L0</a:t>
            </a:r>
            <a:endParaRPr sz="1100"/>
          </a:p>
        </p:txBody>
      </p:sp>
      <p:cxnSp>
        <p:nvCxnSpPr>
          <p:cNvPr id="1727" name="Google Shape;1727;p157"/>
          <p:cNvCxnSpPr>
            <a:stCxn id="1709" idx="3"/>
            <a:endCxn id="1715" idx="1"/>
          </p:cNvCxnSpPr>
          <p:nvPr/>
        </p:nvCxnSpPr>
        <p:spPr>
          <a:xfrm>
            <a:off x="6095881" y="4212557"/>
            <a:ext cx="885900" cy="600"/>
          </a:xfrm>
          <a:prstGeom prst="bentConnector3">
            <a:avLst>
              <a:gd fmla="val 49996" name="adj1"/>
            </a:avLst>
          </a:prstGeom>
          <a:noFill/>
          <a:ln cap="flat" cmpd="sng" w="19050">
            <a:solidFill>
              <a:schemeClr val="accent4"/>
            </a:solidFill>
            <a:prstDash val="solid"/>
            <a:round/>
            <a:headEnd len="sm" w="sm" type="none"/>
            <a:tailEnd len="med" w="med" type="triangle"/>
          </a:ln>
        </p:spPr>
      </p:cxnSp>
      <p:cxnSp>
        <p:nvCxnSpPr>
          <p:cNvPr id="1728" name="Google Shape;1728;p157"/>
          <p:cNvCxnSpPr>
            <a:stCxn id="1708" idx="3"/>
            <a:endCxn id="1714" idx="1"/>
          </p:cNvCxnSpPr>
          <p:nvPr/>
        </p:nvCxnSpPr>
        <p:spPr>
          <a:xfrm>
            <a:off x="6095881" y="3342686"/>
            <a:ext cx="893700" cy="600"/>
          </a:xfrm>
          <a:prstGeom prst="bentConnector3">
            <a:avLst>
              <a:gd fmla="val 50002" name="adj1"/>
            </a:avLst>
          </a:prstGeom>
          <a:noFill/>
          <a:ln cap="flat" cmpd="sng" w="19050">
            <a:solidFill>
              <a:schemeClr val="accent4"/>
            </a:solidFill>
            <a:prstDash val="solid"/>
            <a:round/>
            <a:headEnd len="sm" w="sm" type="none"/>
            <a:tailEnd len="med" w="med" type="triangle"/>
          </a:ln>
        </p:spPr>
      </p:cxnSp>
      <p:cxnSp>
        <p:nvCxnSpPr>
          <p:cNvPr id="1729" name="Google Shape;1729;p157"/>
          <p:cNvCxnSpPr/>
          <p:nvPr/>
        </p:nvCxnSpPr>
        <p:spPr>
          <a:xfrm>
            <a:off x="6105031" y="1529692"/>
            <a:ext cx="893700" cy="600"/>
          </a:xfrm>
          <a:prstGeom prst="bentConnector3">
            <a:avLst>
              <a:gd fmla="val 50002" name="adj1"/>
            </a:avLst>
          </a:prstGeom>
          <a:noFill/>
          <a:ln cap="flat" cmpd="sng" w="19050">
            <a:solidFill>
              <a:schemeClr val="accent4"/>
            </a:solidFill>
            <a:prstDash val="solid"/>
            <a:round/>
            <a:headEnd len="sm" w="sm"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158"/>
          <p:cNvSpPr txBox="1"/>
          <p:nvPr>
            <p:ph idx="1" type="body"/>
          </p:nvPr>
        </p:nvSpPr>
        <p:spPr>
          <a:xfrm>
            <a:off x="365750" y="274320"/>
            <a:ext cx="2376600" cy="685800"/>
          </a:xfrm>
          <a:prstGeom prst="rect">
            <a:avLst/>
          </a:prstGeom>
        </p:spPr>
        <p:txBody>
          <a:bodyPr anchorCtr="0" anchor="t" bIns="68575" lIns="68575" spcFirstLastPara="1" rIns="68575" wrap="square" tIns="68575">
            <a:noAutofit/>
          </a:bodyPr>
          <a:lstStyle/>
          <a:p>
            <a:pPr indent="0" lvl="0" marL="0" rtl="0" algn="l">
              <a:spcBef>
                <a:spcPts val="0"/>
              </a:spcBef>
              <a:spcAft>
                <a:spcPts val="0"/>
              </a:spcAft>
              <a:buNone/>
            </a:pPr>
            <a:r>
              <a:rPr lang="en"/>
              <a:t>Storing</a:t>
            </a:r>
            <a:endParaRPr/>
          </a:p>
        </p:txBody>
      </p:sp>
      <p:sp>
        <p:nvSpPr>
          <p:cNvPr id="1735" name="Google Shape;1735;p158"/>
          <p:cNvSpPr txBox="1"/>
          <p:nvPr>
            <p:ph idx="2" type="body"/>
          </p:nvPr>
        </p:nvSpPr>
        <p:spPr>
          <a:xfrm>
            <a:off x="365750" y="1291650"/>
            <a:ext cx="2210400" cy="25602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6" name="Google Shape;1736;p158"/>
          <p:cNvSpPr txBox="1"/>
          <p:nvPr/>
        </p:nvSpPr>
        <p:spPr>
          <a:xfrm>
            <a:off x="2895625" y="60950"/>
            <a:ext cx="5852100" cy="49785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rgbClr val="5B5B5B"/>
              </a:buClr>
              <a:buSzPts val="900"/>
              <a:buAutoNum type="arabicPeriod"/>
            </a:pPr>
            <a:r>
              <a:rPr lang="en" sz="900">
                <a:solidFill>
                  <a:srgbClr val="5B5B5B"/>
                </a:solidFill>
              </a:rPr>
              <a:t>Once data is enriched in Snowflake (e.g., through a join, union, AI/ML processing, etc.) it is no longer a BDC data product and no longer subject to the rules mentioned in our BDC supplement  and that he results may be stored within the target system (e.g.Snowflake Silver Layer) and used as a native data object owned by the customer that can also be used for business purposes not directly related to this customer. Customer is asking why this is not mentioned in our BDC supplement.</a:t>
            </a:r>
            <a:endParaRPr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457200" rtl="0" algn="l">
              <a:spcBef>
                <a:spcPts val="0"/>
              </a:spcBef>
              <a:spcAft>
                <a:spcPts val="0"/>
              </a:spcAft>
              <a:buNone/>
            </a:pPr>
            <a:r>
              <a:rPr i="1" lang="en" sz="900"/>
              <a:t>The language in our supplement was finalized with SAP legal team’s counsel. They understood our intent behind the language and advised us on the legal language needed. ) In the supplement’s legal language, the definition makes clear what a “Data Product” (note the capitalization) is and denotes a specific delivery of an object from BDC. </a:t>
            </a:r>
            <a:r>
              <a:rPr i="1" lang="en" sz="900">
                <a:solidFill>
                  <a:srgbClr val="FF0000"/>
                </a:solidFill>
              </a:rPr>
              <a:t>The moment that object is altered, it is no longer the “Data Product” from BDC (now a regular “data product” perhaps). Therefore, it is unnecessary to change the current language.</a:t>
            </a:r>
            <a:endParaRPr i="1" sz="900">
              <a:solidFill>
                <a:srgbClr val="FF0000"/>
              </a:solidFill>
            </a:endParaRPr>
          </a:p>
          <a:p>
            <a:pPr indent="0" lvl="0" marL="457200" rtl="0" algn="l">
              <a:spcBef>
                <a:spcPts val="0"/>
              </a:spcBef>
              <a:spcAft>
                <a:spcPts val="0"/>
              </a:spcAft>
              <a:buNone/>
            </a:pPr>
            <a:r>
              <a:t/>
            </a:r>
            <a:endParaRPr i="1" sz="900"/>
          </a:p>
          <a:p>
            <a:pPr indent="-298450" lvl="0" marL="457200" rtl="0" algn="l">
              <a:lnSpc>
                <a:spcPct val="115000"/>
              </a:lnSpc>
              <a:spcBef>
                <a:spcPts val="1000"/>
              </a:spcBef>
              <a:spcAft>
                <a:spcPts val="0"/>
              </a:spcAft>
              <a:buSzPts val="1100"/>
              <a:buAutoNum type="arabicPeriod"/>
            </a:pPr>
            <a:r>
              <a:rPr lang="en" sz="1100"/>
              <a:t>Customers may allow third-party connectors to temporarily store or materialize data products on such a third-party connectors solely for performance optimization purposes.  </a:t>
            </a:r>
            <a:br>
              <a:rPr lang="en" sz="1100"/>
            </a:br>
            <a:r>
              <a:rPr lang="en" sz="1100"/>
              <a:t>What is the process : should the customer request the authorization to SAP to do such temporary materialization documenting the performance issue or should they just inform SAP that they are temporarily materializing some data products due to performance issue or don’t they have to do anything and proceed ? What is the threshold to define performance issue requiring an optimization ? Is it at the sole appreciation of the customer ?</a:t>
            </a:r>
            <a:br>
              <a:rPr lang="en" sz="1100"/>
            </a:br>
            <a:br>
              <a:rPr lang="en" sz="1100"/>
            </a:br>
            <a:r>
              <a:rPr i="1" lang="en" sz="1100"/>
              <a:t>There is no need for notification, and the judgment of temporary materialization for performance reasons is at the discretion of the customer.</a:t>
            </a:r>
            <a:br>
              <a:rPr i="1" lang="en" sz="1100"/>
            </a:br>
            <a:r>
              <a:rPr i="1" lang="en" sz="1100"/>
              <a:t>We do not have any defined thresholds. This is also at the discretion of the customer.</a:t>
            </a:r>
            <a:endParaRPr i="1" sz="1100"/>
          </a:p>
          <a:p>
            <a:pPr indent="-285750" lvl="0" marL="457200" rtl="0" algn="l">
              <a:spcBef>
                <a:spcPts val="0"/>
              </a:spcBef>
              <a:spcAft>
                <a:spcPts val="0"/>
              </a:spcAft>
              <a:buSzPts val="900"/>
              <a:buAutoNum type="arabicPeriod"/>
            </a:pPr>
            <a:r>
              <a:t/>
            </a:r>
            <a:endParaRPr sz="9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0" name="Shape 1740"/>
        <p:cNvGrpSpPr/>
        <p:nvPr/>
      </p:nvGrpSpPr>
      <p:grpSpPr>
        <a:xfrm>
          <a:off x="0" y="0"/>
          <a:ext cx="0" cy="0"/>
          <a:chOff x="0" y="0"/>
          <a:chExt cx="0" cy="0"/>
        </a:xfrm>
      </p:grpSpPr>
      <p:sp>
        <p:nvSpPr>
          <p:cNvPr id="1741" name="Google Shape;1741;p159"/>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One Org</a:t>
            </a:r>
            <a:endParaRPr/>
          </a:p>
        </p:txBody>
      </p:sp>
      <p:sp>
        <p:nvSpPr>
          <p:cNvPr id="1742" name="Google Shape;1742;p159"/>
          <p:cNvSpPr/>
          <p:nvPr/>
        </p:nvSpPr>
        <p:spPr>
          <a:xfrm>
            <a:off x="109044" y="2915800"/>
            <a:ext cx="1880700" cy="1485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p:txBody>
      </p:sp>
      <p:sp>
        <p:nvSpPr>
          <p:cNvPr id="1743" name="Google Shape;1743;p159"/>
          <p:cNvSpPr/>
          <p:nvPr/>
        </p:nvSpPr>
        <p:spPr>
          <a:xfrm>
            <a:off x="4143325" y="2393775"/>
            <a:ext cx="1880700" cy="1993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Account 2 </a:t>
            </a:r>
            <a:endParaRPr b="1" sz="1000">
              <a:solidFill>
                <a:schemeClr val="lt1"/>
              </a:solidFill>
            </a:endParaRPr>
          </a:p>
        </p:txBody>
      </p:sp>
      <p:sp>
        <p:nvSpPr>
          <p:cNvPr id="1744" name="Google Shape;1744;p159"/>
          <p:cNvSpPr/>
          <p:nvPr/>
        </p:nvSpPr>
        <p:spPr>
          <a:xfrm>
            <a:off x="4237434" y="323147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745" name="Google Shape;1745;p159"/>
          <p:cNvSpPr/>
          <p:nvPr/>
        </p:nvSpPr>
        <p:spPr>
          <a:xfrm>
            <a:off x="4215109" y="4071344"/>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Inter-Org Sharing</a:t>
            </a:r>
            <a:endParaRPr sz="900">
              <a:solidFill>
                <a:schemeClr val="dk1"/>
              </a:solidFill>
            </a:endParaRPr>
          </a:p>
        </p:txBody>
      </p:sp>
      <p:sp>
        <p:nvSpPr>
          <p:cNvPr id="1746" name="Google Shape;1746;p159"/>
          <p:cNvSpPr/>
          <p:nvPr/>
        </p:nvSpPr>
        <p:spPr>
          <a:xfrm>
            <a:off x="4237284" y="3552118"/>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VW</a:t>
            </a:r>
            <a:endParaRPr sz="900">
              <a:solidFill>
                <a:schemeClr val="dk1"/>
              </a:solidFill>
            </a:endParaRPr>
          </a:p>
        </p:txBody>
      </p:sp>
      <p:sp>
        <p:nvSpPr>
          <p:cNvPr id="1747" name="Google Shape;1747;p159"/>
          <p:cNvSpPr/>
          <p:nvPr/>
        </p:nvSpPr>
        <p:spPr>
          <a:xfrm>
            <a:off x="2186222" y="2914325"/>
            <a:ext cx="1751400" cy="14856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748" name="Google Shape;1748;p159"/>
          <p:cNvSpPr/>
          <p:nvPr/>
        </p:nvSpPr>
        <p:spPr>
          <a:xfrm>
            <a:off x="184045" y="3812450"/>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a:t>
            </a:r>
            <a:br>
              <a:rPr lang="en" sz="1000">
                <a:solidFill>
                  <a:schemeClr val="dk1"/>
                </a:solidFill>
              </a:rPr>
            </a:br>
            <a:r>
              <a:rPr lang="en" sz="900">
                <a:solidFill>
                  <a:schemeClr val="dk1"/>
                </a:solidFill>
              </a:rPr>
              <a:t>(Operational Reporting Layer)</a:t>
            </a:r>
            <a:endParaRPr sz="900">
              <a:solidFill>
                <a:schemeClr val="dk1"/>
              </a:solidFill>
            </a:endParaRPr>
          </a:p>
        </p:txBody>
      </p:sp>
      <p:sp>
        <p:nvSpPr>
          <p:cNvPr id="1749" name="Google Shape;1749;p159"/>
          <p:cNvSpPr/>
          <p:nvPr/>
        </p:nvSpPr>
        <p:spPr>
          <a:xfrm>
            <a:off x="2292574" y="3836451"/>
            <a:ext cx="14940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ABAP Push Replication Server / Apache Spark</a:t>
            </a:r>
            <a:endParaRPr sz="900">
              <a:solidFill>
                <a:schemeClr val="dk1"/>
              </a:solidFill>
            </a:endParaRPr>
          </a:p>
        </p:txBody>
      </p:sp>
      <p:sp>
        <p:nvSpPr>
          <p:cNvPr id="1750" name="Google Shape;1750;p159"/>
          <p:cNvSpPr/>
          <p:nvPr/>
        </p:nvSpPr>
        <p:spPr>
          <a:xfrm>
            <a:off x="2292547" y="3533484"/>
            <a:ext cx="14940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Object Store</a:t>
            </a:r>
            <a:endParaRPr sz="900">
              <a:solidFill>
                <a:schemeClr val="dk1"/>
              </a:solidFill>
            </a:endParaRPr>
          </a:p>
        </p:txBody>
      </p:sp>
      <p:sp>
        <p:nvSpPr>
          <p:cNvPr id="1751" name="Google Shape;1751;p159"/>
          <p:cNvSpPr/>
          <p:nvPr/>
        </p:nvSpPr>
        <p:spPr>
          <a:xfrm>
            <a:off x="2292572" y="3222728"/>
            <a:ext cx="14940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Catalog</a:t>
            </a:r>
            <a:endParaRPr sz="900">
              <a:solidFill>
                <a:schemeClr val="dk1"/>
              </a:solidFill>
            </a:endParaRPr>
          </a:p>
        </p:txBody>
      </p:sp>
      <p:cxnSp>
        <p:nvCxnSpPr>
          <p:cNvPr id="1752" name="Google Shape;1752;p159"/>
          <p:cNvCxnSpPr>
            <a:stCxn id="1751" idx="3"/>
            <a:endCxn id="1744" idx="1"/>
          </p:cNvCxnSpPr>
          <p:nvPr/>
        </p:nvCxnSpPr>
        <p:spPr>
          <a:xfrm>
            <a:off x="3786572" y="3347228"/>
            <a:ext cx="450900" cy="4500"/>
          </a:xfrm>
          <a:prstGeom prst="bentConnector3">
            <a:avLst>
              <a:gd fmla="val 49996" name="adj1"/>
            </a:avLst>
          </a:prstGeom>
          <a:noFill/>
          <a:ln cap="flat" cmpd="sng" w="19050">
            <a:solidFill>
              <a:schemeClr val="dk1"/>
            </a:solidFill>
            <a:prstDash val="dash"/>
            <a:round/>
            <a:headEnd len="med" w="med" type="stealth"/>
            <a:tailEnd len="med" w="med" type="none"/>
          </a:ln>
        </p:spPr>
      </p:cxnSp>
      <p:cxnSp>
        <p:nvCxnSpPr>
          <p:cNvPr id="1753" name="Google Shape;1753;p159"/>
          <p:cNvCxnSpPr>
            <a:stCxn id="1746" idx="1"/>
            <a:endCxn id="1750" idx="3"/>
          </p:cNvCxnSpPr>
          <p:nvPr/>
        </p:nvCxnSpPr>
        <p:spPr>
          <a:xfrm rot="10800000">
            <a:off x="3786684" y="3658018"/>
            <a:ext cx="450600" cy="1500"/>
          </a:xfrm>
          <a:prstGeom prst="bentConnector3">
            <a:avLst>
              <a:gd fmla="val 50015" name="adj1"/>
            </a:avLst>
          </a:prstGeom>
          <a:noFill/>
          <a:ln cap="flat" cmpd="sng" w="19050">
            <a:solidFill>
              <a:schemeClr val="accent1"/>
            </a:solidFill>
            <a:prstDash val="solid"/>
            <a:round/>
            <a:headEnd len="med" w="med" type="none"/>
            <a:tailEnd len="med" w="med" type="stealth"/>
          </a:ln>
        </p:spPr>
      </p:cxnSp>
      <p:sp>
        <p:nvSpPr>
          <p:cNvPr id="1754" name="Google Shape;1754;p159"/>
          <p:cNvSpPr/>
          <p:nvPr/>
        </p:nvSpPr>
        <p:spPr>
          <a:xfrm>
            <a:off x="4669753" y="468631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755" name="Google Shape;1755;p159"/>
          <p:cNvSpPr/>
          <p:nvPr/>
        </p:nvSpPr>
        <p:spPr>
          <a:xfrm>
            <a:off x="2016658" y="3247137"/>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756" name="Google Shape;1756;p159"/>
          <p:cNvSpPr/>
          <p:nvPr/>
        </p:nvSpPr>
        <p:spPr>
          <a:xfrm>
            <a:off x="4987278" y="468629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3</a:t>
            </a:r>
            <a:endParaRPr sz="1000">
              <a:solidFill>
                <a:schemeClr val="lt1"/>
              </a:solidFill>
            </a:endParaRPr>
          </a:p>
        </p:txBody>
      </p:sp>
      <p:sp>
        <p:nvSpPr>
          <p:cNvPr id="1757" name="Google Shape;1757;p159"/>
          <p:cNvSpPr/>
          <p:nvPr/>
        </p:nvSpPr>
        <p:spPr>
          <a:xfrm>
            <a:off x="5338488" y="468630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758" name="Google Shape;1758;p159"/>
          <p:cNvSpPr/>
          <p:nvPr/>
        </p:nvSpPr>
        <p:spPr>
          <a:xfrm>
            <a:off x="5689732" y="4686306"/>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5</a:t>
            </a:r>
            <a:endParaRPr sz="1000">
              <a:solidFill>
                <a:schemeClr val="lt1"/>
              </a:solidFill>
            </a:endParaRPr>
          </a:p>
        </p:txBody>
      </p:sp>
      <p:sp>
        <p:nvSpPr>
          <p:cNvPr id="1759" name="Google Shape;1759;p159"/>
          <p:cNvSpPr/>
          <p:nvPr/>
        </p:nvSpPr>
        <p:spPr>
          <a:xfrm>
            <a:off x="6007262" y="468629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6</a:t>
            </a:r>
            <a:endParaRPr sz="1000">
              <a:solidFill>
                <a:schemeClr val="lt1"/>
              </a:solidFill>
            </a:endParaRPr>
          </a:p>
        </p:txBody>
      </p:sp>
      <p:cxnSp>
        <p:nvCxnSpPr>
          <p:cNvPr id="1760" name="Google Shape;1760;p159"/>
          <p:cNvCxnSpPr>
            <a:stCxn id="1761" idx="1"/>
          </p:cNvCxnSpPr>
          <p:nvPr/>
        </p:nvCxnSpPr>
        <p:spPr>
          <a:xfrm>
            <a:off x="6083430" y="3070575"/>
            <a:ext cx="0" cy="0"/>
          </a:xfrm>
          <a:prstGeom prst="straightConnector1">
            <a:avLst/>
          </a:prstGeom>
          <a:noFill/>
          <a:ln cap="flat" cmpd="sng" w="9525">
            <a:solidFill>
              <a:schemeClr val="lt1"/>
            </a:solidFill>
            <a:prstDash val="solid"/>
            <a:round/>
            <a:headEnd len="med" w="med" type="none"/>
            <a:tailEnd len="med" w="med" type="none"/>
          </a:ln>
        </p:spPr>
      </p:cxnSp>
      <p:sp>
        <p:nvSpPr>
          <p:cNvPr id="1762" name="Google Shape;1762;p159"/>
          <p:cNvSpPr/>
          <p:nvPr/>
        </p:nvSpPr>
        <p:spPr>
          <a:xfrm>
            <a:off x="6217275" y="2393775"/>
            <a:ext cx="2773500" cy="1993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Account 1</a:t>
            </a:r>
            <a:endParaRPr b="1" sz="1000">
              <a:solidFill>
                <a:schemeClr val="lt1"/>
              </a:solidFill>
            </a:endParaRPr>
          </a:p>
        </p:txBody>
      </p:sp>
      <p:sp>
        <p:nvSpPr>
          <p:cNvPr id="1763" name="Google Shape;1763;p159"/>
          <p:cNvSpPr/>
          <p:nvPr/>
        </p:nvSpPr>
        <p:spPr>
          <a:xfrm>
            <a:off x="6599634" y="323147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764" name="Google Shape;1764;p159"/>
          <p:cNvSpPr/>
          <p:nvPr/>
        </p:nvSpPr>
        <p:spPr>
          <a:xfrm>
            <a:off x="6599484" y="3806519"/>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Apache Iceberg</a:t>
            </a:r>
            <a:endParaRPr sz="900">
              <a:solidFill>
                <a:schemeClr val="dk1"/>
              </a:solidFill>
            </a:endParaRPr>
          </a:p>
        </p:txBody>
      </p:sp>
      <p:sp>
        <p:nvSpPr>
          <p:cNvPr id="1765" name="Google Shape;1765;p159"/>
          <p:cNvSpPr/>
          <p:nvPr/>
        </p:nvSpPr>
        <p:spPr>
          <a:xfrm>
            <a:off x="6590750" y="2967753"/>
            <a:ext cx="1724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Cortex AI &amp; ML</a:t>
            </a:r>
            <a:endParaRPr sz="900">
              <a:solidFill>
                <a:schemeClr val="dk1"/>
              </a:solidFill>
            </a:endParaRPr>
          </a:p>
        </p:txBody>
      </p:sp>
      <p:sp>
        <p:nvSpPr>
          <p:cNvPr id="1766" name="Google Shape;1766;p159"/>
          <p:cNvSpPr/>
          <p:nvPr/>
        </p:nvSpPr>
        <p:spPr>
          <a:xfrm>
            <a:off x="6572259" y="2700389"/>
            <a:ext cx="1724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Marketplace</a:t>
            </a:r>
            <a:endParaRPr sz="900">
              <a:solidFill>
                <a:schemeClr val="dk1"/>
              </a:solidFill>
            </a:endParaRPr>
          </a:p>
        </p:txBody>
      </p:sp>
      <p:sp>
        <p:nvSpPr>
          <p:cNvPr id="1767" name="Google Shape;1767;p159"/>
          <p:cNvSpPr/>
          <p:nvPr/>
        </p:nvSpPr>
        <p:spPr>
          <a:xfrm>
            <a:off x="6599484" y="3550702"/>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VW</a:t>
            </a:r>
            <a:endParaRPr sz="900">
              <a:solidFill>
                <a:schemeClr val="dk1"/>
              </a:solidFill>
            </a:endParaRPr>
          </a:p>
        </p:txBody>
      </p:sp>
      <p:cxnSp>
        <p:nvCxnSpPr>
          <p:cNvPr id="1768" name="Google Shape;1768;p159"/>
          <p:cNvCxnSpPr/>
          <p:nvPr/>
        </p:nvCxnSpPr>
        <p:spPr>
          <a:xfrm>
            <a:off x="8445630" y="3070575"/>
            <a:ext cx="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sp>
        <p:nvSpPr>
          <p:cNvPr id="1773" name="Google Shape;1773;p160"/>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Inter-Org</a:t>
            </a:r>
            <a:endParaRPr/>
          </a:p>
        </p:txBody>
      </p:sp>
      <p:sp>
        <p:nvSpPr>
          <p:cNvPr id="1774" name="Google Shape;1774;p160"/>
          <p:cNvSpPr/>
          <p:nvPr/>
        </p:nvSpPr>
        <p:spPr>
          <a:xfrm>
            <a:off x="109044" y="2915800"/>
            <a:ext cx="1880700" cy="1485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t>S/4HANA Private Cloud</a:t>
            </a:r>
            <a:endParaRPr b="1" sz="800"/>
          </a:p>
        </p:txBody>
      </p:sp>
      <p:sp>
        <p:nvSpPr>
          <p:cNvPr id="1775" name="Google Shape;1775;p160"/>
          <p:cNvSpPr/>
          <p:nvPr/>
        </p:nvSpPr>
        <p:spPr>
          <a:xfrm>
            <a:off x="4143325" y="2393775"/>
            <a:ext cx="1880700" cy="1993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SAP Snowflake (Org #2) </a:t>
            </a:r>
            <a:endParaRPr b="1" sz="1000">
              <a:solidFill>
                <a:schemeClr val="lt1"/>
              </a:solidFill>
            </a:endParaRPr>
          </a:p>
        </p:txBody>
      </p:sp>
      <p:sp>
        <p:nvSpPr>
          <p:cNvPr id="1776" name="Google Shape;1776;p160"/>
          <p:cNvSpPr/>
          <p:nvPr/>
        </p:nvSpPr>
        <p:spPr>
          <a:xfrm>
            <a:off x="4237434" y="323147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777" name="Google Shape;1777;p160"/>
          <p:cNvSpPr/>
          <p:nvPr/>
        </p:nvSpPr>
        <p:spPr>
          <a:xfrm>
            <a:off x="4215109" y="4071344"/>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Inter-Org Sharing</a:t>
            </a:r>
            <a:endParaRPr sz="900">
              <a:solidFill>
                <a:schemeClr val="dk1"/>
              </a:solidFill>
            </a:endParaRPr>
          </a:p>
        </p:txBody>
      </p:sp>
      <p:sp>
        <p:nvSpPr>
          <p:cNvPr id="1778" name="Google Shape;1778;p160"/>
          <p:cNvSpPr/>
          <p:nvPr/>
        </p:nvSpPr>
        <p:spPr>
          <a:xfrm>
            <a:off x="4237284" y="3552118"/>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VW</a:t>
            </a:r>
            <a:endParaRPr sz="900">
              <a:solidFill>
                <a:schemeClr val="dk1"/>
              </a:solidFill>
            </a:endParaRPr>
          </a:p>
        </p:txBody>
      </p:sp>
      <p:sp>
        <p:nvSpPr>
          <p:cNvPr id="1779" name="Google Shape;1779;p160"/>
          <p:cNvSpPr/>
          <p:nvPr/>
        </p:nvSpPr>
        <p:spPr>
          <a:xfrm>
            <a:off x="2186222" y="2914325"/>
            <a:ext cx="1751400" cy="14856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rPr>
              <a:t>SAP BDC</a:t>
            </a:r>
            <a:endParaRPr b="1" sz="800">
              <a:solidFill>
                <a:schemeClr val="dk1"/>
              </a:solidFill>
            </a:endParaRPr>
          </a:p>
        </p:txBody>
      </p:sp>
      <p:sp>
        <p:nvSpPr>
          <p:cNvPr id="1780" name="Google Shape;1780;p160"/>
          <p:cNvSpPr/>
          <p:nvPr/>
        </p:nvSpPr>
        <p:spPr>
          <a:xfrm>
            <a:off x="184045" y="3812450"/>
            <a:ext cx="1724700" cy="498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Managed CDS Views</a:t>
            </a:r>
            <a:br>
              <a:rPr lang="en" sz="1000">
                <a:solidFill>
                  <a:schemeClr val="dk1"/>
                </a:solidFill>
              </a:rPr>
            </a:br>
            <a:r>
              <a:rPr lang="en" sz="900">
                <a:solidFill>
                  <a:schemeClr val="dk1"/>
                </a:solidFill>
              </a:rPr>
              <a:t>(Operational Reporting Layer)</a:t>
            </a:r>
            <a:endParaRPr sz="900">
              <a:solidFill>
                <a:schemeClr val="dk1"/>
              </a:solidFill>
            </a:endParaRPr>
          </a:p>
        </p:txBody>
      </p:sp>
      <p:sp>
        <p:nvSpPr>
          <p:cNvPr id="1781" name="Google Shape;1781;p160"/>
          <p:cNvSpPr/>
          <p:nvPr/>
        </p:nvSpPr>
        <p:spPr>
          <a:xfrm>
            <a:off x="2292574" y="3836451"/>
            <a:ext cx="1494000" cy="45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ABAP Push Replication Server / Apache Spark</a:t>
            </a:r>
            <a:endParaRPr sz="900">
              <a:solidFill>
                <a:schemeClr val="dk1"/>
              </a:solidFill>
            </a:endParaRPr>
          </a:p>
        </p:txBody>
      </p:sp>
      <p:sp>
        <p:nvSpPr>
          <p:cNvPr id="1782" name="Google Shape;1782;p160"/>
          <p:cNvSpPr/>
          <p:nvPr/>
        </p:nvSpPr>
        <p:spPr>
          <a:xfrm>
            <a:off x="2292547" y="3533484"/>
            <a:ext cx="1494000" cy="24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Object Store</a:t>
            </a:r>
            <a:endParaRPr sz="900">
              <a:solidFill>
                <a:schemeClr val="dk1"/>
              </a:solidFill>
            </a:endParaRPr>
          </a:p>
        </p:txBody>
      </p:sp>
      <p:sp>
        <p:nvSpPr>
          <p:cNvPr id="1783" name="Google Shape;1783;p160"/>
          <p:cNvSpPr/>
          <p:nvPr/>
        </p:nvSpPr>
        <p:spPr>
          <a:xfrm>
            <a:off x="2292572" y="3222728"/>
            <a:ext cx="1494000" cy="24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SAP BDC Catalog</a:t>
            </a:r>
            <a:endParaRPr sz="900">
              <a:solidFill>
                <a:schemeClr val="dk1"/>
              </a:solidFill>
            </a:endParaRPr>
          </a:p>
        </p:txBody>
      </p:sp>
      <p:cxnSp>
        <p:nvCxnSpPr>
          <p:cNvPr id="1784" name="Google Shape;1784;p160"/>
          <p:cNvCxnSpPr>
            <a:stCxn id="1783" idx="3"/>
            <a:endCxn id="1776" idx="1"/>
          </p:cNvCxnSpPr>
          <p:nvPr/>
        </p:nvCxnSpPr>
        <p:spPr>
          <a:xfrm>
            <a:off x="3786572" y="3347228"/>
            <a:ext cx="450900" cy="4500"/>
          </a:xfrm>
          <a:prstGeom prst="bentConnector3">
            <a:avLst>
              <a:gd fmla="val 49996" name="adj1"/>
            </a:avLst>
          </a:prstGeom>
          <a:noFill/>
          <a:ln cap="flat" cmpd="sng" w="19050">
            <a:solidFill>
              <a:schemeClr val="dk1"/>
            </a:solidFill>
            <a:prstDash val="dash"/>
            <a:round/>
            <a:headEnd len="med" w="med" type="stealth"/>
            <a:tailEnd len="med" w="med" type="none"/>
          </a:ln>
        </p:spPr>
      </p:cxnSp>
      <p:cxnSp>
        <p:nvCxnSpPr>
          <p:cNvPr id="1785" name="Google Shape;1785;p160"/>
          <p:cNvCxnSpPr>
            <a:stCxn id="1778" idx="1"/>
            <a:endCxn id="1782" idx="3"/>
          </p:cNvCxnSpPr>
          <p:nvPr/>
        </p:nvCxnSpPr>
        <p:spPr>
          <a:xfrm rot="10800000">
            <a:off x="3786684" y="3658018"/>
            <a:ext cx="450600" cy="1500"/>
          </a:xfrm>
          <a:prstGeom prst="bentConnector3">
            <a:avLst>
              <a:gd fmla="val 50015" name="adj1"/>
            </a:avLst>
          </a:prstGeom>
          <a:noFill/>
          <a:ln cap="flat" cmpd="sng" w="19050">
            <a:solidFill>
              <a:schemeClr val="accent1"/>
            </a:solidFill>
            <a:prstDash val="solid"/>
            <a:round/>
            <a:headEnd len="med" w="med" type="none"/>
            <a:tailEnd len="med" w="med" type="stealth"/>
          </a:ln>
        </p:spPr>
      </p:cxnSp>
      <p:sp>
        <p:nvSpPr>
          <p:cNvPr id="1786" name="Google Shape;1786;p160"/>
          <p:cNvSpPr/>
          <p:nvPr/>
        </p:nvSpPr>
        <p:spPr>
          <a:xfrm>
            <a:off x="4669753" y="468631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2</a:t>
            </a:r>
            <a:endParaRPr sz="1000">
              <a:solidFill>
                <a:schemeClr val="lt1"/>
              </a:solidFill>
            </a:endParaRPr>
          </a:p>
        </p:txBody>
      </p:sp>
      <p:sp>
        <p:nvSpPr>
          <p:cNvPr id="1787" name="Google Shape;1787;p160"/>
          <p:cNvSpPr/>
          <p:nvPr/>
        </p:nvSpPr>
        <p:spPr>
          <a:xfrm>
            <a:off x="2016658" y="3247137"/>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300">
                <a:solidFill>
                  <a:schemeClr val="lt1"/>
                </a:solidFill>
              </a:rPr>
              <a:t>  </a:t>
            </a:r>
            <a:r>
              <a:rPr lang="en" sz="1000">
                <a:solidFill>
                  <a:schemeClr val="lt1"/>
                </a:solidFill>
              </a:rPr>
              <a:t>1</a:t>
            </a:r>
            <a:endParaRPr sz="1000">
              <a:solidFill>
                <a:schemeClr val="lt1"/>
              </a:solidFill>
            </a:endParaRPr>
          </a:p>
        </p:txBody>
      </p:sp>
      <p:sp>
        <p:nvSpPr>
          <p:cNvPr id="1788" name="Google Shape;1788;p160"/>
          <p:cNvSpPr/>
          <p:nvPr/>
        </p:nvSpPr>
        <p:spPr>
          <a:xfrm>
            <a:off x="4987278" y="468629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3</a:t>
            </a:r>
            <a:endParaRPr sz="1000">
              <a:solidFill>
                <a:schemeClr val="lt1"/>
              </a:solidFill>
            </a:endParaRPr>
          </a:p>
        </p:txBody>
      </p:sp>
      <p:sp>
        <p:nvSpPr>
          <p:cNvPr id="1789" name="Google Shape;1789;p160"/>
          <p:cNvSpPr/>
          <p:nvPr/>
        </p:nvSpPr>
        <p:spPr>
          <a:xfrm>
            <a:off x="5338488" y="4686305"/>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4</a:t>
            </a:r>
            <a:endParaRPr sz="1000">
              <a:solidFill>
                <a:schemeClr val="lt1"/>
              </a:solidFill>
            </a:endParaRPr>
          </a:p>
        </p:txBody>
      </p:sp>
      <p:sp>
        <p:nvSpPr>
          <p:cNvPr id="1790" name="Google Shape;1790;p160"/>
          <p:cNvSpPr/>
          <p:nvPr/>
        </p:nvSpPr>
        <p:spPr>
          <a:xfrm>
            <a:off x="5689732" y="4686306"/>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5</a:t>
            </a:r>
            <a:endParaRPr sz="1000">
              <a:solidFill>
                <a:schemeClr val="lt1"/>
              </a:solidFill>
            </a:endParaRPr>
          </a:p>
        </p:txBody>
      </p:sp>
      <p:sp>
        <p:nvSpPr>
          <p:cNvPr id="1791" name="Google Shape;1791;p160"/>
          <p:cNvSpPr/>
          <p:nvPr/>
        </p:nvSpPr>
        <p:spPr>
          <a:xfrm>
            <a:off x="6007262" y="4686290"/>
            <a:ext cx="224700" cy="215400"/>
          </a:xfrm>
          <a:prstGeom prst="ellipse">
            <a:avLst/>
          </a:prstGeom>
          <a:solidFill>
            <a:schemeClr val="dk1"/>
          </a:solidFill>
          <a:ln cap="flat" cmpd="sng" w="9525">
            <a:solidFill>
              <a:srgbClr val="7C7C7C"/>
            </a:solidFill>
            <a:prstDash val="solid"/>
            <a:round/>
            <a:headEnd len="sm" w="sm" type="none"/>
            <a:tailEnd len="sm" w="sm" type="none"/>
          </a:ln>
        </p:spPr>
        <p:txBody>
          <a:bodyPr anchorCtr="0" anchor="ctr" bIns="0" lIns="18275" spcFirstLastPara="1" rIns="0" wrap="square" tIns="0">
            <a:noAutofit/>
          </a:bodyPr>
          <a:lstStyle/>
          <a:p>
            <a:pPr indent="0" lvl="0" marL="0" rtl="0" algn="l">
              <a:spcBef>
                <a:spcPts val="0"/>
              </a:spcBef>
              <a:spcAft>
                <a:spcPts val="0"/>
              </a:spcAft>
              <a:buNone/>
            </a:pPr>
            <a:r>
              <a:rPr lang="en" sz="500">
                <a:solidFill>
                  <a:schemeClr val="lt1"/>
                </a:solidFill>
              </a:rPr>
              <a:t> </a:t>
            </a:r>
            <a:r>
              <a:rPr lang="en" sz="1000">
                <a:solidFill>
                  <a:schemeClr val="lt1"/>
                </a:solidFill>
              </a:rPr>
              <a:t>6</a:t>
            </a:r>
            <a:endParaRPr sz="1000">
              <a:solidFill>
                <a:schemeClr val="lt1"/>
              </a:solidFill>
            </a:endParaRPr>
          </a:p>
        </p:txBody>
      </p:sp>
      <p:cxnSp>
        <p:nvCxnSpPr>
          <p:cNvPr id="1792" name="Google Shape;1792;p160"/>
          <p:cNvCxnSpPr>
            <a:stCxn id="1793" idx="1"/>
          </p:cNvCxnSpPr>
          <p:nvPr/>
        </p:nvCxnSpPr>
        <p:spPr>
          <a:xfrm>
            <a:off x="6083430" y="3070575"/>
            <a:ext cx="0" cy="0"/>
          </a:xfrm>
          <a:prstGeom prst="straightConnector1">
            <a:avLst/>
          </a:prstGeom>
          <a:noFill/>
          <a:ln cap="flat" cmpd="sng" w="9525">
            <a:solidFill>
              <a:schemeClr val="lt1"/>
            </a:solidFill>
            <a:prstDash val="solid"/>
            <a:round/>
            <a:headEnd len="med" w="med" type="none"/>
            <a:tailEnd len="med" w="med" type="none"/>
          </a:ln>
        </p:spPr>
      </p:cxnSp>
      <p:sp>
        <p:nvSpPr>
          <p:cNvPr id="1794" name="Google Shape;1794;p160"/>
          <p:cNvSpPr/>
          <p:nvPr/>
        </p:nvSpPr>
        <p:spPr>
          <a:xfrm>
            <a:off x="6217275" y="2393775"/>
            <a:ext cx="2773500" cy="1993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rPr>
              <a:t>Existing Snowflake  AI Data Cloud (Org #1)</a:t>
            </a:r>
            <a:endParaRPr b="1" sz="1000">
              <a:solidFill>
                <a:schemeClr val="lt1"/>
              </a:solidFill>
            </a:endParaRPr>
          </a:p>
        </p:txBody>
      </p:sp>
      <p:sp>
        <p:nvSpPr>
          <p:cNvPr id="1795" name="Google Shape;1795;p160"/>
          <p:cNvSpPr/>
          <p:nvPr/>
        </p:nvSpPr>
        <p:spPr>
          <a:xfrm>
            <a:off x="6599634" y="3231478"/>
            <a:ext cx="1724700" cy="24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Horizon Catalog</a:t>
            </a:r>
            <a:endParaRPr sz="900">
              <a:solidFill>
                <a:schemeClr val="dk1"/>
              </a:solidFill>
            </a:endParaRPr>
          </a:p>
        </p:txBody>
      </p:sp>
      <p:sp>
        <p:nvSpPr>
          <p:cNvPr id="1796" name="Google Shape;1796;p160"/>
          <p:cNvSpPr/>
          <p:nvPr/>
        </p:nvSpPr>
        <p:spPr>
          <a:xfrm>
            <a:off x="6599484" y="3806519"/>
            <a:ext cx="1724700" cy="239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Apache Iceberg</a:t>
            </a:r>
            <a:endParaRPr sz="900">
              <a:solidFill>
                <a:schemeClr val="dk1"/>
              </a:solidFill>
            </a:endParaRPr>
          </a:p>
        </p:txBody>
      </p:sp>
      <p:sp>
        <p:nvSpPr>
          <p:cNvPr id="1797" name="Google Shape;1797;p160"/>
          <p:cNvSpPr/>
          <p:nvPr/>
        </p:nvSpPr>
        <p:spPr>
          <a:xfrm>
            <a:off x="6590750" y="2967753"/>
            <a:ext cx="1724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Cortex AI &amp; ML</a:t>
            </a:r>
            <a:endParaRPr sz="900">
              <a:solidFill>
                <a:schemeClr val="dk1"/>
              </a:solidFill>
            </a:endParaRPr>
          </a:p>
        </p:txBody>
      </p:sp>
      <p:sp>
        <p:nvSpPr>
          <p:cNvPr id="1798" name="Google Shape;1798;p160"/>
          <p:cNvSpPr/>
          <p:nvPr/>
        </p:nvSpPr>
        <p:spPr>
          <a:xfrm>
            <a:off x="6572259" y="2700389"/>
            <a:ext cx="1724700" cy="21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rPr>
              <a:t>Marketplace</a:t>
            </a:r>
            <a:endParaRPr sz="900">
              <a:solidFill>
                <a:schemeClr val="dk1"/>
              </a:solidFill>
            </a:endParaRPr>
          </a:p>
        </p:txBody>
      </p:sp>
      <p:sp>
        <p:nvSpPr>
          <p:cNvPr id="1799" name="Google Shape;1799;p160"/>
          <p:cNvSpPr/>
          <p:nvPr/>
        </p:nvSpPr>
        <p:spPr>
          <a:xfrm>
            <a:off x="6599484" y="3550702"/>
            <a:ext cx="1724700" cy="2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SF VW</a:t>
            </a:r>
            <a:endParaRPr sz="900">
              <a:solidFill>
                <a:schemeClr val="dk1"/>
              </a:solidFill>
            </a:endParaRPr>
          </a:p>
        </p:txBody>
      </p:sp>
      <p:cxnSp>
        <p:nvCxnSpPr>
          <p:cNvPr id="1800" name="Google Shape;1800;p160"/>
          <p:cNvCxnSpPr/>
          <p:nvPr/>
        </p:nvCxnSpPr>
        <p:spPr>
          <a:xfrm>
            <a:off x="8445630" y="3070575"/>
            <a:ext cx="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
        <p:nvSpPr>
          <p:cNvPr id="1805" name="Google Shape;1805;p161"/>
          <p:cNvSpPr txBox="1"/>
          <p:nvPr>
            <p:ph type="title"/>
          </p:nvPr>
        </p:nvSpPr>
        <p:spPr>
          <a:xfrm>
            <a:off x="89500" y="400375"/>
            <a:ext cx="31662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BDC Cost Levers</a:t>
            </a:r>
            <a:endParaRPr/>
          </a:p>
        </p:txBody>
      </p:sp>
      <p:sp>
        <p:nvSpPr>
          <p:cNvPr id="1806" name="Google Shape;1806;p161"/>
          <p:cNvSpPr txBox="1"/>
          <p:nvPr/>
        </p:nvSpPr>
        <p:spPr>
          <a:xfrm>
            <a:off x="91900" y="925375"/>
            <a:ext cx="33435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5B5B5B"/>
                </a:solidFill>
              </a:rPr>
              <a:t>S/4 </a:t>
            </a:r>
            <a:endParaRPr b="1" sz="900">
              <a:solidFill>
                <a:srgbClr val="5B5B5B"/>
              </a:solidFill>
            </a:endParaRPr>
          </a:p>
          <a:p>
            <a:pPr indent="0" lvl="0" marL="0" rtl="0" algn="l">
              <a:spcBef>
                <a:spcPts val="0"/>
              </a:spcBef>
              <a:spcAft>
                <a:spcPts val="0"/>
              </a:spcAft>
              <a:buNone/>
            </a:pPr>
            <a:r>
              <a:rPr lang="en" sz="900">
                <a:solidFill>
                  <a:srgbClr val="5B5B5B"/>
                </a:solidFill>
              </a:rPr>
              <a:t>CDS CPU load on S/4 machine</a:t>
            </a:r>
            <a:endParaRPr sz="900">
              <a:solidFill>
                <a:srgbClr val="5B5B5B"/>
              </a:solidFill>
            </a:endParaRPr>
          </a:p>
          <a:p>
            <a:pPr indent="0" lvl="0" marL="0" rtl="0" algn="l">
              <a:spcBef>
                <a:spcPts val="0"/>
              </a:spcBef>
              <a:spcAft>
                <a:spcPts val="0"/>
              </a:spcAft>
              <a:buNone/>
            </a:pPr>
            <a:r>
              <a:t/>
            </a:r>
            <a:endParaRPr b="1" sz="900">
              <a:solidFill>
                <a:srgbClr val="5B5B5B"/>
              </a:solidFill>
            </a:endParaRPr>
          </a:p>
          <a:p>
            <a:pPr indent="0" lvl="0" marL="0" rtl="0" algn="l">
              <a:spcBef>
                <a:spcPts val="0"/>
              </a:spcBef>
              <a:spcAft>
                <a:spcPts val="0"/>
              </a:spcAft>
              <a:buNone/>
            </a:pPr>
            <a:r>
              <a:rPr b="1" lang="en" sz="900">
                <a:solidFill>
                  <a:srgbClr val="5B5B5B"/>
                </a:solidFill>
              </a:rPr>
              <a:t>BDC</a:t>
            </a:r>
            <a:endParaRPr b="1"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lang="en" sz="900">
                <a:solidFill>
                  <a:srgbClr val="5B5B5B"/>
                </a:solidFill>
              </a:rPr>
              <a:t>Managed DPs - compute costs for APRS &amp; Apache Spark</a:t>
            </a:r>
            <a:endParaRPr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lang="en" sz="900">
                <a:solidFill>
                  <a:srgbClr val="5B5B5B"/>
                </a:solidFill>
              </a:rPr>
              <a:t>Customer DPs - need Datasphere Compute, storage, object store. DP Builder to replace some of this Q2-Q3 ‘26</a:t>
            </a:r>
            <a:endParaRPr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lang="en" sz="900">
                <a:solidFill>
                  <a:srgbClr val="5B5B5B"/>
                </a:solidFill>
              </a:rPr>
              <a:t>BDC Connect Premium fee. </a:t>
            </a:r>
            <a:endParaRPr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b="1" lang="en" sz="900">
                <a:solidFill>
                  <a:srgbClr val="5B5B5B"/>
                </a:solidFill>
              </a:rPr>
              <a:t>Snowflake</a:t>
            </a:r>
            <a:endParaRPr sz="1800">
              <a:solidFill>
                <a:srgbClr val="5B5B5B"/>
              </a:solidFill>
            </a:endParaRPr>
          </a:p>
        </p:txBody>
      </p:sp>
      <p:sp>
        <p:nvSpPr>
          <p:cNvPr id="1807" name="Google Shape;1807;p161"/>
          <p:cNvSpPr/>
          <p:nvPr/>
        </p:nvSpPr>
        <p:spPr>
          <a:xfrm>
            <a:off x="130275" y="29963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S/4 CDS load</a:t>
            </a:r>
            <a:endParaRPr sz="576"/>
          </a:p>
        </p:txBody>
      </p:sp>
      <p:sp>
        <p:nvSpPr>
          <p:cNvPr id="1808" name="Google Shape;1808;p161"/>
          <p:cNvSpPr/>
          <p:nvPr/>
        </p:nvSpPr>
        <p:spPr>
          <a:xfrm>
            <a:off x="732304" y="29963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APRS / Apache Spark</a:t>
            </a:r>
            <a:endParaRPr sz="576"/>
          </a:p>
        </p:txBody>
      </p:sp>
      <p:sp>
        <p:nvSpPr>
          <p:cNvPr id="1809" name="Google Shape;1809;p161"/>
          <p:cNvSpPr/>
          <p:nvPr/>
        </p:nvSpPr>
        <p:spPr>
          <a:xfrm>
            <a:off x="1340794" y="29963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Datasphere / Data Product Builder</a:t>
            </a:r>
            <a:endParaRPr sz="576"/>
          </a:p>
        </p:txBody>
      </p:sp>
      <p:sp>
        <p:nvSpPr>
          <p:cNvPr id="1810" name="Google Shape;1810;p161"/>
          <p:cNvSpPr/>
          <p:nvPr/>
        </p:nvSpPr>
        <p:spPr>
          <a:xfrm>
            <a:off x="1949284" y="29963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BDC</a:t>
            </a:r>
            <a:endParaRPr sz="576"/>
          </a:p>
          <a:p>
            <a:pPr indent="0" lvl="0" marL="0" rtl="0" algn="ctr">
              <a:spcBef>
                <a:spcPts val="0"/>
              </a:spcBef>
              <a:spcAft>
                <a:spcPts val="0"/>
              </a:spcAft>
              <a:buNone/>
            </a:pPr>
            <a:r>
              <a:rPr lang="en" sz="576"/>
              <a:t>Premium</a:t>
            </a:r>
            <a:endParaRPr sz="576"/>
          </a:p>
        </p:txBody>
      </p:sp>
      <p:sp>
        <p:nvSpPr>
          <p:cNvPr id="1811" name="Google Shape;1811;p161"/>
          <p:cNvSpPr/>
          <p:nvPr/>
        </p:nvSpPr>
        <p:spPr>
          <a:xfrm>
            <a:off x="2557775" y="29963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Snowflake</a:t>
            </a:r>
            <a:endParaRPr sz="576"/>
          </a:p>
        </p:txBody>
      </p:sp>
      <p:cxnSp>
        <p:nvCxnSpPr>
          <p:cNvPr id="1812" name="Google Shape;1812;p161"/>
          <p:cNvCxnSpPr/>
          <p:nvPr/>
        </p:nvCxnSpPr>
        <p:spPr>
          <a:xfrm>
            <a:off x="3733450" y="579850"/>
            <a:ext cx="0" cy="2922600"/>
          </a:xfrm>
          <a:prstGeom prst="straightConnector1">
            <a:avLst/>
          </a:prstGeom>
          <a:noFill/>
          <a:ln cap="flat" cmpd="sng" w="9525">
            <a:solidFill>
              <a:schemeClr val="dk2"/>
            </a:solidFill>
            <a:prstDash val="solid"/>
            <a:round/>
            <a:headEnd len="med" w="med" type="none"/>
            <a:tailEnd len="med" w="med" type="none"/>
          </a:ln>
        </p:spPr>
      </p:cxnSp>
      <p:sp>
        <p:nvSpPr>
          <p:cNvPr id="1813" name="Google Shape;1813;p161"/>
          <p:cNvSpPr txBox="1"/>
          <p:nvPr>
            <p:ph type="title"/>
          </p:nvPr>
        </p:nvSpPr>
        <p:spPr>
          <a:xfrm>
            <a:off x="4247275" y="400375"/>
            <a:ext cx="37962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non-BDC Cost Levers</a:t>
            </a:r>
            <a:endParaRPr/>
          </a:p>
        </p:txBody>
      </p:sp>
      <p:sp>
        <p:nvSpPr>
          <p:cNvPr id="1814" name="Google Shape;1814;p161"/>
          <p:cNvSpPr txBox="1"/>
          <p:nvPr/>
        </p:nvSpPr>
        <p:spPr>
          <a:xfrm>
            <a:off x="4168275" y="925375"/>
            <a:ext cx="3392400" cy="230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5B5B5B"/>
                </a:solidFill>
              </a:rPr>
              <a:t>S/4 </a:t>
            </a:r>
            <a:endParaRPr b="1" sz="900">
              <a:solidFill>
                <a:srgbClr val="5B5B5B"/>
              </a:solidFill>
            </a:endParaRPr>
          </a:p>
          <a:p>
            <a:pPr indent="0" lvl="0" marL="0" rtl="0" algn="l">
              <a:spcBef>
                <a:spcPts val="0"/>
              </a:spcBef>
              <a:spcAft>
                <a:spcPts val="0"/>
              </a:spcAft>
              <a:buNone/>
            </a:pPr>
            <a:r>
              <a:rPr lang="en" sz="900">
                <a:solidFill>
                  <a:srgbClr val="5B5B5B"/>
                </a:solidFill>
              </a:rPr>
              <a:t>Raw table CDC log capture.  </a:t>
            </a:r>
            <a:endParaRPr sz="900">
              <a:solidFill>
                <a:srgbClr val="5B5B5B"/>
              </a:solidFill>
            </a:endParaRPr>
          </a:p>
          <a:p>
            <a:pPr indent="0" lvl="0" marL="0" rtl="0" algn="l">
              <a:spcBef>
                <a:spcPts val="0"/>
              </a:spcBef>
              <a:spcAft>
                <a:spcPts val="0"/>
              </a:spcAft>
              <a:buNone/>
            </a:pPr>
            <a:r>
              <a:t/>
            </a:r>
            <a:endParaRPr b="1" sz="900">
              <a:solidFill>
                <a:srgbClr val="5B5B5B"/>
              </a:solidFill>
            </a:endParaRPr>
          </a:p>
          <a:p>
            <a:pPr indent="0" lvl="0" marL="0" rtl="0" algn="l">
              <a:spcBef>
                <a:spcPts val="0"/>
              </a:spcBef>
              <a:spcAft>
                <a:spcPts val="0"/>
              </a:spcAft>
              <a:buNone/>
            </a:pPr>
            <a:r>
              <a:rPr b="1" lang="en" sz="900">
                <a:solidFill>
                  <a:srgbClr val="5B5B5B"/>
                </a:solidFill>
              </a:rPr>
              <a:t>3rd Party ETL/ELT</a:t>
            </a:r>
            <a:endParaRPr b="1"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b="1" lang="en" sz="900">
                <a:solidFill>
                  <a:srgbClr val="5B5B5B"/>
                </a:solidFill>
              </a:rPr>
              <a:t>Snowflake</a:t>
            </a:r>
            <a:endParaRPr b="1"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lang="en" sz="900">
                <a:solidFill>
                  <a:srgbClr val="5B5B5B"/>
                </a:solidFill>
              </a:rPr>
              <a:t>Data engineering </a:t>
            </a:r>
            <a:endParaRPr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lang="en" sz="900">
                <a:solidFill>
                  <a:srgbClr val="5B5B5B"/>
                </a:solidFill>
              </a:rPr>
              <a:t>DP development through Cortex Code</a:t>
            </a:r>
            <a:endParaRPr sz="900">
              <a:solidFill>
                <a:srgbClr val="5B5B5B"/>
              </a:solidFill>
            </a:endParaRPr>
          </a:p>
          <a:p>
            <a:pPr indent="0" lvl="0" marL="0" rtl="0" algn="l">
              <a:spcBef>
                <a:spcPts val="0"/>
              </a:spcBef>
              <a:spcAft>
                <a:spcPts val="0"/>
              </a:spcAft>
              <a:buNone/>
            </a:pPr>
            <a:r>
              <a:t/>
            </a:r>
            <a:endParaRPr sz="900">
              <a:solidFill>
                <a:srgbClr val="5B5B5B"/>
              </a:solidFill>
            </a:endParaRPr>
          </a:p>
          <a:p>
            <a:pPr indent="0" lvl="0" marL="0" rtl="0" algn="l">
              <a:spcBef>
                <a:spcPts val="0"/>
              </a:spcBef>
              <a:spcAft>
                <a:spcPts val="0"/>
              </a:spcAft>
              <a:buNone/>
            </a:pPr>
            <a:r>
              <a:rPr lang="en" sz="900">
                <a:solidFill>
                  <a:srgbClr val="5B5B5B"/>
                </a:solidFill>
              </a:rPr>
              <a:t>AI</a:t>
            </a:r>
            <a:endParaRPr sz="900">
              <a:solidFill>
                <a:srgbClr val="5B5B5B"/>
              </a:solidFill>
            </a:endParaRPr>
          </a:p>
          <a:p>
            <a:pPr indent="0" lvl="0" marL="0" rtl="0" algn="l">
              <a:spcBef>
                <a:spcPts val="0"/>
              </a:spcBef>
              <a:spcAft>
                <a:spcPts val="0"/>
              </a:spcAft>
              <a:buNone/>
            </a:pPr>
            <a:r>
              <a:rPr lang="en" sz="1200">
                <a:solidFill>
                  <a:srgbClr val="5B5B5B"/>
                </a:solidFill>
              </a:rPr>
              <a:t>	</a:t>
            </a:r>
            <a:endParaRPr sz="1200">
              <a:solidFill>
                <a:srgbClr val="5B5B5B"/>
              </a:solidFill>
            </a:endParaRPr>
          </a:p>
          <a:p>
            <a:pPr indent="0" lvl="0" marL="0" rtl="0" algn="l">
              <a:spcBef>
                <a:spcPts val="0"/>
              </a:spcBef>
              <a:spcAft>
                <a:spcPts val="0"/>
              </a:spcAft>
              <a:buNone/>
            </a:pPr>
            <a:r>
              <a:t/>
            </a:r>
            <a:endParaRPr sz="1800">
              <a:solidFill>
                <a:srgbClr val="5B5B5B"/>
              </a:solidFill>
            </a:endParaRPr>
          </a:p>
        </p:txBody>
      </p:sp>
      <p:sp>
        <p:nvSpPr>
          <p:cNvPr id="1815" name="Google Shape;1815;p161"/>
          <p:cNvSpPr/>
          <p:nvPr/>
        </p:nvSpPr>
        <p:spPr>
          <a:xfrm>
            <a:off x="4245075" y="29201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S/4 CDC</a:t>
            </a:r>
            <a:endParaRPr sz="576"/>
          </a:p>
        </p:txBody>
      </p:sp>
      <p:sp>
        <p:nvSpPr>
          <p:cNvPr id="1816" name="Google Shape;1816;p161"/>
          <p:cNvSpPr/>
          <p:nvPr/>
        </p:nvSpPr>
        <p:spPr>
          <a:xfrm>
            <a:off x="4847104" y="29201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Fivetran</a:t>
            </a:r>
            <a:endParaRPr sz="576"/>
          </a:p>
        </p:txBody>
      </p:sp>
      <p:sp>
        <p:nvSpPr>
          <p:cNvPr id="1817" name="Google Shape;1817;p161"/>
          <p:cNvSpPr/>
          <p:nvPr/>
        </p:nvSpPr>
        <p:spPr>
          <a:xfrm>
            <a:off x="6672575" y="2920125"/>
            <a:ext cx="568500" cy="627000"/>
          </a:xfrm>
          <a:prstGeom prst="rect">
            <a:avLst/>
          </a:prstGeom>
          <a:solidFill>
            <a:schemeClr val="lt2"/>
          </a:solidFill>
          <a:ln cap="flat" cmpd="sng" w="6850">
            <a:solidFill>
              <a:schemeClr val="dk2"/>
            </a:solidFill>
            <a:prstDash val="solid"/>
            <a:round/>
            <a:headEnd len="sm" w="sm" type="none"/>
            <a:tailEnd len="sm" w="sm" type="none"/>
          </a:ln>
        </p:spPr>
        <p:txBody>
          <a:bodyPr anchorCtr="0" anchor="ctr" bIns="65825" lIns="65825" spcFirstLastPara="1" rIns="65825" wrap="square" tIns="65825">
            <a:noAutofit/>
          </a:bodyPr>
          <a:lstStyle/>
          <a:p>
            <a:pPr indent="0" lvl="0" marL="0" rtl="0" algn="ctr">
              <a:spcBef>
                <a:spcPts val="0"/>
              </a:spcBef>
              <a:spcAft>
                <a:spcPts val="0"/>
              </a:spcAft>
              <a:buNone/>
            </a:pPr>
            <a:r>
              <a:rPr lang="en" sz="576"/>
              <a:t>Snowflake</a:t>
            </a:r>
            <a:endParaRPr sz="576"/>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162"/>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Inter-region using Snowflake Internal Marketplace</a:t>
            </a:r>
            <a:endParaRPr/>
          </a:p>
        </p:txBody>
      </p:sp>
      <p:sp>
        <p:nvSpPr>
          <p:cNvPr id="1823" name="Google Shape;1823;p162"/>
          <p:cNvSpPr/>
          <p:nvPr/>
        </p:nvSpPr>
        <p:spPr>
          <a:xfrm>
            <a:off x="1528800" y="1115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a:t>
            </a:r>
            <a:endParaRPr/>
          </a:p>
        </p:txBody>
      </p:sp>
      <p:sp>
        <p:nvSpPr>
          <p:cNvPr id="1824" name="Google Shape;1824;p162"/>
          <p:cNvSpPr/>
          <p:nvPr/>
        </p:nvSpPr>
        <p:spPr>
          <a:xfrm>
            <a:off x="181250" y="1115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S/4H PCE</a:t>
            </a:r>
            <a:endParaRPr/>
          </a:p>
        </p:txBody>
      </p:sp>
      <p:sp>
        <p:nvSpPr>
          <p:cNvPr id="1825" name="Google Shape;1825;p162"/>
          <p:cNvSpPr/>
          <p:nvPr/>
        </p:nvSpPr>
        <p:spPr>
          <a:xfrm>
            <a:off x="181250" y="2296600"/>
            <a:ext cx="57225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AUS AWS</a:t>
            </a:r>
            <a:endParaRPr sz="1200"/>
          </a:p>
        </p:txBody>
      </p:sp>
      <p:sp>
        <p:nvSpPr>
          <p:cNvPr id="1826" name="Google Shape;1826;p162"/>
          <p:cNvSpPr/>
          <p:nvPr/>
        </p:nvSpPr>
        <p:spPr>
          <a:xfrm>
            <a:off x="4306125" y="1115375"/>
            <a:ext cx="1597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000"/>
              <a:t>Snowflake #2</a:t>
            </a:r>
            <a:endParaRPr sz="1000"/>
          </a:p>
          <a:p>
            <a:pPr indent="0" lvl="0" marL="0" rtl="0" algn="ctr">
              <a:spcBef>
                <a:spcPts val="0"/>
              </a:spcBef>
              <a:spcAft>
                <a:spcPts val="0"/>
              </a:spcAft>
              <a:buNone/>
            </a:pPr>
            <a:r>
              <a:rPr lang="en" sz="1000"/>
              <a:t>(catalog linked databases)</a:t>
            </a:r>
            <a:endParaRPr sz="1000"/>
          </a:p>
          <a:p>
            <a:pPr indent="0" lvl="0" marL="0" rtl="0" algn="ctr">
              <a:spcBef>
                <a:spcPts val="0"/>
              </a:spcBef>
              <a:spcAft>
                <a:spcPts val="0"/>
              </a:spcAft>
              <a:buNone/>
            </a:pPr>
            <a:r>
              <a:rPr lang="en" sz="1000"/>
              <a:t>Apache Iceberg tables</a:t>
            </a:r>
            <a:endParaRPr sz="1000"/>
          </a:p>
          <a:p>
            <a:pPr indent="0" lvl="0" marL="0" rtl="0" algn="ctr">
              <a:spcBef>
                <a:spcPts val="0"/>
              </a:spcBef>
              <a:spcAft>
                <a:spcPts val="0"/>
              </a:spcAft>
              <a:buNone/>
            </a:pPr>
            <a:r>
              <a:rPr lang="en" sz="1000"/>
              <a:t>(egress)</a:t>
            </a:r>
            <a:endParaRPr sz="1000"/>
          </a:p>
        </p:txBody>
      </p:sp>
      <p:sp>
        <p:nvSpPr>
          <p:cNvPr id="1827" name="Google Shape;1827;p162"/>
          <p:cNvSpPr/>
          <p:nvPr/>
        </p:nvSpPr>
        <p:spPr>
          <a:xfrm>
            <a:off x="2876350" y="1115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BDC Connect for Snowflake (api calls, premium charge, no egress cost)</a:t>
            </a:r>
            <a:endParaRPr sz="1000"/>
          </a:p>
        </p:txBody>
      </p:sp>
      <p:sp>
        <p:nvSpPr>
          <p:cNvPr id="1828" name="Google Shape;1828;p162"/>
          <p:cNvSpPr/>
          <p:nvPr/>
        </p:nvSpPr>
        <p:spPr>
          <a:xfrm>
            <a:off x="6758025" y="2296600"/>
            <a:ext cx="15975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AWS Ireland</a:t>
            </a:r>
            <a:endParaRPr sz="1200"/>
          </a:p>
        </p:txBody>
      </p:sp>
      <p:cxnSp>
        <p:nvCxnSpPr>
          <p:cNvPr id="1829" name="Google Shape;1829;p162"/>
          <p:cNvCxnSpPr>
            <a:stCxn id="1826" idx="3"/>
            <a:endCxn id="1830" idx="1"/>
          </p:cNvCxnSpPr>
          <p:nvPr/>
        </p:nvCxnSpPr>
        <p:spPr>
          <a:xfrm>
            <a:off x="5903625" y="1649075"/>
            <a:ext cx="854400" cy="3600"/>
          </a:xfrm>
          <a:prstGeom prst="straightConnector1">
            <a:avLst/>
          </a:prstGeom>
          <a:noFill/>
          <a:ln cap="flat" cmpd="sng" w="9525">
            <a:solidFill>
              <a:schemeClr val="dk2"/>
            </a:solidFill>
            <a:prstDash val="solid"/>
            <a:round/>
            <a:headEnd len="med" w="med" type="none"/>
            <a:tailEnd len="med" w="med" type="none"/>
          </a:ln>
        </p:spPr>
      </p:cxnSp>
      <p:sp>
        <p:nvSpPr>
          <p:cNvPr id="1830" name="Google Shape;1830;p162"/>
          <p:cNvSpPr/>
          <p:nvPr/>
        </p:nvSpPr>
        <p:spPr>
          <a:xfrm>
            <a:off x="6758075" y="1118843"/>
            <a:ext cx="1597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100"/>
              <a:t>Snowflake #1</a:t>
            </a:r>
            <a:endParaRPr sz="1100"/>
          </a:p>
          <a:p>
            <a:pPr indent="0" lvl="0" marL="0" rtl="0" algn="ctr">
              <a:spcBef>
                <a:spcPts val="0"/>
              </a:spcBef>
              <a:spcAft>
                <a:spcPts val="0"/>
              </a:spcAft>
              <a:buNone/>
            </a:pPr>
            <a:r>
              <a:t/>
            </a:r>
            <a:endParaRPr/>
          </a:p>
        </p:txBody>
      </p:sp>
      <p:sp>
        <p:nvSpPr>
          <p:cNvPr id="1831" name="Google Shape;1831;p162"/>
          <p:cNvSpPr/>
          <p:nvPr/>
        </p:nvSpPr>
        <p:spPr>
          <a:xfrm>
            <a:off x="5903625" y="3259050"/>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Does this go across private? </a:t>
            </a:r>
            <a:endParaRPr sz="1000"/>
          </a:p>
          <a:p>
            <a:pPr indent="0" lvl="0" marL="0" rtl="0" algn="ctr">
              <a:spcBef>
                <a:spcPts val="0"/>
              </a:spcBef>
              <a:spcAft>
                <a:spcPts val="0"/>
              </a:spcAft>
              <a:buNone/>
            </a:pPr>
            <a:r>
              <a:rPr lang="en" sz="1000"/>
              <a:t>Across AWS backbone. Still in Snowgrid. Abhi</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163"/>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on BTP Datasphere</a:t>
            </a:r>
            <a:endParaRPr/>
          </a:p>
        </p:txBody>
      </p:sp>
      <p:sp>
        <p:nvSpPr>
          <p:cNvPr id="1837" name="Google Shape;1837;p163"/>
          <p:cNvSpPr/>
          <p:nvPr/>
        </p:nvSpPr>
        <p:spPr>
          <a:xfrm>
            <a:off x="1528800" y="1115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BTP</a:t>
            </a:r>
            <a:endParaRPr sz="1200"/>
          </a:p>
          <a:p>
            <a:pPr indent="0" lvl="0" marL="0" rtl="0" algn="ctr">
              <a:spcBef>
                <a:spcPts val="0"/>
              </a:spcBef>
              <a:spcAft>
                <a:spcPts val="0"/>
              </a:spcAft>
              <a:buNone/>
            </a:pPr>
            <a:r>
              <a:rPr lang="en" sz="1200"/>
              <a:t>Datasphere</a:t>
            </a:r>
            <a:endParaRPr sz="1200"/>
          </a:p>
        </p:txBody>
      </p:sp>
      <p:sp>
        <p:nvSpPr>
          <p:cNvPr id="1838" name="Google Shape;1838;p163"/>
          <p:cNvSpPr/>
          <p:nvPr/>
        </p:nvSpPr>
        <p:spPr>
          <a:xfrm>
            <a:off x="181250" y="1115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S/4H PCE</a:t>
            </a:r>
            <a:endParaRPr sz="1200"/>
          </a:p>
        </p:txBody>
      </p:sp>
      <p:sp>
        <p:nvSpPr>
          <p:cNvPr id="1839" name="Google Shape;1839;p163"/>
          <p:cNvSpPr/>
          <p:nvPr/>
        </p:nvSpPr>
        <p:spPr>
          <a:xfrm>
            <a:off x="4306125" y="1115375"/>
            <a:ext cx="27051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SF</a:t>
            </a:r>
            <a:endParaRPr sz="1200"/>
          </a:p>
          <a:p>
            <a:pPr indent="0" lvl="0" marL="0" rtl="0" algn="ctr">
              <a:spcBef>
                <a:spcPts val="0"/>
              </a:spcBef>
              <a:spcAft>
                <a:spcPts val="0"/>
              </a:spcAft>
              <a:buNone/>
            </a:pPr>
            <a:r>
              <a:rPr lang="en" sz="1200"/>
              <a:t>(catalog linked databases)</a:t>
            </a:r>
            <a:endParaRPr sz="1200"/>
          </a:p>
          <a:p>
            <a:pPr indent="0" lvl="0" marL="0" rtl="0" algn="ctr">
              <a:spcBef>
                <a:spcPts val="0"/>
              </a:spcBef>
              <a:spcAft>
                <a:spcPts val="0"/>
              </a:spcAft>
              <a:buNone/>
            </a:pPr>
            <a:r>
              <a:rPr lang="en" sz="1200"/>
              <a:t>Apache Iceberg tables.</a:t>
            </a:r>
            <a:endParaRPr sz="1200"/>
          </a:p>
        </p:txBody>
      </p:sp>
      <p:sp>
        <p:nvSpPr>
          <p:cNvPr id="1840" name="Google Shape;1840;p163"/>
          <p:cNvSpPr/>
          <p:nvPr/>
        </p:nvSpPr>
        <p:spPr>
          <a:xfrm>
            <a:off x="2876350" y="1115375"/>
            <a:ext cx="13158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Gen2 Bucket (premium outbound - volume based)</a:t>
            </a:r>
            <a:endParaRPr sz="1000"/>
          </a:p>
        </p:txBody>
      </p:sp>
      <p:cxnSp>
        <p:nvCxnSpPr>
          <p:cNvPr id="1841" name="Google Shape;1841;p163"/>
          <p:cNvCxnSpPr/>
          <p:nvPr/>
        </p:nvCxnSpPr>
        <p:spPr>
          <a:xfrm>
            <a:off x="3999400" y="2702895"/>
            <a:ext cx="0" cy="567300"/>
          </a:xfrm>
          <a:prstGeom prst="straightConnector1">
            <a:avLst/>
          </a:prstGeom>
          <a:noFill/>
          <a:ln cap="flat" cmpd="sng" w="38100">
            <a:solidFill>
              <a:schemeClr val="dk2"/>
            </a:solidFill>
            <a:prstDash val="solid"/>
            <a:round/>
            <a:headEnd len="med" w="med" type="none"/>
            <a:tailEnd len="med" w="med" type="triangle"/>
          </a:ln>
        </p:spPr>
      </p:cxnSp>
      <p:sp>
        <p:nvSpPr>
          <p:cNvPr id="1842" name="Google Shape;1842;p163"/>
          <p:cNvSpPr/>
          <p:nvPr/>
        </p:nvSpPr>
        <p:spPr>
          <a:xfrm>
            <a:off x="1528800" y="3401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BDC</a:t>
            </a:r>
            <a:endParaRPr sz="1200"/>
          </a:p>
          <a:p>
            <a:pPr indent="0" lvl="0" marL="0" rtl="0" algn="ctr">
              <a:spcBef>
                <a:spcPts val="0"/>
              </a:spcBef>
              <a:spcAft>
                <a:spcPts val="0"/>
              </a:spcAft>
              <a:buNone/>
            </a:pPr>
            <a:r>
              <a:rPr lang="en" sz="1200"/>
              <a:t>Datasphere</a:t>
            </a:r>
            <a:endParaRPr sz="1200"/>
          </a:p>
          <a:p>
            <a:pPr indent="0" lvl="0" marL="0" rtl="0" algn="ctr">
              <a:spcBef>
                <a:spcPts val="0"/>
              </a:spcBef>
              <a:spcAft>
                <a:spcPts val="0"/>
              </a:spcAft>
              <a:buNone/>
            </a:pPr>
            <a:r>
              <a:rPr b="1" lang="en" sz="1200"/>
              <a:t>Object Store</a:t>
            </a:r>
            <a:endParaRPr b="1" sz="1200"/>
          </a:p>
        </p:txBody>
      </p:sp>
      <p:sp>
        <p:nvSpPr>
          <p:cNvPr id="1843" name="Google Shape;1843;p163"/>
          <p:cNvSpPr/>
          <p:nvPr/>
        </p:nvSpPr>
        <p:spPr>
          <a:xfrm>
            <a:off x="257450" y="4582600"/>
            <a:ext cx="67539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AUS AWS</a:t>
            </a:r>
            <a:endParaRPr sz="1200"/>
          </a:p>
        </p:txBody>
      </p:sp>
      <p:sp>
        <p:nvSpPr>
          <p:cNvPr id="1844" name="Google Shape;1844;p163"/>
          <p:cNvSpPr/>
          <p:nvPr/>
        </p:nvSpPr>
        <p:spPr>
          <a:xfrm>
            <a:off x="4275025" y="3401375"/>
            <a:ext cx="27363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SF</a:t>
            </a:r>
            <a:endParaRPr sz="1200"/>
          </a:p>
          <a:p>
            <a:pPr indent="0" lvl="0" marL="0" rtl="0" algn="ctr">
              <a:spcBef>
                <a:spcPts val="0"/>
              </a:spcBef>
              <a:spcAft>
                <a:spcPts val="0"/>
              </a:spcAft>
              <a:buNone/>
            </a:pPr>
            <a:r>
              <a:rPr lang="en" sz="1200"/>
              <a:t>(catalog linked databases)</a:t>
            </a:r>
            <a:endParaRPr sz="1200"/>
          </a:p>
          <a:p>
            <a:pPr indent="0" lvl="0" marL="0" rtl="0" algn="ctr">
              <a:spcBef>
                <a:spcPts val="0"/>
              </a:spcBef>
              <a:spcAft>
                <a:spcPts val="0"/>
              </a:spcAft>
              <a:buNone/>
            </a:pPr>
            <a:r>
              <a:rPr lang="en" sz="1200"/>
              <a:t>Apache Iceberg tables</a:t>
            </a:r>
            <a:endParaRPr sz="1200"/>
          </a:p>
        </p:txBody>
      </p:sp>
      <p:sp>
        <p:nvSpPr>
          <p:cNvPr id="1845" name="Google Shape;1845;p163"/>
          <p:cNvSpPr/>
          <p:nvPr/>
        </p:nvSpPr>
        <p:spPr>
          <a:xfrm>
            <a:off x="2876350" y="3401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BDC connect zero-copy</a:t>
            </a:r>
            <a:endParaRPr sz="1000"/>
          </a:p>
        </p:txBody>
      </p:sp>
      <p:sp>
        <p:nvSpPr>
          <p:cNvPr id="1846" name="Google Shape;1846;p163"/>
          <p:cNvSpPr/>
          <p:nvPr/>
        </p:nvSpPr>
        <p:spPr>
          <a:xfrm>
            <a:off x="7516100" y="4548750"/>
            <a:ext cx="15081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AWS Ireland</a:t>
            </a:r>
            <a:endParaRPr sz="1200"/>
          </a:p>
        </p:txBody>
      </p:sp>
      <p:sp>
        <p:nvSpPr>
          <p:cNvPr id="1847" name="Google Shape;1847;p163"/>
          <p:cNvSpPr/>
          <p:nvPr/>
        </p:nvSpPr>
        <p:spPr>
          <a:xfrm>
            <a:off x="257450" y="3401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S/4H PCE</a:t>
            </a:r>
            <a:endParaRPr sz="1200"/>
          </a:p>
        </p:txBody>
      </p:sp>
      <p:sp>
        <p:nvSpPr>
          <p:cNvPr id="1848" name="Google Shape;1848;p163"/>
          <p:cNvSpPr/>
          <p:nvPr/>
        </p:nvSpPr>
        <p:spPr>
          <a:xfrm>
            <a:off x="7516100" y="1099625"/>
            <a:ext cx="15081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SF</a:t>
            </a:r>
            <a:endParaRPr sz="1200"/>
          </a:p>
          <a:p>
            <a:pPr indent="0" lvl="0" marL="0" rtl="0" algn="ctr">
              <a:spcBef>
                <a:spcPts val="0"/>
              </a:spcBef>
              <a:spcAft>
                <a:spcPts val="0"/>
              </a:spcAft>
              <a:buNone/>
            </a:pPr>
            <a:r>
              <a:t/>
            </a:r>
            <a:endParaRPr sz="1200"/>
          </a:p>
        </p:txBody>
      </p:sp>
      <p:sp>
        <p:nvSpPr>
          <p:cNvPr id="1849" name="Google Shape;1849;p163"/>
          <p:cNvSpPr/>
          <p:nvPr/>
        </p:nvSpPr>
        <p:spPr>
          <a:xfrm>
            <a:off x="7516100" y="2296600"/>
            <a:ext cx="15081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EU AWS</a:t>
            </a:r>
            <a:endParaRPr sz="1200"/>
          </a:p>
        </p:txBody>
      </p:sp>
      <p:sp>
        <p:nvSpPr>
          <p:cNvPr id="1850" name="Google Shape;1850;p163"/>
          <p:cNvSpPr/>
          <p:nvPr/>
        </p:nvSpPr>
        <p:spPr>
          <a:xfrm>
            <a:off x="7516100" y="3401375"/>
            <a:ext cx="15081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SF</a:t>
            </a:r>
            <a:endParaRPr sz="1200"/>
          </a:p>
          <a:p>
            <a:pPr indent="0" lvl="0" marL="0" rtl="0" algn="ctr">
              <a:spcBef>
                <a:spcPts val="0"/>
              </a:spcBef>
              <a:spcAft>
                <a:spcPts val="0"/>
              </a:spcAft>
              <a:buNone/>
            </a:pPr>
            <a:r>
              <a:t/>
            </a:r>
            <a:endParaRPr sz="1200"/>
          </a:p>
        </p:txBody>
      </p:sp>
      <p:sp>
        <p:nvSpPr>
          <p:cNvPr id="1851" name="Google Shape;1851;p163"/>
          <p:cNvSpPr/>
          <p:nvPr/>
        </p:nvSpPr>
        <p:spPr>
          <a:xfrm rot="5400000">
            <a:off x="6509663" y="4017875"/>
            <a:ext cx="15081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Datashare</a:t>
            </a:r>
            <a:endParaRPr sz="1200"/>
          </a:p>
        </p:txBody>
      </p:sp>
      <p:sp>
        <p:nvSpPr>
          <p:cNvPr id="1852" name="Google Shape;1852;p163"/>
          <p:cNvSpPr/>
          <p:nvPr/>
        </p:nvSpPr>
        <p:spPr>
          <a:xfrm rot="5400000">
            <a:off x="6521350" y="1720175"/>
            <a:ext cx="1476000" cy="26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Datashare</a:t>
            </a:r>
            <a:endParaRPr sz="1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164"/>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Inter-region Direct</a:t>
            </a:r>
            <a:endParaRPr/>
          </a:p>
        </p:txBody>
      </p:sp>
      <p:sp>
        <p:nvSpPr>
          <p:cNvPr id="1858" name="Google Shape;1858;p164"/>
          <p:cNvSpPr/>
          <p:nvPr/>
        </p:nvSpPr>
        <p:spPr>
          <a:xfrm>
            <a:off x="1528800" y="1115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a:t>
            </a:r>
            <a:endParaRPr/>
          </a:p>
        </p:txBody>
      </p:sp>
      <p:sp>
        <p:nvSpPr>
          <p:cNvPr id="1859" name="Google Shape;1859;p164"/>
          <p:cNvSpPr/>
          <p:nvPr/>
        </p:nvSpPr>
        <p:spPr>
          <a:xfrm>
            <a:off x="181250" y="111537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S/4H Pub</a:t>
            </a:r>
            <a:endParaRPr/>
          </a:p>
        </p:txBody>
      </p:sp>
      <p:sp>
        <p:nvSpPr>
          <p:cNvPr id="1860" name="Google Shape;1860;p164"/>
          <p:cNvSpPr/>
          <p:nvPr/>
        </p:nvSpPr>
        <p:spPr>
          <a:xfrm>
            <a:off x="181250" y="2296600"/>
            <a:ext cx="52350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AWS</a:t>
            </a:r>
            <a:endParaRPr/>
          </a:p>
        </p:txBody>
      </p:sp>
      <p:sp>
        <p:nvSpPr>
          <p:cNvPr id="1861" name="Google Shape;1861;p164"/>
          <p:cNvSpPr/>
          <p:nvPr/>
        </p:nvSpPr>
        <p:spPr>
          <a:xfrm>
            <a:off x="5463550" y="1115375"/>
            <a:ext cx="18633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a:t>
            </a:r>
            <a:endParaRPr/>
          </a:p>
          <a:p>
            <a:pPr indent="0" lvl="0" marL="0" rtl="0" algn="ctr">
              <a:spcBef>
                <a:spcPts val="0"/>
              </a:spcBef>
              <a:spcAft>
                <a:spcPts val="0"/>
              </a:spcAft>
              <a:buNone/>
            </a:pPr>
            <a:r>
              <a:rPr lang="en"/>
              <a:t>Azure</a:t>
            </a:r>
            <a:endParaRPr/>
          </a:p>
        </p:txBody>
      </p:sp>
      <p:sp>
        <p:nvSpPr>
          <p:cNvPr id="1862" name="Google Shape;1862;p164"/>
          <p:cNvSpPr/>
          <p:nvPr/>
        </p:nvSpPr>
        <p:spPr>
          <a:xfrm>
            <a:off x="2876350" y="1115375"/>
            <a:ext cx="1240500" cy="1067400"/>
          </a:xfrm>
          <a:prstGeom prst="rect">
            <a:avLst/>
          </a:prstGeom>
          <a:solidFill>
            <a:schemeClr val="lt2"/>
          </a:solid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BDC Connect for Snowflake (inter-region egress cost, api calls premium charge)</a:t>
            </a:r>
            <a:endParaRPr sz="1000"/>
          </a:p>
        </p:txBody>
      </p:sp>
      <p:sp>
        <p:nvSpPr>
          <p:cNvPr id="1863" name="Google Shape;1863;p164"/>
          <p:cNvSpPr/>
          <p:nvPr/>
        </p:nvSpPr>
        <p:spPr>
          <a:xfrm>
            <a:off x="4175775" y="1099625"/>
            <a:ext cx="1240500" cy="106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a:t>
            </a:r>
            <a:endParaRPr/>
          </a:p>
          <a:p>
            <a:pPr indent="0" lvl="0" marL="0" rtl="0" algn="ctr">
              <a:spcBef>
                <a:spcPts val="0"/>
              </a:spcBef>
              <a:spcAft>
                <a:spcPts val="0"/>
              </a:spcAft>
              <a:buNone/>
            </a:pPr>
            <a:r>
              <a:rPr lang="en"/>
              <a:t>AWS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165"/>
          <p:cNvSpPr/>
          <p:nvPr/>
        </p:nvSpPr>
        <p:spPr>
          <a:xfrm>
            <a:off x="2024550" y="274225"/>
            <a:ext cx="1151700" cy="87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a:t>
            </a:r>
            <a:endParaRPr/>
          </a:p>
        </p:txBody>
      </p:sp>
      <p:sp>
        <p:nvSpPr>
          <p:cNvPr id="1869" name="Google Shape;1869;p165"/>
          <p:cNvSpPr/>
          <p:nvPr/>
        </p:nvSpPr>
        <p:spPr>
          <a:xfrm>
            <a:off x="3287400" y="274225"/>
            <a:ext cx="1151700" cy="87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a:t>
            </a:r>
            <a:endParaRPr/>
          </a:p>
        </p:txBody>
      </p:sp>
      <p:sp>
        <p:nvSpPr>
          <p:cNvPr id="1870" name="Google Shape;1870;p165"/>
          <p:cNvSpPr/>
          <p:nvPr/>
        </p:nvSpPr>
        <p:spPr>
          <a:xfrm>
            <a:off x="4550250" y="274225"/>
            <a:ext cx="1151700" cy="877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a:t>
            </a:r>
            <a:endParaRPr/>
          </a:p>
        </p:txBody>
      </p:sp>
      <p:sp>
        <p:nvSpPr>
          <p:cNvPr id="1871" name="Google Shape;1871;p165"/>
          <p:cNvSpPr/>
          <p:nvPr/>
        </p:nvSpPr>
        <p:spPr>
          <a:xfrm>
            <a:off x="365925" y="1694250"/>
            <a:ext cx="1151700" cy="137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ECC/ s/4</a:t>
            </a:r>
            <a:endParaRPr/>
          </a:p>
        </p:txBody>
      </p:sp>
      <p:sp>
        <p:nvSpPr>
          <p:cNvPr id="1872" name="Google Shape;1872;p165"/>
          <p:cNvSpPr/>
          <p:nvPr/>
        </p:nvSpPr>
        <p:spPr>
          <a:xfrm>
            <a:off x="4235100" y="1692775"/>
            <a:ext cx="1508700" cy="137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BDC</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BW Private Cloud Edition</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Capacity Units</a:t>
            </a:r>
            <a:endParaRPr sz="1300"/>
          </a:p>
          <a:p>
            <a:pPr indent="0" lvl="0" marL="0" rtl="0" algn="ctr">
              <a:spcBef>
                <a:spcPts val="0"/>
              </a:spcBef>
              <a:spcAft>
                <a:spcPts val="0"/>
              </a:spcAft>
              <a:buNone/>
            </a:pPr>
            <a:r>
              <a:rPr lang="en" sz="1300"/>
              <a:t>(2030)</a:t>
            </a:r>
            <a:endParaRPr sz="1300"/>
          </a:p>
        </p:txBody>
      </p:sp>
      <p:sp>
        <p:nvSpPr>
          <p:cNvPr id="1873" name="Google Shape;1873;p165"/>
          <p:cNvSpPr/>
          <p:nvPr/>
        </p:nvSpPr>
        <p:spPr>
          <a:xfrm>
            <a:off x="7170675" y="1694250"/>
            <a:ext cx="1272000" cy="137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a:t>
            </a:r>
            <a:endParaRPr/>
          </a:p>
        </p:txBody>
      </p:sp>
      <p:sp>
        <p:nvSpPr>
          <p:cNvPr id="1874" name="Google Shape;1874;p165"/>
          <p:cNvSpPr/>
          <p:nvPr/>
        </p:nvSpPr>
        <p:spPr>
          <a:xfrm>
            <a:off x="2372325" y="1709125"/>
            <a:ext cx="1151700" cy="134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BW 7.5</a:t>
            </a:r>
            <a:endParaRPr/>
          </a:p>
        </p:txBody>
      </p:sp>
      <p:cxnSp>
        <p:nvCxnSpPr>
          <p:cNvPr id="1875" name="Google Shape;1875;p165"/>
          <p:cNvCxnSpPr>
            <a:stCxn id="1871" idx="3"/>
            <a:endCxn id="1874" idx="1"/>
          </p:cNvCxnSpPr>
          <p:nvPr/>
        </p:nvCxnSpPr>
        <p:spPr>
          <a:xfrm flipH="1" rot="10800000">
            <a:off x="1517625" y="2381550"/>
            <a:ext cx="854700" cy="1500"/>
          </a:xfrm>
          <a:prstGeom prst="straightConnector1">
            <a:avLst/>
          </a:prstGeom>
          <a:noFill/>
          <a:ln cap="flat" cmpd="sng" w="9525">
            <a:solidFill>
              <a:schemeClr val="dk2"/>
            </a:solidFill>
            <a:prstDash val="solid"/>
            <a:round/>
            <a:headEnd len="med" w="med" type="none"/>
            <a:tailEnd len="med" w="med" type="triangle"/>
          </a:ln>
        </p:spPr>
      </p:cxnSp>
      <p:cxnSp>
        <p:nvCxnSpPr>
          <p:cNvPr id="1876" name="Google Shape;1876;p165"/>
          <p:cNvCxnSpPr>
            <a:stCxn id="1874" idx="3"/>
            <a:endCxn id="1872" idx="1"/>
          </p:cNvCxnSpPr>
          <p:nvPr/>
        </p:nvCxnSpPr>
        <p:spPr>
          <a:xfrm>
            <a:off x="3524025" y="2381575"/>
            <a:ext cx="711000" cy="0"/>
          </a:xfrm>
          <a:prstGeom prst="straightConnector1">
            <a:avLst/>
          </a:prstGeom>
          <a:noFill/>
          <a:ln cap="flat" cmpd="sng" w="9525">
            <a:solidFill>
              <a:schemeClr val="dk2"/>
            </a:solidFill>
            <a:prstDash val="solid"/>
            <a:round/>
            <a:headEnd len="med" w="med" type="none"/>
            <a:tailEnd len="med" w="med" type="triangle"/>
          </a:ln>
        </p:spPr>
      </p:cxnSp>
      <p:sp>
        <p:nvSpPr>
          <p:cNvPr id="1877" name="Google Shape;1877;p165"/>
          <p:cNvSpPr/>
          <p:nvPr/>
        </p:nvSpPr>
        <p:spPr>
          <a:xfrm>
            <a:off x="5929300" y="1693525"/>
            <a:ext cx="675600" cy="137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zero-copy</a:t>
            </a:r>
            <a:endParaRPr/>
          </a:p>
        </p:txBody>
      </p:sp>
      <p:sp>
        <p:nvSpPr>
          <p:cNvPr id="1878" name="Google Shape;1878;p165"/>
          <p:cNvSpPr/>
          <p:nvPr/>
        </p:nvSpPr>
        <p:spPr>
          <a:xfrm>
            <a:off x="365925" y="3808625"/>
            <a:ext cx="1151700" cy="1377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ECC/ s/4</a:t>
            </a:r>
            <a:endParaRPr/>
          </a:p>
        </p:txBody>
      </p:sp>
      <p:cxnSp>
        <p:nvCxnSpPr>
          <p:cNvPr id="1879" name="Google Shape;1879;p165"/>
          <p:cNvCxnSpPr>
            <a:endCxn id="1880" idx="1"/>
          </p:cNvCxnSpPr>
          <p:nvPr/>
        </p:nvCxnSpPr>
        <p:spPr>
          <a:xfrm>
            <a:off x="1517625" y="4489925"/>
            <a:ext cx="5598300" cy="7500"/>
          </a:xfrm>
          <a:prstGeom prst="straightConnector1">
            <a:avLst/>
          </a:prstGeom>
          <a:noFill/>
          <a:ln cap="flat" cmpd="sng" w="9525">
            <a:solidFill>
              <a:schemeClr val="dk2"/>
            </a:solidFill>
            <a:prstDash val="solid"/>
            <a:round/>
            <a:headEnd len="med" w="med" type="none"/>
            <a:tailEnd len="med" w="med" type="triangle"/>
          </a:ln>
        </p:spPr>
      </p:cxnSp>
      <p:sp>
        <p:nvSpPr>
          <p:cNvPr id="1880" name="Google Shape;1880;p165"/>
          <p:cNvSpPr/>
          <p:nvPr/>
        </p:nvSpPr>
        <p:spPr>
          <a:xfrm>
            <a:off x="7115925" y="3809375"/>
            <a:ext cx="1272000" cy="137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
        <p:nvSpPr>
          <p:cNvPr id="1885" name="Google Shape;1885;p166"/>
          <p:cNvSpPr/>
          <p:nvPr/>
        </p:nvSpPr>
        <p:spPr>
          <a:xfrm>
            <a:off x="53725" y="201450"/>
            <a:ext cx="1151700" cy="32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a:t>
            </a:r>
            <a:endParaRPr/>
          </a:p>
        </p:txBody>
      </p:sp>
      <p:sp>
        <p:nvSpPr>
          <p:cNvPr id="1886" name="Google Shape;1886;p166"/>
          <p:cNvSpPr/>
          <p:nvPr/>
        </p:nvSpPr>
        <p:spPr>
          <a:xfrm>
            <a:off x="1316575" y="201450"/>
            <a:ext cx="1151700" cy="32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a:t>
            </a:r>
            <a:endParaRPr/>
          </a:p>
        </p:txBody>
      </p:sp>
      <p:sp>
        <p:nvSpPr>
          <p:cNvPr id="1887" name="Google Shape;1887;p166"/>
          <p:cNvSpPr/>
          <p:nvPr/>
        </p:nvSpPr>
        <p:spPr>
          <a:xfrm>
            <a:off x="2579425" y="201450"/>
            <a:ext cx="1151700" cy="322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a:t>
            </a:r>
            <a:endParaRPr/>
          </a:p>
        </p:txBody>
      </p:sp>
      <p:sp>
        <p:nvSpPr>
          <p:cNvPr id="1888" name="Google Shape;1888;p166"/>
          <p:cNvSpPr/>
          <p:nvPr/>
        </p:nvSpPr>
        <p:spPr>
          <a:xfrm>
            <a:off x="365850" y="1577425"/>
            <a:ext cx="1924500" cy="195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 Private (rise)  (</a:t>
            </a:r>
            <a:r>
              <a:rPr b="1" lang="en"/>
              <a:t>Core Data Services</a:t>
            </a:r>
            <a:r>
              <a:rPr lang="en"/>
              <a:t> views)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or Public (grow)  Cloud Edition</a:t>
            </a:r>
            <a:endParaRPr/>
          </a:p>
          <a:p>
            <a:pPr indent="0" lvl="0" marL="0" rtl="0" algn="ctr">
              <a:spcBef>
                <a:spcPts val="0"/>
              </a:spcBef>
              <a:spcAft>
                <a:spcPts val="0"/>
              </a:spcAft>
              <a:buNone/>
            </a:pPr>
            <a:r>
              <a:t/>
            </a:r>
            <a:endParaRPr/>
          </a:p>
        </p:txBody>
      </p:sp>
      <p:sp>
        <p:nvSpPr>
          <p:cNvPr id="1889" name="Google Shape;1889;p166"/>
          <p:cNvSpPr/>
          <p:nvPr/>
        </p:nvSpPr>
        <p:spPr>
          <a:xfrm>
            <a:off x="2787450" y="1577575"/>
            <a:ext cx="2956500" cy="195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BDC</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Curated data products </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1 to many CDS -&gt; DP (semantic-level information)</a:t>
            </a:r>
            <a:endParaRPr sz="1300"/>
          </a:p>
        </p:txBody>
      </p:sp>
      <p:sp>
        <p:nvSpPr>
          <p:cNvPr id="1890" name="Google Shape;1890;p166"/>
          <p:cNvSpPr/>
          <p:nvPr/>
        </p:nvSpPr>
        <p:spPr>
          <a:xfrm>
            <a:off x="7152900" y="1579050"/>
            <a:ext cx="1107600" cy="195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Snowflake</a:t>
            </a:r>
            <a:endParaRPr/>
          </a:p>
        </p:txBody>
      </p:sp>
      <p:cxnSp>
        <p:nvCxnSpPr>
          <p:cNvPr id="1891" name="Google Shape;1891;p166"/>
          <p:cNvCxnSpPr>
            <a:stCxn id="1888" idx="3"/>
          </p:cNvCxnSpPr>
          <p:nvPr/>
        </p:nvCxnSpPr>
        <p:spPr>
          <a:xfrm flipH="1" rot="10800000">
            <a:off x="2290350" y="2553025"/>
            <a:ext cx="497100" cy="2400"/>
          </a:xfrm>
          <a:prstGeom prst="straightConnector1">
            <a:avLst/>
          </a:prstGeom>
          <a:noFill/>
          <a:ln cap="flat" cmpd="sng" w="9525">
            <a:solidFill>
              <a:schemeClr val="dk2"/>
            </a:solidFill>
            <a:prstDash val="solid"/>
            <a:round/>
            <a:headEnd len="med" w="med" type="none"/>
            <a:tailEnd len="med" w="med" type="triangle"/>
          </a:ln>
        </p:spPr>
      </p:cxnSp>
      <p:sp>
        <p:nvSpPr>
          <p:cNvPr id="1892" name="Google Shape;1892;p166"/>
          <p:cNvSpPr/>
          <p:nvPr/>
        </p:nvSpPr>
        <p:spPr>
          <a:xfrm>
            <a:off x="5796125" y="1579050"/>
            <a:ext cx="1269900" cy="195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zero-copy</a:t>
            </a:r>
            <a:endParaRPr/>
          </a:p>
        </p:txBody>
      </p:sp>
      <p:sp>
        <p:nvSpPr>
          <p:cNvPr id="1893" name="Google Shape;1893;p166"/>
          <p:cNvSpPr/>
          <p:nvPr/>
        </p:nvSpPr>
        <p:spPr>
          <a:xfrm>
            <a:off x="365925" y="3808625"/>
            <a:ext cx="1508700" cy="125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ECC/ s/4</a:t>
            </a:r>
            <a:endParaRPr/>
          </a:p>
        </p:txBody>
      </p:sp>
      <p:cxnSp>
        <p:nvCxnSpPr>
          <p:cNvPr id="1894" name="Google Shape;1894;p166"/>
          <p:cNvCxnSpPr>
            <a:stCxn id="1895" idx="3"/>
            <a:endCxn id="1896" idx="1"/>
          </p:cNvCxnSpPr>
          <p:nvPr/>
        </p:nvCxnSpPr>
        <p:spPr>
          <a:xfrm>
            <a:off x="3134850" y="4439225"/>
            <a:ext cx="3981000" cy="0"/>
          </a:xfrm>
          <a:prstGeom prst="straightConnector1">
            <a:avLst/>
          </a:prstGeom>
          <a:noFill/>
          <a:ln cap="flat" cmpd="sng" w="9525">
            <a:solidFill>
              <a:schemeClr val="dk2"/>
            </a:solidFill>
            <a:prstDash val="solid"/>
            <a:round/>
            <a:headEnd len="med" w="med" type="none"/>
            <a:tailEnd len="med" w="med" type="triangle"/>
          </a:ln>
        </p:spPr>
      </p:cxnSp>
      <p:sp>
        <p:nvSpPr>
          <p:cNvPr id="1896" name="Google Shape;1896;p166"/>
          <p:cNvSpPr/>
          <p:nvPr/>
        </p:nvSpPr>
        <p:spPr>
          <a:xfrm>
            <a:off x="7115925" y="3809375"/>
            <a:ext cx="1272000" cy="125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 (15 enterprise data platforms) </a:t>
            </a:r>
            <a:endParaRPr/>
          </a:p>
        </p:txBody>
      </p:sp>
      <p:sp>
        <p:nvSpPr>
          <p:cNvPr id="1897" name="Google Shape;1897;p166"/>
          <p:cNvSpPr/>
          <p:nvPr/>
        </p:nvSpPr>
        <p:spPr>
          <a:xfrm>
            <a:off x="2787450" y="581263"/>
            <a:ext cx="2956500" cy="93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Bdc</a:t>
            </a:r>
            <a:endParaRPr sz="1300"/>
          </a:p>
          <a:p>
            <a:pPr indent="0" lvl="0" marL="0" rtl="0" algn="ctr">
              <a:spcBef>
                <a:spcPts val="0"/>
              </a:spcBef>
              <a:spcAft>
                <a:spcPts val="0"/>
              </a:spcAft>
              <a:buNone/>
            </a:pPr>
            <a:r>
              <a:rPr lang="en" sz="1300"/>
              <a:t>Intelligent Applications</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Datasphere  -Analytics Model</a:t>
            </a:r>
            <a:endParaRPr sz="1300"/>
          </a:p>
        </p:txBody>
      </p:sp>
      <p:sp>
        <p:nvSpPr>
          <p:cNvPr id="1895" name="Google Shape;1895;p166"/>
          <p:cNvSpPr/>
          <p:nvPr/>
        </p:nvSpPr>
        <p:spPr>
          <a:xfrm>
            <a:off x="2290350" y="3809375"/>
            <a:ext cx="844500" cy="125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CDS</a:t>
            </a:r>
            <a:endParaRPr b="1"/>
          </a:p>
          <a:p>
            <a:pPr indent="0" lvl="0" marL="0" rtl="0" algn="ctr">
              <a:spcBef>
                <a:spcPts val="0"/>
              </a:spcBef>
              <a:spcAft>
                <a:spcPts val="0"/>
              </a:spcAft>
              <a:buNone/>
            </a:pPr>
            <a:r>
              <a:rPr lang="en"/>
              <a:t>Or Raw tables</a:t>
            </a:r>
            <a:endParaRPr/>
          </a:p>
        </p:txBody>
      </p:sp>
      <p:cxnSp>
        <p:nvCxnSpPr>
          <p:cNvPr id="1898" name="Google Shape;1898;p166"/>
          <p:cNvCxnSpPr>
            <a:endCxn id="1895" idx="1"/>
          </p:cNvCxnSpPr>
          <p:nvPr/>
        </p:nvCxnSpPr>
        <p:spPr>
          <a:xfrm flipH="1" rot="10800000">
            <a:off x="1874550" y="4439225"/>
            <a:ext cx="415800" cy="1200"/>
          </a:xfrm>
          <a:prstGeom prst="straightConnector1">
            <a:avLst/>
          </a:prstGeom>
          <a:noFill/>
          <a:ln cap="flat" cmpd="sng" w="9525">
            <a:solidFill>
              <a:schemeClr val="dk2"/>
            </a:solidFill>
            <a:prstDash val="solid"/>
            <a:round/>
            <a:headEnd len="med" w="med" type="none"/>
            <a:tailEnd len="med" w="med" type="triangle"/>
          </a:ln>
        </p:spPr>
      </p:cxnSp>
      <p:sp>
        <p:nvSpPr>
          <p:cNvPr id="1899" name="Google Shape;1899;p166"/>
          <p:cNvSpPr/>
          <p:nvPr/>
        </p:nvSpPr>
        <p:spPr>
          <a:xfrm>
            <a:off x="8387925" y="1576225"/>
            <a:ext cx="661800" cy="1956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Share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sp>
        <p:nvSpPr>
          <p:cNvPr id="1904" name="Google Shape;1904;p167"/>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Devon Energy ETL</a:t>
            </a:r>
            <a:endParaRPr/>
          </a:p>
        </p:txBody>
      </p:sp>
      <p:sp>
        <p:nvSpPr>
          <p:cNvPr id="1905" name="Google Shape;1905;p167"/>
          <p:cNvSpPr/>
          <p:nvPr/>
        </p:nvSpPr>
        <p:spPr>
          <a:xfrm>
            <a:off x="827675" y="1527225"/>
            <a:ext cx="829800" cy="31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 1</a:t>
            </a:r>
            <a:endParaRPr/>
          </a:p>
        </p:txBody>
      </p:sp>
      <p:sp>
        <p:nvSpPr>
          <p:cNvPr id="1906" name="Google Shape;1906;p167"/>
          <p:cNvSpPr/>
          <p:nvPr/>
        </p:nvSpPr>
        <p:spPr>
          <a:xfrm>
            <a:off x="827675" y="2033725"/>
            <a:ext cx="829800" cy="31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 2</a:t>
            </a:r>
            <a:endParaRPr/>
          </a:p>
        </p:txBody>
      </p:sp>
      <p:sp>
        <p:nvSpPr>
          <p:cNvPr id="1907" name="Google Shape;1907;p167"/>
          <p:cNvSpPr/>
          <p:nvPr/>
        </p:nvSpPr>
        <p:spPr>
          <a:xfrm>
            <a:off x="827675" y="2540225"/>
            <a:ext cx="829800" cy="318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S/4 3</a:t>
            </a:r>
            <a:endParaRPr/>
          </a:p>
        </p:txBody>
      </p:sp>
      <p:sp>
        <p:nvSpPr>
          <p:cNvPr id="1908" name="Google Shape;1908;p167"/>
          <p:cNvSpPr/>
          <p:nvPr/>
        </p:nvSpPr>
        <p:spPr>
          <a:xfrm>
            <a:off x="2080550" y="1527225"/>
            <a:ext cx="1221300" cy="133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Datasphere</a:t>
            </a:r>
            <a:endParaRPr/>
          </a:p>
          <a:p>
            <a:pPr indent="0" lvl="0" marL="0" rtl="0" algn="ctr">
              <a:spcBef>
                <a:spcPts val="0"/>
              </a:spcBef>
              <a:spcAft>
                <a:spcPts val="0"/>
              </a:spcAft>
              <a:buNone/>
            </a:pPr>
            <a:r>
              <a:rPr lang="en"/>
              <a:t>Replication flows (0 material)</a:t>
            </a:r>
            <a:endParaRPr/>
          </a:p>
        </p:txBody>
      </p:sp>
      <p:sp>
        <p:nvSpPr>
          <p:cNvPr id="1909" name="Google Shape;1909;p167"/>
          <p:cNvSpPr/>
          <p:nvPr/>
        </p:nvSpPr>
        <p:spPr>
          <a:xfrm>
            <a:off x="4900200" y="1861075"/>
            <a:ext cx="1221300" cy="84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 streaming 15 cred</a:t>
            </a:r>
            <a:endParaRPr/>
          </a:p>
        </p:txBody>
      </p:sp>
      <p:sp>
        <p:nvSpPr>
          <p:cNvPr id="1910" name="Google Shape;1910;p167"/>
          <p:cNvSpPr/>
          <p:nvPr/>
        </p:nvSpPr>
        <p:spPr>
          <a:xfrm>
            <a:off x="6230000" y="1472275"/>
            <a:ext cx="1221300" cy="38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Snowflake</a:t>
            </a:r>
            <a:endParaRPr/>
          </a:p>
        </p:txBody>
      </p:sp>
      <p:sp>
        <p:nvSpPr>
          <p:cNvPr id="1911" name="Google Shape;1911;p167"/>
          <p:cNvSpPr/>
          <p:nvPr/>
        </p:nvSpPr>
        <p:spPr>
          <a:xfrm>
            <a:off x="6230000" y="1998625"/>
            <a:ext cx="1221300" cy="38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Snowflake</a:t>
            </a:r>
            <a:endParaRPr/>
          </a:p>
        </p:txBody>
      </p:sp>
      <p:sp>
        <p:nvSpPr>
          <p:cNvPr id="1912" name="Google Shape;1912;p167"/>
          <p:cNvSpPr/>
          <p:nvPr/>
        </p:nvSpPr>
        <p:spPr>
          <a:xfrm>
            <a:off x="6230000" y="2524975"/>
            <a:ext cx="1221300" cy="38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Snowflake</a:t>
            </a:r>
            <a:endParaRPr/>
          </a:p>
        </p:txBody>
      </p:sp>
      <p:sp>
        <p:nvSpPr>
          <p:cNvPr id="1913" name="Google Shape;1913;p167"/>
          <p:cNvSpPr/>
          <p:nvPr/>
        </p:nvSpPr>
        <p:spPr>
          <a:xfrm>
            <a:off x="3490363" y="1701659"/>
            <a:ext cx="1221300" cy="38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Confluent</a:t>
            </a:r>
            <a:endParaRPr/>
          </a:p>
        </p:txBody>
      </p:sp>
      <p:cxnSp>
        <p:nvCxnSpPr>
          <p:cNvPr id="1914" name="Google Shape;1914;p167"/>
          <p:cNvCxnSpPr/>
          <p:nvPr/>
        </p:nvCxnSpPr>
        <p:spPr>
          <a:xfrm>
            <a:off x="3680500" y="1382159"/>
            <a:ext cx="723900" cy="974700"/>
          </a:xfrm>
          <a:prstGeom prst="straightConnector1">
            <a:avLst/>
          </a:prstGeom>
          <a:noFill/>
          <a:ln cap="flat" cmpd="sng" w="9525">
            <a:solidFill>
              <a:schemeClr val="dk2"/>
            </a:solidFill>
            <a:prstDash val="solid"/>
            <a:round/>
            <a:headEnd len="med" w="med" type="none"/>
            <a:tailEnd len="med" w="med" type="none"/>
          </a:ln>
        </p:spPr>
      </p:cxnSp>
      <p:cxnSp>
        <p:nvCxnSpPr>
          <p:cNvPr id="1915" name="Google Shape;1915;p167"/>
          <p:cNvCxnSpPr/>
          <p:nvPr/>
        </p:nvCxnSpPr>
        <p:spPr>
          <a:xfrm flipH="1">
            <a:off x="3728625" y="1285659"/>
            <a:ext cx="839700" cy="993900"/>
          </a:xfrm>
          <a:prstGeom prst="straightConnector1">
            <a:avLst/>
          </a:prstGeom>
          <a:noFill/>
          <a:ln cap="flat" cmpd="sng" w="9525">
            <a:solidFill>
              <a:schemeClr val="dk2"/>
            </a:solidFill>
            <a:prstDash val="solid"/>
            <a:round/>
            <a:headEnd len="med" w="med" type="none"/>
            <a:tailEnd len="med" w="med" type="none"/>
          </a:ln>
        </p:spPr>
      </p:cxnSp>
      <p:sp>
        <p:nvSpPr>
          <p:cNvPr id="1916" name="Google Shape;1916;p167"/>
          <p:cNvSpPr/>
          <p:nvPr/>
        </p:nvSpPr>
        <p:spPr>
          <a:xfrm>
            <a:off x="3490363" y="2279559"/>
            <a:ext cx="1221300" cy="38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Datastreams</a:t>
            </a:r>
            <a:endParaRPr/>
          </a:p>
        </p:txBody>
      </p:sp>
      <p:sp>
        <p:nvSpPr>
          <p:cNvPr id="1917" name="Google Shape;1917;p167"/>
          <p:cNvSpPr/>
          <p:nvPr/>
        </p:nvSpPr>
        <p:spPr>
          <a:xfrm>
            <a:off x="3431800" y="2857450"/>
            <a:ext cx="1221300" cy="133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Zero copy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168"/>
          <p:cNvSpPr/>
          <p:nvPr/>
        </p:nvSpPr>
        <p:spPr>
          <a:xfrm>
            <a:off x="2927838" y="3261025"/>
            <a:ext cx="3326100" cy="1867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Virtual warehouse cache</a:t>
            </a:r>
            <a:endParaRPr/>
          </a:p>
        </p:txBody>
      </p:sp>
      <p:sp>
        <p:nvSpPr>
          <p:cNvPr id="1923" name="Google Shape;1923;p168"/>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924" name="Google Shape;1924;p168"/>
          <p:cNvSpPr/>
          <p:nvPr/>
        </p:nvSpPr>
        <p:spPr>
          <a:xfrm>
            <a:off x="532075" y="1435025"/>
            <a:ext cx="1402800" cy="91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 TB / refreshed hourly</a:t>
            </a:r>
            <a:endParaRPr/>
          </a:p>
        </p:txBody>
      </p:sp>
      <p:sp>
        <p:nvSpPr>
          <p:cNvPr id="1925" name="Google Shape;1925;p168"/>
          <p:cNvSpPr/>
          <p:nvPr/>
        </p:nvSpPr>
        <p:spPr>
          <a:xfrm>
            <a:off x="3808675" y="1240425"/>
            <a:ext cx="1402800" cy="564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 TB * 1min * 25%</a:t>
            </a:r>
            <a:endParaRPr/>
          </a:p>
        </p:txBody>
      </p:sp>
      <p:sp>
        <p:nvSpPr>
          <p:cNvPr id="1926" name="Google Shape;1926;p168"/>
          <p:cNvSpPr/>
          <p:nvPr/>
        </p:nvSpPr>
        <p:spPr>
          <a:xfrm>
            <a:off x="3808675" y="1884975"/>
            <a:ext cx="1402800" cy="46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 TB * 1 min</a:t>
            </a:r>
            <a:endParaRPr/>
          </a:p>
        </p:txBody>
      </p:sp>
      <p:sp>
        <p:nvSpPr>
          <p:cNvPr id="1927" name="Google Shape;1927;p168"/>
          <p:cNvSpPr/>
          <p:nvPr/>
        </p:nvSpPr>
        <p:spPr>
          <a:xfrm>
            <a:off x="3808675" y="2458775"/>
            <a:ext cx="1402800" cy="37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 TB</a:t>
            </a:r>
            <a:endParaRPr/>
          </a:p>
        </p:txBody>
      </p:sp>
      <p:cxnSp>
        <p:nvCxnSpPr>
          <p:cNvPr id="1928" name="Google Shape;1928;p168"/>
          <p:cNvCxnSpPr/>
          <p:nvPr/>
        </p:nvCxnSpPr>
        <p:spPr>
          <a:xfrm>
            <a:off x="604300" y="3140775"/>
            <a:ext cx="7728600" cy="15900"/>
          </a:xfrm>
          <a:prstGeom prst="straightConnector1">
            <a:avLst/>
          </a:prstGeom>
          <a:noFill/>
          <a:ln cap="flat" cmpd="sng" w="9525">
            <a:solidFill>
              <a:schemeClr val="dk2"/>
            </a:solidFill>
            <a:prstDash val="solid"/>
            <a:round/>
            <a:headEnd len="med" w="med" type="none"/>
            <a:tailEnd len="med" w="med" type="none"/>
          </a:ln>
        </p:spPr>
      </p:cxnSp>
      <p:sp>
        <p:nvSpPr>
          <p:cNvPr id="1929" name="Google Shape;1929;p168"/>
          <p:cNvSpPr/>
          <p:nvPr/>
        </p:nvSpPr>
        <p:spPr>
          <a:xfrm>
            <a:off x="732175" y="3673560"/>
            <a:ext cx="1402800" cy="91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 TB / refreshed hourly</a:t>
            </a:r>
            <a:endParaRPr/>
          </a:p>
        </p:txBody>
      </p:sp>
      <p:sp>
        <p:nvSpPr>
          <p:cNvPr id="1930" name="Google Shape;1930;p168"/>
          <p:cNvSpPr/>
          <p:nvPr/>
        </p:nvSpPr>
        <p:spPr>
          <a:xfrm>
            <a:off x="3186450" y="3409122"/>
            <a:ext cx="1402800" cy="56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 TB</a:t>
            </a:r>
            <a:endParaRPr/>
          </a:p>
        </p:txBody>
      </p:sp>
      <p:sp>
        <p:nvSpPr>
          <p:cNvPr id="1931" name="Google Shape;1931;p168"/>
          <p:cNvSpPr/>
          <p:nvPr/>
        </p:nvSpPr>
        <p:spPr>
          <a:xfrm>
            <a:off x="5813725" y="1050925"/>
            <a:ext cx="2217000" cy="56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100 queries * hour * 1min</a:t>
            </a:r>
            <a:endParaRPr/>
          </a:p>
        </p:txBody>
      </p:sp>
      <p:sp>
        <p:nvSpPr>
          <p:cNvPr id="1932" name="Google Shape;1932;p168"/>
          <p:cNvSpPr/>
          <p:nvPr/>
        </p:nvSpPr>
        <p:spPr>
          <a:xfrm>
            <a:off x="6450225" y="3324685"/>
            <a:ext cx="1402800" cy="564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 query * 1min * 60%</a:t>
            </a:r>
            <a:endParaRPr/>
          </a:p>
        </p:txBody>
      </p:sp>
      <p:sp>
        <p:nvSpPr>
          <p:cNvPr id="1933" name="Google Shape;1933;p168"/>
          <p:cNvSpPr/>
          <p:nvPr/>
        </p:nvSpPr>
        <p:spPr>
          <a:xfrm>
            <a:off x="6450225" y="3964800"/>
            <a:ext cx="1368300" cy="91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 query * 20 sec. (80% of data already in VM from 1st query, diff query hits SAP</a:t>
            </a:r>
            <a:endParaRPr sz="1000"/>
          </a:p>
        </p:txBody>
      </p:sp>
      <p:cxnSp>
        <p:nvCxnSpPr>
          <p:cNvPr id="1934" name="Google Shape;1934;p168"/>
          <p:cNvCxnSpPr>
            <a:stCxn id="1929" idx="3"/>
            <a:endCxn id="1930" idx="1"/>
          </p:cNvCxnSpPr>
          <p:nvPr/>
        </p:nvCxnSpPr>
        <p:spPr>
          <a:xfrm flipH="1" rot="10800000">
            <a:off x="2134975" y="3691410"/>
            <a:ext cx="1051500" cy="437700"/>
          </a:xfrm>
          <a:prstGeom prst="straightConnector1">
            <a:avLst/>
          </a:prstGeom>
          <a:noFill/>
          <a:ln cap="flat" cmpd="sng" w="9525">
            <a:solidFill>
              <a:schemeClr val="dk2"/>
            </a:solidFill>
            <a:prstDash val="solid"/>
            <a:round/>
            <a:headEnd len="med" w="med" type="none"/>
            <a:tailEnd len="med" w="med" type="triangle"/>
          </a:ln>
        </p:spPr>
      </p:cxnSp>
      <p:cxnSp>
        <p:nvCxnSpPr>
          <p:cNvPr id="1935" name="Google Shape;1935;p168"/>
          <p:cNvCxnSpPr>
            <a:stCxn id="1930" idx="3"/>
            <a:endCxn id="1932" idx="1"/>
          </p:cNvCxnSpPr>
          <p:nvPr/>
        </p:nvCxnSpPr>
        <p:spPr>
          <a:xfrm flipH="1" rot="10800000">
            <a:off x="4589250" y="3607122"/>
            <a:ext cx="1860900" cy="84300"/>
          </a:xfrm>
          <a:prstGeom prst="straightConnector1">
            <a:avLst/>
          </a:prstGeom>
          <a:noFill/>
          <a:ln cap="flat" cmpd="sng" w="9525">
            <a:solidFill>
              <a:schemeClr val="dk2"/>
            </a:solidFill>
            <a:prstDash val="solid"/>
            <a:round/>
            <a:headEnd len="med" w="med" type="none"/>
            <a:tailEnd len="med" w="med" type="triangle"/>
          </a:ln>
        </p:spPr>
      </p:cxnSp>
      <p:sp>
        <p:nvSpPr>
          <p:cNvPr id="1936" name="Google Shape;1936;p168"/>
          <p:cNvSpPr/>
          <p:nvPr/>
        </p:nvSpPr>
        <p:spPr>
          <a:xfrm>
            <a:off x="3203699" y="4562260"/>
            <a:ext cx="1368300" cy="24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50 GB</a:t>
            </a:r>
            <a:endParaRPr/>
          </a:p>
        </p:txBody>
      </p:sp>
      <p:cxnSp>
        <p:nvCxnSpPr>
          <p:cNvPr id="1937" name="Google Shape;1937;p168"/>
          <p:cNvCxnSpPr>
            <a:stCxn id="1929" idx="3"/>
            <a:endCxn id="1936" idx="1"/>
          </p:cNvCxnSpPr>
          <p:nvPr/>
        </p:nvCxnSpPr>
        <p:spPr>
          <a:xfrm>
            <a:off x="2134975" y="4129110"/>
            <a:ext cx="1068600" cy="557100"/>
          </a:xfrm>
          <a:prstGeom prst="straightConnector1">
            <a:avLst/>
          </a:prstGeom>
          <a:noFill/>
          <a:ln cap="flat" cmpd="sng" w="9525">
            <a:solidFill>
              <a:schemeClr val="dk2"/>
            </a:solidFill>
            <a:prstDash val="solid"/>
            <a:round/>
            <a:headEnd len="med" w="med" type="none"/>
            <a:tailEnd len="med" w="med" type="triangle"/>
          </a:ln>
        </p:spPr>
      </p:cxnSp>
      <p:cxnSp>
        <p:nvCxnSpPr>
          <p:cNvPr id="1938" name="Google Shape;1938;p168"/>
          <p:cNvCxnSpPr>
            <a:stCxn id="1936" idx="3"/>
            <a:endCxn id="1933" idx="1"/>
          </p:cNvCxnSpPr>
          <p:nvPr/>
        </p:nvCxnSpPr>
        <p:spPr>
          <a:xfrm flipH="1" rot="10800000">
            <a:off x="4571999" y="4420210"/>
            <a:ext cx="1878300" cy="266100"/>
          </a:xfrm>
          <a:prstGeom prst="straightConnector1">
            <a:avLst/>
          </a:prstGeom>
          <a:noFill/>
          <a:ln cap="flat" cmpd="sng" w="9525">
            <a:solidFill>
              <a:schemeClr val="dk2"/>
            </a:solidFill>
            <a:prstDash val="solid"/>
            <a:round/>
            <a:headEnd len="med" w="med" type="none"/>
            <a:tailEnd len="med" w="med" type="triangle"/>
          </a:ln>
        </p:spPr>
      </p:cxnSp>
      <p:sp>
        <p:nvSpPr>
          <p:cNvPr id="1939" name="Google Shape;1939;p168"/>
          <p:cNvSpPr/>
          <p:nvPr/>
        </p:nvSpPr>
        <p:spPr>
          <a:xfrm>
            <a:off x="5933600" y="1984100"/>
            <a:ext cx="2351100" cy="52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Hyper scalar price</a:t>
            </a:r>
            <a:endParaRPr/>
          </a:p>
        </p:txBody>
      </p:sp>
      <p:sp>
        <p:nvSpPr>
          <p:cNvPr id="1940" name="Google Shape;1940;p168"/>
          <p:cNvSpPr/>
          <p:nvPr/>
        </p:nvSpPr>
        <p:spPr>
          <a:xfrm>
            <a:off x="5933600" y="2555350"/>
            <a:ext cx="2351100" cy="52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Delta Share server is a single point of failure</a:t>
            </a:r>
            <a:endParaRPr/>
          </a:p>
        </p:txBody>
      </p:sp>
      <p:sp>
        <p:nvSpPr>
          <p:cNvPr id="1941" name="Google Shape;1941;p168"/>
          <p:cNvSpPr/>
          <p:nvPr/>
        </p:nvSpPr>
        <p:spPr>
          <a:xfrm>
            <a:off x="258025" y="1016525"/>
            <a:ext cx="2351100" cy="37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DBX Delta Sharing</a:t>
            </a:r>
            <a:endParaRPr/>
          </a:p>
        </p:txBody>
      </p:sp>
      <p:sp>
        <p:nvSpPr>
          <p:cNvPr id="1942" name="Google Shape;1942;p168"/>
          <p:cNvSpPr/>
          <p:nvPr/>
        </p:nvSpPr>
        <p:spPr>
          <a:xfrm>
            <a:off x="311700" y="3177751"/>
            <a:ext cx="2351100" cy="37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Snowflake pruning &amp; caching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169"/>
          <p:cNvSpPr/>
          <p:nvPr/>
        </p:nvSpPr>
        <p:spPr>
          <a:xfrm>
            <a:off x="363100" y="3240125"/>
            <a:ext cx="1891500" cy="138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BDC zero copy</a:t>
            </a:r>
            <a:endParaRPr/>
          </a:p>
          <a:p>
            <a:pPr indent="0" lvl="0" marL="0" rtl="0" algn="ctr">
              <a:spcBef>
                <a:spcPts val="0"/>
              </a:spcBef>
              <a:spcAft>
                <a:spcPts val="0"/>
              </a:spcAft>
              <a:buNone/>
            </a:pPr>
            <a:r>
              <a:rPr lang="en"/>
              <a:t>(</a:t>
            </a:r>
            <a:r>
              <a:rPr lang="en">
                <a:solidFill>
                  <a:srgbClr val="5B5B5B"/>
                </a:solidFill>
              </a:rPr>
              <a:t>xK/tier)</a:t>
            </a:r>
            <a:endParaRPr/>
          </a:p>
        </p:txBody>
      </p:sp>
      <p:sp>
        <p:nvSpPr>
          <p:cNvPr id="1948" name="Google Shape;1948;p169"/>
          <p:cNvSpPr/>
          <p:nvPr/>
        </p:nvSpPr>
        <p:spPr>
          <a:xfrm>
            <a:off x="2463125" y="3240150"/>
            <a:ext cx="2583000" cy="138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Snowflake</a:t>
            </a:r>
            <a:endParaRPr/>
          </a:p>
        </p:txBody>
      </p:sp>
      <p:sp>
        <p:nvSpPr>
          <p:cNvPr id="1949" name="Google Shape;1949;p169"/>
          <p:cNvSpPr/>
          <p:nvPr/>
        </p:nvSpPr>
        <p:spPr>
          <a:xfrm>
            <a:off x="1239400" y="4045750"/>
            <a:ext cx="292200" cy="2922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0" name="Google Shape;1950;p169"/>
          <p:cNvSpPr/>
          <p:nvPr/>
        </p:nvSpPr>
        <p:spPr>
          <a:xfrm>
            <a:off x="2629300" y="3647375"/>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L0</a:t>
            </a:r>
            <a:endParaRPr sz="800"/>
          </a:p>
        </p:txBody>
      </p:sp>
      <p:sp>
        <p:nvSpPr>
          <p:cNvPr id="1951" name="Google Shape;1951;p169"/>
          <p:cNvSpPr txBox="1"/>
          <p:nvPr/>
        </p:nvSpPr>
        <p:spPr>
          <a:xfrm>
            <a:off x="2994675" y="3579875"/>
            <a:ext cx="40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DT</a:t>
            </a:r>
            <a:endParaRPr sz="1000">
              <a:solidFill>
                <a:srgbClr val="5B5B5B"/>
              </a:solidFill>
            </a:endParaRPr>
          </a:p>
        </p:txBody>
      </p:sp>
      <p:sp>
        <p:nvSpPr>
          <p:cNvPr id="1952" name="Google Shape;1952;p169"/>
          <p:cNvSpPr txBox="1"/>
          <p:nvPr/>
        </p:nvSpPr>
        <p:spPr>
          <a:xfrm>
            <a:off x="3003025" y="3847350"/>
            <a:ext cx="40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DT</a:t>
            </a:r>
            <a:endParaRPr sz="1000">
              <a:solidFill>
                <a:srgbClr val="5B5B5B"/>
              </a:solidFill>
            </a:endParaRPr>
          </a:p>
        </p:txBody>
      </p:sp>
      <p:sp>
        <p:nvSpPr>
          <p:cNvPr id="1953" name="Google Shape;1953;p169"/>
          <p:cNvSpPr txBox="1"/>
          <p:nvPr/>
        </p:nvSpPr>
        <p:spPr>
          <a:xfrm>
            <a:off x="3003025" y="4114825"/>
            <a:ext cx="40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DT</a:t>
            </a:r>
            <a:endParaRPr sz="1000">
              <a:solidFill>
                <a:srgbClr val="5B5B5B"/>
              </a:solidFill>
            </a:endParaRPr>
          </a:p>
        </p:txBody>
      </p:sp>
      <p:sp>
        <p:nvSpPr>
          <p:cNvPr id="1954" name="Google Shape;1954;p169"/>
          <p:cNvSpPr/>
          <p:nvPr/>
        </p:nvSpPr>
        <p:spPr>
          <a:xfrm>
            <a:off x="3321725" y="3647371"/>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L1</a:t>
            </a:r>
            <a:endParaRPr sz="800"/>
          </a:p>
        </p:txBody>
      </p:sp>
      <p:sp>
        <p:nvSpPr>
          <p:cNvPr id="1955" name="Google Shape;1955;p169"/>
          <p:cNvSpPr/>
          <p:nvPr/>
        </p:nvSpPr>
        <p:spPr>
          <a:xfrm>
            <a:off x="4138275" y="3647371"/>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L2</a:t>
            </a:r>
            <a:endParaRPr sz="800"/>
          </a:p>
        </p:txBody>
      </p:sp>
      <p:sp>
        <p:nvSpPr>
          <p:cNvPr id="1956" name="Google Shape;1956;p169"/>
          <p:cNvSpPr txBox="1"/>
          <p:nvPr/>
        </p:nvSpPr>
        <p:spPr>
          <a:xfrm>
            <a:off x="3773225" y="3579875"/>
            <a:ext cx="40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DT</a:t>
            </a:r>
            <a:endParaRPr sz="1000">
              <a:solidFill>
                <a:srgbClr val="5B5B5B"/>
              </a:solidFill>
            </a:endParaRPr>
          </a:p>
        </p:txBody>
      </p:sp>
      <p:cxnSp>
        <p:nvCxnSpPr>
          <p:cNvPr id="1957" name="Google Shape;1957;p169"/>
          <p:cNvCxnSpPr/>
          <p:nvPr/>
        </p:nvCxnSpPr>
        <p:spPr>
          <a:xfrm>
            <a:off x="221325" y="2801852"/>
            <a:ext cx="8357100" cy="0"/>
          </a:xfrm>
          <a:prstGeom prst="straightConnector1">
            <a:avLst/>
          </a:prstGeom>
          <a:noFill/>
          <a:ln cap="flat" cmpd="sng" w="9525">
            <a:solidFill>
              <a:schemeClr val="dk2"/>
            </a:solidFill>
            <a:prstDash val="solid"/>
            <a:round/>
            <a:headEnd len="med" w="med" type="none"/>
            <a:tailEnd len="med" w="med" type="none"/>
          </a:ln>
        </p:spPr>
      </p:cxnSp>
      <p:sp>
        <p:nvSpPr>
          <p:cNvPr id="1958" name="Google Shape;1958;p169"/>
          <p:cNvSpPr txBox="1"/>
          <p:nvPr/>
        </p:nvSpPr>
        <p:spPr>
          <a:xfrm>
            <a:off x="221325" y="2836338"/>
            <a:ext cx="326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B5B5B"/>
                </a:solidFill>
              </a:rPr>
              <a:t>Materialize in Snowflake</a:t>
            </a:r>
            <a:endParaRPr>
              <a:solidFill>
                <a:srgbClr val="5B5B5B"/>
              </a:solidFill>
            </a:endParaRPr>
          </a:p>
        </p:txBody>
      </p:sp>
      <p:sp>
        <p:nvSpPr>
          <p:cNvPr id="1959" name="Google Shape;1959;p169"/>
          <p:cNvSpPr txBox="1"/>
          <p:nvPr/>
        </p:nvSpPr>
        <p:spPr>
          <a:xfrm>
            <a:off x="5551825" y="3214450"/>
            <a:ext cx="33843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B5B5B"/>
                </a:solidFill>
              </a:rPr>
              <a:t>In calculator:</a:t>
            </a:r>
            <a:endParaRPr>
              <a:solidFill>
                <a:srgbClr val="5B5B5B"/>
              </a:solidFill>
            </a:endParaRPr>
          </a:p>
          <a:p>
            <a:pPr indent="0" lvl="0" marL="0" rtl="0" algn="l">
              <a:spcBef>
                <a:spcPts val="0"/>
              </a:spcBef>
              <a:spcAft>
                <a:spcPts val="0"/>
              </a:spcAft>
              <a:buNone/>
            </a:pPr>
            <a:r>
              <a:rPr lang="en">
                <a:solidFill>
                  <a:srgbClr val="5B5B5B"/>
                </a:solidFill>
              </a:rPr>
              <a:t>0 concurrency - no gold layer to calculate </a:t>
            </a:r>
            <a:endParaRPr>
              <a:solidFill>
                <a:srgbClr val="5B5B5B"/>
              </a:solidFill>
            </a:endParaRPr>
          </a:p>
          <a:p>
            <a:pPr indent="0" lvl="0" marL="0" rtl="0" algn="l">
              <a:spcBef>
                <a:spcPts val="0"/>
              </a:spcBef>
              <a:spcAft>
                <a:spcPts val="0"/>
              </a:spcAft>
              <a:buNone/>
            </a:pPr>
            <a:r>
              <a:rPr lang="en">
                <a:solidFill>
                  <a:srgbClr val="5B5B5B"/>
                </a:solidFill>
              </a:rPr>
              <a:t>Double the DTs</a:t>
            </a:r>
            <a:endParaRPr>
              <a:solidFill>
                <a:srgbClr val="5B5B5B"/>
              </a:solidFill>
            </a:endParaRPr>
          </a:p>
          <a:p>
            <a:pPr indent="0" lvl="0" marL="0" rtl="0" algn="l">
              <a:spcBef>
                <a:spcPts val="0"/>
              </a:spcBef>
              <a:spcAft>
                <a:spcPts val="0"/>
              </a:spcAft>
              <a:buNone/>
            </a:pPr>
            <a:r>
              <a:rPr lang="en">
                <a:solidFill>
                  <a:srgbClr val="5B5B5B"/>
                </a:solidFill>
              </a:rPr>
              <a:t>0 AI (20K/month)</a:t>
            </a:r>
            <a:endParaRPr>
              <a:solidFill>
                <a:srgbClr val="5B5B5B"/>
              </a:solidFill>
            </a:endParaRPr>
          </a:p>
          <a:p>
            <a:pPr indent="0" lvl="0" marL="0" rtl="0" algn="l">
              <a:spcBef>
                <a:spcPts val="0"/>
              </a:spcBef>
              <a:spcAft>
                <a:spcPts val="0"/>
              </a:spcAft>
              <a:buNone/>
            </a:pPr>
            <a:r>
              <a:rPr lang="en">
                <a:solidFill>
                  <a:srgbClr val="5B5B5B"/>
                </a:solidFill>
              </a:rPr>
              <a:t>Reporting not included (add 15-20K)</a:t>
            </a:r>
            <a:endParaRPr>
              <a:solidFill>
                <a:srgbClr val="5B5B5B"/>
              </a:solidFill>
            </a:endParaRPr>
          </a:p>
          <a:p>
            <a:pPr indent="0" lvl="0" marL="0" rtl="0" algn="l">
              <a:spcBef>
                <a:spcPts val="0"/>
              </a:spcBef>
              <a:spcAft>
                <a:spcPts val="0"/>
              </a:spcAft>
              <a:buNone/>
            </a:pPr>
            <a:r>
              <a:t/>
            </a:r>
            <a:endParaRPr>
              <a:solidFill>
                <a:srgbClr val="5B5B5B"/>
              </a:solidFill>
            </a:endParaRPr>
          </a:p>
          <a:p>
            <a:pPr indent="0" lvl="0" marL="0" rtl="0" algn="l">
              <a:spcBef>
                <a:spcPts val="0"/>
              </a:spcBef>
              <a:spcAft>
                <a:spcPts val="0"/>
              </a:spcAft>
              <a:buNone/>
            </a:pPr>
            <a:r>
              <a:rPr lang="en">
                <a:solidFill>
                  <a:srgbClr val="5B5B5B"/>
                </a:solidFill>
              </a:rPr>
              <a:t>(BDC costs +20K+20K)*12= 624K</a:t>
            </a:r>
            <a:endParaRPr>
              <a:solidFill>
                <a:srgbClr val="5B5B5B"/>
              </a:solidFill>
            </a:endParaRPr>
          </a:p>
        </p:txBody>
      </p:sp>
      <p:sp>
        <p:nvSpPr>
          <p:cNvPr id="1960" name="Google Shape;1960;p169"/>
          <p:cNvSpPr txBox="1"/>
          <p:nvPr/>
        </p:nvSpPr>
        <p:spPr>
          <a:xfrm>
            <a:off x="363100" y="152025"/>
            <a:ext cx="309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B5B5B"/>
                </a:solidFill>
              </a:rPr>
              <a:t>Only SAP Data and/or non-SAP</a:t>
            </a:r>
            <a:endParaRPr>
              <a:solidFill>
                <a:srgbClr val="5B5B5B"/>
              </a:solidFill>
            </a:endParaRPr>
          </a:p>
        </p:txBody>
      </p:sp>
      <p:sp>
        <p:nvSpPr>
          <p:cNvPr id="1961" name="Google Shape;1961;p169"/>
          <p:cNvSpPr/>
          <p:nvPr/>
        </p:nvSpPr>
        <p:spPr>
          <a:xfrm>
            <a:off x="2646599" y="3905926"/>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L0</a:t>
            </a:r>
            <a:endParaRPr sz="800"/>
          </a:p>
        </p:txBody>
      </p:sp>
      <p:sp>
        <p:nvSpPr>
          <p:cNvPr id="1962" name="Google Shape;1962;p169"/>
          <p:cNvSpPr/>
          <p:nvPr/>
        </p:nvSpPr>
        <p:spPr>
          <a:xfrm>
            <a:off x="2644597" y="4174127"/>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L0</a:t>
            </a:r>
            <a:endParaRPr sz="800"/>
          </a:p>
        </p:txBody>
      </p:sp>
      <p:sp>
        <p:nvSpPr>
          <p:cNvPr id="1963" name="Google Shape;1963;p169"/>
          <p:cNvSpPr/>
          <p:nvPr/>
        </p:nvSpPr>
        <p:spPr>
          <a:xfrm>
            <a:off x="3319723" y="3915572"/>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L1</a:t>
            </a:r>
            <a:endParaRPr sz="800"/>
          </a:p>
        </p:txBody>
      </p:sp>
      <p:sp>
        <p:nvSpPr>
          <p:cNvPr id="1964" name="Google Shape;1964;p169"/>
          <p:cNvSpPr/>
          <p:nvPr/>
        </p:nvSpPr>
        <p:spPr>
          <a:xfrm>
            <a:off x="3337022" y="4174123"/>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L1</a:t>
            </a:r>
            <a:endParaRPr sz="800"/>
          </a:p>
        </p:txBody>
      </p:sp>
      <p:sp>
        <p:nvSpPr>
          <p:cNvPr id="1965" name="Google Shape;1965;p169"/>
          <p:cNvSpPr txBox="1"/>
          <p:nvPr/>
        </p:nvSpPr>
        <p:spPr>
          <a:xfrm>
            <a:off x="3790524" y="3857726"/>
            <a:ext cx="40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DT</a:t>
            </a:r>
            <a:endParaRPr sz="1000">
              <a:solidFill>
                <a:srgbClr val="5B5B5B"/>
              </a:solidFill>
            </a:endParaRPr>
          </a:p>
        </p:txBody>
      </p:sp>
      <p:sp>
        <p:nvSpPr>
          <p:cNvPr id="1966" name="Google Shape;1966;p169"/>
          <p:cNvSpPr txBox="1"/>
          <p:nvPr/>
        </p:nvSpPr>
        <p:spPr>
          <a:xfrm>
            <a:off x="3788522" y="4125927"/>
            <a:ext cx="40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DT</a:t>
            </a:r>
            <a:endParaRPr sz="1000">
              <a:solidFill>
                <a:srgbClr val="5B5B5B"/>
              </a:solidFill>
            </a:endParaRPr>
          </a:p>
        </p:txBody>
      </p:sp>
      <p:sp>
        <p:nvSpPr>
          <p:cNvPr id="1967" name="Google Shape;1967;p169"/>
          <p:cNvSpPr/>
          <p:nvPr/>
        </p:nvSpPr>
        <p:spPr>
          <a:xfrm>
            <a:off x="363100" y="751473"/>
            <a:ext cx="1891500" cy="138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BDC zero copy</a:t>
            </a:r>
            <a:endParaRPr/>
          </a:p>
          <a:p>
            <a:pPr indent="0" lvl="0" marL="0" rtl="0" algn="ctr">
              <a:spcBef>
                <a:spcPts val="0"/>
              </a:spcBef>
              <a:spcAft>
                <a:spcPts val="0"/>
              </a:spcAft>
              <a:buNone/>
            </a:pPr>
            <a:r>
              <a:rPr lang="en"/>
              <a:t>(</a:t>
            </a:r>
            <a:r>
              <a:rPr lang="en">
                <a:solidFill>
                  <a:srgbClr val="5B5B5B"/>
                </a:solidFill>
              </a:rPr>
              <a:t>xK/tier/month)</a:t>
            </a:r>
            <a:endParaRPr/>
          </a:p>
        </p:txBody>
      </p:sp>
      <p:sp>
        <p:nvSpPr>
          <p:cNvPr id="1968" name="Google Shape;1968;p169"/>
          <p:cNvSpPr/>
          <p:nvPr/>
        </p:nvSpPr>
        <p:spPr>
          <a:xfrm>
            <a:off x="2463125" y="751498"/>
            <a:ext cx="2583000" cy="1380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Snowflake</a:t>
            </a:r>
            <a:endParaRPr/>
          </a:p>
        </p:txBody>
      </p:sp>
      <p:sp>
        <p:nvSpPr>
          <p:cNvPr id="1969" name="Google Shape;1969;p169"/>
          <p:cNvSpPr/>
          <p:nvPr/>
        </p:nvSpPr>
        <p:spPr>
          <a:xfrm>
            <a:off x="1239400" y="1557098"/>
            <a:ext cx="292200" cy="2922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0" name="Google Shape;1970;p169"/>
          <p:cNvSpPr/>
          <p:nvPr/>
        </p:nvSpPr>
        <p:spPr>
          <a:xfrm>
            <a:off x="2629300" y="1158723"/>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L0</a:t>
            </a:r>
            <a:endParaRPr sz="800"/>
          </a:p>
        </p:txBody>
      </p:sp>
      <p:sp>
        <p:nvSpPr>
          <p:cNvPr id="1971" name="Google Shape;1971;p169"/>
          <p:cNvSpPr/>
          <p:nvPr/>
        </p:nvSpPr>
        <p:spPr>
          <a:xfrm>
            <a:off x="3321725" y="1158725"/>
            <a:ext cx="6774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L1 View</a:t>
            </a:r>
            <a:endParaRPr sz="800"/>
          </a:p>
        </p:txBody>
      </p:sp>
      <p:sp>
        <p:nvSpPr>
          <p:cNvPr id="1972" name="Google Shape;1972;p169"/>
          <p:cNvSpPr txBox="1"/>
          <p:nvPr/>
        </p:nvSpPr>
        <p:spPr>
          <a:xfrm>
            <a:off x="5551825" y="725798"/>
            <a:ext cx="297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5B5B5B"/>
              </a:solidFill>
            </a:endParaRPr>
          </a:p>
        </p:txBody>
      </p:sp>
      <p:sp>
        <p:nvSpPr>
          <p:cNvPr id="1973" name="Google Shape;1973;p169"/>
          <p:cNvSpPr/>
          <p:nvPr/>
        </p:nvSpPr>
        <p:spPr>
          <a:xfrm>
            <a:off x="2646599" y="1417274"/>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L0</a:t>
            </a:r>
            <a:endParaRPr sz="800"/>
          </a:p>
        </p:txBody>
      </p:sp>
      <p:sp>
        <p:nvSpPr>
          <p:cNvPr id="1974" name="Google Shape;1974;p169"/>
          <p:cNvSpPr/>
          <p:nvPr/>
        </p:nvSpPr>
        <p:spPr>
          <a:xfrm>
            <a:off x="2644597" y="1685475"/>
            <a:ext cx="4071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L0</a:t>
            </a:r>
            <a:endParaRPr sz="800"/>
          </a:p>
        </p:txBody>
      </p:sp>
      <p:sp>
        <p:nvSpPr>
          <p:cNvPr id="1975" name="Google Shape;1975;p169"/>
          <p:cNvSpPr/>
          <p:nvPr/>
        </p:nvSpPr>
        <p:spPr>
          <a:xfrm>
            <a:off x="3321725" y="1445226"/>
            <a:ext cx="6774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L1 View</a:t>
            </a:r>
            <a:endParaRPr sz="800"/>
          </a:p>
        </p:txBody>
      </p:sp>
      <p:sp>
        <p:nvSpPr>
          <p:cNvPr id="1976" name="Google Shape;1976;p169"/>
          <p:cNvSpPr/>
          <p:nvPr/>
        </p:nvSpPr>
        <p:spPr>
          <a:xfrm>
            <a:off x="3321725" y="1711425"/>
            <a:ext cx="677400" cy="20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5B5B5B"/>
                </a:solidFill>
              </a:rPr>
              <a:t>L1 View</a:t>
            </a:r>
            <a:endParaRPr sz="800"/>
          </a:p>
        </p:txBody>
      </p:sp>
      <p:sp>
        <p:nvSpPr>
          <p:cNvPr id="1977" name="Google Shape;1977;p169"/>
          <p:cNvSpPr txBox="1"/>
          <p:nvPr/>
        </p:nvSpPr>
        <p:spPr>
          <a:xfrm>
            <a:off x="5191750" y="725800"/>
            <a:ext cx="38406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B5B5B"/>
                </a:solidFill>
              </a:rPr>
              <a:t>In calculator:</a:t>
            </a:r>
            <a:endParaRPr>
              <a:solidFill>
                <a:srgbClr val="5B5B5B"/>
              </a:solidFill>
            </a:endParaRPr>
          </a:p>
          <a:p>
            <a:pPr indent="0" lvl="0" marL="0" rtl="0" algn="l">
              <a:spcBef>
                <a:spcPts val="0"/>
              </a:spcBef>
              <a:spcAft>
                <a:spcPts val="0"/>
              </a:spcAft>
              <a:buNone/>
            </a:pPr>
            <a:r>
              <a:rPr lang="en">
                <a:solidFill>
                  <a:srgbClr val="5B5B5B"/>
                </a:solidFill>
              </a:rPr>
              <a:t>1600 complex Queries, 0 Transforms, AI yes</a:t>
            </a:r>
            <a:endParaRPr>
              <a:solidFill>
                <a:srgbClr val="5B5B5B"/>
              </a:solidFill>
            </a:endParaRPr>
          </a:p>
          <a:p>
            <a:pPr indent="0" lvl="0" marL="0" rtl="0" algn="l">
              <a:spcBef>
                <a:spcPts val="0"/>
              </a:spcBef>
              <a:spcAft>
                <a:spcPts val="0"/>
              </a:spcAft>
              <a:buNone/>
            </a:pPr>
            <a:r>
              <a:rPr lang="en">
                <a:solidFill>
                  <a:srgbClr val="5B5B5B"/>
                </a:solidFill>
              </a:rPr>
              <a:t>Value: Easier access to PBI, AI</a:t>
            </a:r>
            <a:endParaRPr>
              <a:solidFill>
                <a:srgbClr val="5B5B5B"/>
              </a:solidFill>
            </a:endParaRPr>
          </a:p>
          <a:p>
            <a:pPr indent="0" lvl="0" marL="0" rtl="0" algn="l">
              <a:spcBef>
                <a:spcPts val="0"/>
              </a:spcBef>
              <a:spcAft>
                <a:spcPts val="0"/>
              </a:spcAft>
              <a:buNone/>
            </a:pPr>
            <a:r>
              <a:rPr lang="en">
                <a:solidFill>
                  <a:srgbClr val="5B5B5B"/>
                </a:solidFill>
              </a:rPr>
              <a:t>Cheaper than persisting.</a:t>
            </a:r>
            <a:endParaRPr>
              <a:solidFill>
                <a:srgbClr val="5B5B5B"/>
              </a:solidFill>
            </a:endParaRPr>
          </a:p>
          <a:p>
            <a:pPr indent="0" lvl="0" marL="0" rtl="0" algn="l">
              <a:spcBef>
                <a:spcPts val="0"/>
              </a:spcBef>
              <a:spcAft>
                <a:spcPts val="0"/>
              </a:spcAft>
              <a:buNone/>
            </a:pPr>
            <a:r>
              <a:rPr lang="en">
                <a:solidFill>
                  <a:srgbClr val="5B5B5B"/>
                </a:solidFill>
              </a:rPr>
              <a:t>Double rows, make all complex (20K-40K/month)</a:t>
            </a:r>
            <a:endParaRPr>
              <a:solidFill>
                <a:srgbClr val="5B5B5B"/>
              </a:solidFill>
            </a:endParaRPr>
          </a:p>
          <a:p>
            <a:pPr indent="0" lvl="0" marL="0" rtl="0" algn="l">
              <a:spcBef>
                <a:spcPts val="0"/>
              </a:spcBef>
              <a:spcAft>
                <a:spcPts val="0"/>
              </a:spcAft>
              <a:buNone/>
            </a:pPr>
            <a:r>
              <a:rPr lang="en">
                <a:solidFill>
                  <a:srgbClr val="5B5B5B"/>
                </a:solidFill>
              </a:rPr>
              <a:t>Reporting included</a:t>
            </a:r>
            <a:endParaRPr>
              <a:solidFill>
                <a:srgbClr val="5B5B5B"/>
              </a:solidFill>
            </a:endParaRPr>
          </a:p>
          <a:p>
            <a:pPr indent="0" lvl="0" marL="0" rtl="0" algn="l">
              <a:spcBef>
                <a:spcPts val="0"/>
              </a:spcBef>
              <a:spcAft>
                <a:spcPts val="0"/>
              </a:spcAft>
              <a:buNone/>
            </a:pPr>
            <a:r>
              <a:rPr lang="en">
                <a:solidFill>
                  <a:srgbClr val="5B5B5B"/>
                </a:solidFill>
              </a:rPr>
              <a:t>(BDC run costs +20K)*12= 384K to 624K</a:t>
            </a:r>
            <a:endParaRPr>
              <a:solidFill>
                <a:srgbClr val="5B5B5B"/>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170"/>
          <p:cNvSpPr txBox="1"/>
          <p:nvPr/>
        </p:nvSpPr>
        <p:spPr>
          <a:xfrm>
            <a:off x="221325" y="224550"/>
            <a:ext cx="30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5B5B5B"/>
                </a:solidFill>
              </a:rPr>
              <a:t>Only SAP Data and Non-SAP Data</a:t>
            </a:r>
            <a:endParaRPr>
              <a:solidFill>
                <a:srgbClr val="5B5B5B"/>
              </a:solidFill>
            </a:endParaRPr>
          </a:p>
        </p:txBody>
      </p:sp>
      <p:sp>
        <p:nvSpPr>
          <p:cNvPr id="1983" name="Google Shape;1983;p170"/>
          <p:cNvSpPr/>
          <p:nvPr/>
        </p:nvSpPr>
        <p:spPr>
          <a:xfrm>
            <a:off x="363100" y="751475"/>
            <a:ext cx="1891500" cy="2490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BDC ETL</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t>
            </a:r>
            <a:r>
              <a:rPr lang="en">
                <a:solidFill>
                  <a:srgbClr val="5B5B5B"/>
                </a:solidFill>
              </a:rPr>
              <a:t>6K/tier/month) can be smaller because don’t need object store</a:t>
            </a:r>
            <a:endParaRPr/>
          </a:p>
        </p:txBody>
      </p:sp>
      <p:sp>
        <p:nvSpPr>
          <p:cNvPr id="1984" name="Google Shape;1984;p170"/>
          <p:cNvSpPr/>
          <p:nvPr/>
        </p:nvSpPr>
        <p:spPr>
          <a:xfrm>
            <a:off x="5283950" y="695800"/>
            <a:ext cx="2583000" cy="259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Snowflake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BDC run costs + 8.5K+.5K+Snowflake (CDC, Merge, Updates transform) = 21K+</a:t>
            </a:r>
            <a:endParaRPr/>
          </a:p>
        </p:txBody>
      </p:sp>
      <p:sp>
        <p:nvSpPr>
          <p:cNvPr id="1985" name="Google Shape;1985;p170"/>
          <p:cNvSpPr/>
          <p:nvPr/>
        </p:nvSpPr>
        <p:spPr>
          <a:xfrm>
            <a:off x="1162750" y="2801948"/>
            <a:ext cx="292200" cy="2922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6" name="Google Shape;1986;p170"/>
          <p:cNvSpPr/>
          <p:nvPr/>
        </p:nvSpPr>
        <p:spPr>
          <a:xfrm>
            <a:off x="3269025" y="2050775"/>
            <a:ext cx="1835700" cy="123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Replication Flow</a:t>
            </a:r>
            <a:endParaRPr/>
          </a:p>
          <a:p>
            <a:pPr indent="0" lvl="0" marL="0" rtl="0" algn="ctr">
              <a:spcBef>
                <a:spcPts val="0"/>
              </a:spcBef>
              <a:spcAft>
                <a:spcPts val="0"/>
              </a:spcAft>
              <a:buNone/>
            </a:pPr>
            <a:r>
              <a:rPr lang="en"/>
              <a:t>(streaming)--50% of copy into, but cost of streaming app</a:t>
            </a:r>
            <a:endParaRPr/>
          </a:p>
        </p:txBody>
      </p:sp>
      <p:sp>
        <p:nvSpPr>
          <p:cNvPr id="1987" name="Google Shape;1987;p170"/>
          <p:cNvSpPr/>
          <p:nvPr/>
        </p:nvSpPr>
        <p:spPr>
          <a:xfrm>
            <a:off x="3336575" y="751475"/>
            <a:ext cx="1835700" cy="1239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Replication Flow</a:t>
            </a:r>
            <a:endParaRPr/>
          </a:p>
          <a:p>
            <a:pPr indent="0" lvl="0" marL="0" rtl="0" algn="ctr">
              <a:spcBef>
                <a:spcPts val="0"/>
              </a:spcBef>
              <a:spcAft>
                <a:spcPts val="0"/>
              </a:spcAft>
              <a:buNone/>
            </a:pPr>
            <a:r>
              <a:rPr lang="en"/>
              <a:t>(bulk)</a:t>
            </a:r>
            <a:endParaRPr/>
          </a:p>
        </p:txBody>
      </p:sp>
      <p:sp>
        <p:nvSpPr>
          <p:cNvPr id="1988" name="Google Shape;1988;p170"/>
          <p:cNvSpPr/>
          <p:nvPr/>
        </p:nvSpPr>
        <p:spPr>
          <a:xfrm>
            <a:off x="2311600" y="751475"/>
            <a:ext cx="957300" cy="253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000"/>
              <a:t>Premium outbound 1 block / 20 GB/d = 500 CU/day</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400 GB/Month= 8500 CU</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 sz="1000"/>
              <a:t>+Data Integration (720 hours = 500 CU)</a:t>
            </a:r>
            <a:endParaRPr sz="1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2" name="Shape 1992"/>
        <p:cNvGrpSpPr/>
        <p:nvPr/>
      </p:nvGrpSpPr>
      <p:grpSpPr>
        <a:xfrm>
          <a:off x="0" y="0"/>
          <a:ext cx="0" cy="0"/>
          <a:chOff x="0" y="0"/>
          <a:chExt cx="0" cy="0"/>
        </a:xfrm>
      </p:grpSpPr>
      <p:sp>
        <p:nvSpPr>
          <p:cNvPr id="1993" name="Google Shape;1993;p171"/>
          <p:cNvSpPr/>
          <p:nvPr/>
        </p:nvSpPr>
        <p:spPr>
          <a:xfrm>
            <a:off x="2727300" y="148305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1994" name="Google Shape;1994;p171"/>
          <p:cNvSpPr/>
          <p:nvPr/>
        </p:nvSpPr>
        <p:spPr>
          <a:xfrm>
            <a:off x="4855325" y="178785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 DP</a:t>
            </a:r>
            <a:endParaRPr/>
          </a:p>
          <a:p>
            <a:pPr indent="0" lvl="0" marL="0" rtl="0" algn="ctr">
              <a:spcBef>
                <a:spcPts val="0"/>
              </a:spcBef>
              <a:spcAft>
                <a:spcPts val="0"/>
              </a:spcAft>
              <a:buNone/>
            </a:pPr>
            <a:r>
              <a:rPr lang="en"/>
              <a:t>40TB</a:t>
            </a:r>
            <a:endParaRPr/>
          </a:p>
        </p:txBody>
      </p:sp>
      <p:sp>
        <p:nvSpPr>
          <p:cNvPr id="1995" name="Google Shape;1995;p171"/>
          <p:cNvSpPr/>
          <p:nvPr/>
        </p:nvSpPr>
        <p:spPr>
          <a:xfrm>
            <a:off x="2879700" y="163545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1996" name="Google Shape;1996;p171"/>
          <p:cNvSpPr/>
          <p:nvPr/>
        </p:nvSpPr>
        <p:spPr>
          <a:xfrm>
            <a:off x="3032100" y="178785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1997" name="Google Shape;1997;p171"/>
          <p:cNvSpPr/>
          <p:nvPr/>
        </p:nvSpPr>
        <p:spPr>
          <a:xfrm>
            <a:off x="3184500" y="194025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1998" name="Google Shape;1998;p171"/>
          <p:cNvSpPr/>
          <p:nvPr/>
        </p:nvSpPr>
        <p:spPr>
          <a:xfrm>
            <a:off x="3336900" y="209265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entity</a:t>
            </a:r>
            <a:endParaRPr/>
          </a:p>
        </p:txBody>
      </p:sp>
      <p:sp>
        <p:nvSpPr>
          <p:cNvPr id="1999" name="Google Shape;1999;p171"/>
          <p:cNvSpPr/>
          <p:nvPr/>
        </p:nvSpPr>
        <p:spPr>
          <a:xfrm>
            <a:off x="6373750" y="1389750"/>
            <a:ext cx="19200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 - Database</a:t>
            </a:r>
            <a:endParaRPr/>
          </a:p>
          <a:p>
            <a:pPr indent="0" lvl="0" marL="0" rtl="0" algn="ctr">
              <a:spcBef>
                <a:spcPts val="0"/>
              </a:spcBef>
              <a:spcAft>
                <a:spcPts val="0"/>
              </a:spcAft>
              <a:buNone/>
            </a:pPr>
            <a:r>
              <a:rPr lang="en"/>
              <a:t>5TB</a:t>
            </a:r>
            <a:endParaRPr/>
          </a:p>
        </p:txBody>
      </p:sp>
      <p:sp>
        <p:nvSpPr>
          <p:cNvPr id="2000" name="Google Shape;2000;p171"/>
          <p:cNvSpPr/>
          <p:nvPr/>
        </p:nvSpPr>
        <p:spPr>
          <a:xfrm>
            <a:off x="7042100" y="2326425"/>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Schema</a:t>
            </a:r>
            <a:endParaRPr/>
          </a:p>
        </p:txBody>
      </p:sp>
      <p:sp>
        <p:nvSpPr>
          <p:cNvPr id="2001" name="Google Shape;2001;p171"/>
          <p:cNvSpPr/>
          <p:nvPr/>
        </p:nvSpPr>
        <p:spPr>
          <a:xfrm>
            <a:off x="7541425" y="2917825"/>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tables</a:t>
            </a:r>
            <a:endParaRPr/>
          </a:p>
        </p:txBody>
      </p:sp>
      <p:sp>
        <p:nvSpPr>
          <p:cNvPr id="2002" name="Google Shape;2002;p171"/>
          <p:cNvSpPr/>
          <p:nvPr/>
        </p:nvSpPr>
        <p:spPr>
          <a:xfrm>
            <a:off x="7693825" y="3070225"/>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tables</a:t>
            </a:r>
            <a:endParaRPr/>
          </a:p>
        </p:txBody>
      </p:sp>
      <p:sp>
        <p:nvSpPr>
          <p:cNvPr id="2003" name="Google Shape;2003;p171"/>
          <p:cNvSpPr/>
          <p:nvPr/>
        </p:nvSpPr>
        <p:spPr>
          <a:xfrm>
            <a:off x="7846225" y="3222625"/>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tables</a:t>
            </a:r>
            <a:endParaRPr/>
          </a:p>
        </p:txBody>
      </p:sp>
      <p:sp>
        <p:nvSpPr>
          <p:cNvPr id="2004" name="Google Shape;2004;p171"/>
          <p:cNvSpPr/>
          <p:nvPr/>
        </p:nvSpPr>
        <p:spPr>
          <a:xfrm>
            <a:off x="6284950" y="4017625"/>
            <a:ext cx="1191000" cy="1044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Ingestion,</a:t>
            </a:r>
            <a:endParaRPr sz="1000"/>
          </a:p>
          <a:p>
            <a:pPr indent="0" lvl="0" marL="0" rtl="0" algn="l">
              <a:spcBef>
                <a:spcPts val="0"/>
              </a:spcBef>
              <a:spcAft>
                <a:spcPts val="0"/>
              </a:spcAft>
              <a:buNone/>
            </a:pPr>
            <a:r>
              <a:rPr lang="en" sz="1000"/>
              <a:t>Transformation,</a:t>
            </a:r>
            <a:endParaRPr sz="1000"/>
          </a:p>
          <a:p>
            <a:pPr indent="0" lvl="0" marL="0" rtl="0" algn="l">
              <a:spcBef>
                <a:spcPts val="0"/>
              </a:spcBef>
              <a:spcAft>
                <a:spcPts val="0"/>
              </a:spcAft>
              <a:buNone/>
            </a:pPr>
            <a:r>
              <a:rPr lang="en" sz="1000"/>
              <a:t>Reporting 400 - </a:t>
            </a:r>
            <a:endParaRPr sz="1000"/>
          </a:p>
          <a:p>
            <a:pPr indent="0" lvl="0" marL="0" rtl="0" algn="l">
              <a:spcBef>
                <a:spcPts val="0"/>
              </a:spcBef>
              <a:spcAft>
                <a:spcPts val="0"/>
              </a:spcAft>
              <a:buNone/>
            </a:pPr>
            <a:r>
              <a:rPr lang="en" sz="1000"/>
              <a:t>AI </a:t>
            </a:r>
            <a:endParaRPr sz="1000"/>
          </a:p>
        </p:txBody>
      </p:sp>
      <p:sp>
        <p:nvSpPr>
          <p:cNvPr id="2005" name="Google Shape;2005;p171"/>
          <p:cNvSpPr/>
          <p:nvPr/>
        </p:nvSpPr>
        <p:spPr>
          <a:xfrm>
            <a:off x="4855325" y="3375025"/>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 DP</a:t>
            </a:r>
            <a:endParaRPr/>
          </a:p>
        </p:txBody>
      </p:sp>
      <p:sp>
        <p:nvSpPr>
          <p:cNvPr id="2006" name="Google Shape;2006;p171"/>
          <p:cNvSpPr/>
          <p:nvPr/>
        </p:nvSpPr>
        <p:spPr>
          <a:xfrm>
            <a:off x="2879700" y="32817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2007" name="Google Shape;2007;p171"/>
          <p:cNvSpPr/>
          <p:nvPr/>
        </p:nvSpPr>
        <p:spPr>
          <a:xfrm>
            <a:off x="3032100" y="34341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2008" name="Google Shape;2008;p171"/>
          <p:cNvSpPr/>
          <p:nvPr/>
        </p:nvSpPr>
        <p:spPr>
          <a:xfrm>
            <a:off x="3184500" y="35865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2009" name="Google Shape;2009;p171"/>
          <p:cNvSpPr/>
          <p:nvPr/>
        </p:nvSpPr>
        <p:spPr>
          <a:xfrm>
            <a:off x="3336900" y="37389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2010" name="Google Shape;2010;p171"/>
          <p:cNvSpPr/>
          <p:nvPr/>
        </p:nvSpPr>
        <p:spPr>
          <a:xfrm>
            <a:off x="3489300" y="38913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Cds S/4</a:t>
            </a:r>
            <a:endParaRPr/>
          </a:p>
        </p:txBody>
      </p:sp>
      <p:sp>
        <p:nvSpPr>
          <p:cNvPr id="2011" name="Google Shape;2011;p171"/>
          <p:cNvSpPr/>
          <p:nvPr/>
        </p:nvSpPr>
        <p:spPr>
          <a:xfrm>
            <a:off x="599275" y="10468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sp>
        <p:nvSpPr>
          <p:cNvPr id="2012" name="Google Shape;2012;p171"/>
          <p:cNvSpPr/>
          <p:nvPr/>
        </p:nvSpPr>
        <p:spPr>
          <a:xfrm>
            <a:off x="751675" y="11992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sp>
        <p:nvSpPr>
          <p:cNvPr id="2013" name="Google Shape;2013;p171"/>
          <p:cNvSpPr/>
          <p:nvPr/>
        </p:nvSpPr>
        <p:spPr>
          <a:xfrm>
            <a:off x="904075" y="13516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sp>
        <p:nvSpPr>
          <p:cNvPr id="2014" name="Google Shape;2014;p171"/>
          <p:cNvSpPr/>
          <p:nvPr/>
        </p:nvSpPr>
        <p:spPr>
          <a:xfrm>
            <a:off x="1056475" y="15040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sp>
        <p:nvSpPr>
          <p:cNvPr id="2015" name="Google Shape;2015;p171"/>
          <p:cNvSpPr/>
          <p:nvPr/>
        </p:nvSpPr>
        <p:spPr>
          <a:xfrm>
            <a:off x="446875" y="23343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sp>
        <p:nvSpPr>
          <p:cNvPr id="2016" name="Google Shape;2016;p171"/>
          <p:cNvSpPr/>
          <p:nvPr/>
        </p:nvSpPr>
        <p:spPr>
          <a:xfrm>
            <a:off x="599275" y="24867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sp>
        <p:nvSpPr>
          <p:cNvPr id="2017" name="Google Shape;2017;p171"/>
          <p:cNvSpPr/>
          <p:nvPr/>
        </p:nvSpPr>
        <p:spPr>
          <a:xfrm>
            <a:off x="751675" y="26391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sp>
        <p:nvSpPr>
          <p:cNvPr id="2018" name="Google Shape;2018;p171"/>
          <p:cNvSpPr/>
          <p:nvPr/>
        </p:nvSpPr>
        <p:spPr>
          <a:xfrm>
            <a:off x="904075" y="2791500"/>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cxnSp>
        <p:nvCxnSpPr>
          <p:cNvPr id="2019" name="Google Shape;2019;p171"/>
          <p:cNvCxnSpPr>
            <a:stCxn id="2018" idx="3"/>
            <a:endCxn id="1995" idx="1"/>
          </p:cNvCxnSpPr>
          <p:nvPr/>
        </p:nvCxnSpPr>
        <p:spPr>
          <a:xfrm flipH="1" rot="10800000">
            <a:off x="1828975" y="2032800"/>
            <a:ext cx="1050600" cy="1156200"/>
          </a:xfrm>
          <a:prstGeom prst="straightConnector1">
            <a:avLst/>
          </a:prstGeom>
          <a:noFill/>
          <a:ln cap="flat" cmpd="sng" w="9525">
            <a:solidFill>
              <a:schemeClr val="dk2"/>
            </a:solidFill>
            <a:prstDash val="solid"/>
            <a:round/>
            <a:headEnd len="med" w="med" type="none"/>
            <a:tailEnd len="med" w="med" type="triangle"/>
          </a:ln>
        </p:spPr>
      </p:cxnSp>
      <p:cxnSp>
        <p:nvCxnSpPr>
          <p:cNvPr id="2020" name="Google Shape;2020;p171"/>
          <p:cNvCxnSpPr>
            <a:stCxn id="2014" idx="3"/>
            <a:endCxn id="1993" idx="1"/>
          </p:cNvCxnSpPr>
          <p:nvPr/>
        </p:nvCxnSpPr>
        <p:spPr>
          <a:xfrm flipH="1" rot="10800000">
            <a:off x="1981375" y="1880500"/>
            <a:ext cx="745800" cy="21000"/>
          </a:xfrm>
          <a:prstGeom prst="straightConnector1">
            <a:avLst/>
          </a:prstGeom>
          <a:noFill/>
          <a:ln cap="flat" cmpd="sng" w="9525">
            <a:solidFill>
              <a:schemeClr val="dk2"/>
            </a:solidFill>
            <a:prstDash val="solid"/>
            <a:round/>
            <a:headEnd len="med" w="med" type="none"/>
            <a:tailEnd len="med" w="med" type="triangle"/>
          </a:ln>
        </p:spPr>
      </p:cxnSp>
      <p:cxnSp>
        <p:nvCxnSpPr>
          <p:cNvPr id="2021" name="Google Shape;2021;p171"/>
          <p:cNvCxnSpPr>
            <a:endCxn id="1995" idx="1"/>
          </p:cNvCxnSpPr>
          <p:nvPr/>
        </p:nvCxnSpPr>
        <p:spPr>
          <a:xfrm flipH="1" rot="10800000">
            <a:off x="1688700" y="2032950"/>
            <a:ext cx="1191000" cy="640200"/>
          </a:xfrm>
          <a:prstGeom prst="straightConnector1">
            <a:avLst/>
          </a:prstGeom>
          <a:noFill/>
          <a:ln cap="flat" cmpd="sng" w="9525">
            <a:solidFill>
              <a:schemeClr val="dk2"/>
            </a:solidFill>
            <a:prstDash val="solid"/>
            <a:round/>
            <a:headEnd len="med" w="med" type="none"/>
            <a:tailEnd len="med" w="med" type="triangle"/>
          </a:ln>
        </p:spPr>
      </p:cxnSp>
      <p:cxnSp>
        <p:nvCxnSpPr>
          <p:cNvPr id="2022" name="Google Shape;2022;p171"/>
          <p:cNvCxnSpPr>
            <a:endCxn id="1993" idx="1"/>
          </p:cNvCxnSpPr>
          <p:nvPr/>
        </p:nvCxnSpPr>
        <p:spPr>
          <a:xfrm>
            <a:off x="1824000" y="1389750"/>
            <a:ext cx="903300" cy="490800"/>
          </a:xfrm>
          <a:prstGeom prst="straightConnector1">
            <a:avLst/>
          </a:prstGeom>
          <a:noFill/>
          <a:ln cap="flat" cmpd="sng" w="9525">
            <a:solidFill>
              <a:schemeClr val="dk2"/>
            </a:solidFill>
            <a:prstDash val="solid"/>
            <a:round/>
            <a:headEnd len="med" w="med" type="none"/>
            <a:tailEnd len="med" w="med" type="triangle"/>
          </a:ln>
        </p:spPr>
      </p:cxnSp>
      <p:cxnSp>
        <p:nvCxnSpPr>
          <p:cNvPr id="2023" name="Google Shape;2023;p171"/>
          <p:cNvCxnSpPr>
            <a:stCxn id="1998" idx="3"/>
            <a:endCxn id="1994" idx="1"/>
          </p:cNvCxnSpPr>
          <p:nvPr/>
        </p:nvCxnSpPr>
        <p:spPr>
          <a:xfrm flipH="1" rot="10800000">
            <a:off x="4261800" y="2185350"/>
            <a:ext cx="593400" cy="304800"/>
          </a:xfrm>
          <a:prstGeom prst="straightConnector1">
            <a:avLst/>
          </a:prstGeom>
          <a:noFill/>
          <a:ln cap="flat" cmpd="sng" w="9525">
            <a:solidFill>
              <a:schemeClr val="dk2"/>
            </a:solidFill>
            <a:prstDash val="solid"/>
            <a:round/>
            <a:headEnd len="med" w="med" type="none"/>
            <a:tailEnd len="med" w="med" type="triangle"/>
          </a:ln>
        </p:spPr>
      </p:cxnSp>
      <p:cxnSp>
        <p:nvCxnSpPr>
          <p:cNvPr id="2024" name="Google Shape;2024;p171"/>
          <p:cNvCxnSpPr>
            <a:endCxn id="1994" idx="1"/>
          </p:cNvCxnSpPr>
          <p:nvPr/>
        </p:nvCxnSpPr>
        <p:spPr>
          <a:xfrm>
            <a:off x="4111025" y="1978350"/>
            <a:ext cx="744300" cy="207000"/>
          </a:xfrm>
          <a:prstGeom prst="straightConnector1">
            <a:avLst/>
          </a:prstGeom>
          <a:noFill/>
          <a:ln cap="flat" cmpd="sng" w="9525">
            <a:solidFill>
              <a:schemeClr val="dk2"/>
            </a:solidFill>
            <a:prstDash val="solid"/>
            <a:round/>
            <a:headEnd len="med" w="med" type="none"/>
            <a:tailEnd len="med" w="med" type="triangle"/>
          </a:ln>
        </p:spPr>
      </p:cxnSp>
      <p:cxnSp>
        <p:nvCxnSpPr>
          <p:cNvPr id="2025" name="Google Shape;2025;p171"/>
          <p:cNvCxnSpPr>
            <a:stCxn id="1999" idx="1"/>
            <a:endCxn id="1994" idx="3"/>
          </p:cNvCxnSpPr>
          <p:nvPr/>
        </p:nvCxnSpPr>
        <p:spPr>
          <a:xfrm flipH="1">
            <a:off x="5780350" y="1787250"/>
            <a:ext cx="593400" cy="398100"/>
          </a:xfrm>
          <a:prstGeom prst="straightConnector1">
            <a:avLst/>
          </a:prstGeom>
          <a:noFill/>
          <a:ln cap="flat" cmpd="sng" w="9525">
            <a:solidFill>
              <a:schemeClr val="dk2"/>
            </a:solidFill>
            <a:prstDash val="solid"/>
            <a:round/>
            <a:headEnd len="med" w="med" type="none"/>
            <a:tailEnd len="med" w="med" type="triangle"/>
          </a:ln>
        </p:spPr>
      </p:cxnSp>
      <p:sp>
        <p:nvSpPr>
          <p:cNvPr id="2026" name="Google Shape;2026;p171"/>
          <p:cNvSpPr/>
          <p:nvPr/>
        </p:nvSpPr>
        <p:spPr>
          <a:xfrm>
            <a:off x="904075" y="114375"/>
            <a:ext cx="9249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Table</a:t>
            </a:r>
            <a:endParaRPr/>
          </a:p>
        </p:txBody>
      </p:sp>
      <p:cxnSp>
        <p:nvCxnSpPr>
          <p:cNvPr id="2027" name="Google Shape;2027;p171"/>
          <p:cNvCxnSpPr>
            <a:stCxn id="2026" idx="3"/>
          </p:cNvCxnSpPr>
          <p:nvPr/>
        </p:nvCxnSpPr>
        <p:spPr>
          <a:xfrm>
            <a:off x="1828975" y="511875"/>
            <a:ext cx="4483200" cy="50100"/>
          </a:xfrm>
          <a:prstGeom prst="straightConnector1">
            <a:avLst/>
          </a:prstGeom>
          <a:noFill/>
          <a:ln cap="flat" cmpd="sng" w="9525">
            <a:solidFill>
              <a:schemeClr val="dk2"/>
            </a:solidFill>
            <a:prstDash val="solid"/>
            <a:round/>
            <a:headEnd len="med" w="med" type="none"/>
            <a:tailEnd len="med" w="med" type="triangle"/>
          </a:ln>
        </p:spPr>
      </p:cxnSp>
      <p:sp>
        <p:nvSpPr>
          <p:cNvPr id="2028" name="Google Shape;2028;p171"/>
          <p:cNvSpPr/>
          <p:nvPr/>
        </p:nvSpPr>
        <p:spPr>
          <a:xfrm>
            <a:off x="6312175" y="175375"/>
            <a:ext cx="1191000" cy="79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60 TB</a:t>
            </a:r>
            <a:endParaRPr/>
          </a:p>
        </p:txBody>
      </p:sp>
      <p:cxnSp>
        <p:nvCxnSpPr>
          <p:cNvPr id="2029" name="Google Shape;2029;p171"/>
          <p:cNvCxnSpPr/>
          <p:nvPr/>
        </p:nvCxnSpPr>
        <p:spPr>
          <a:xfrm flipH="1">
            <a:off x="4614050" y="446250"/>
            <a:ext cx="41400" cy="4329300"/>
          </a:xfrm>
          <a:prstGeom prst="straightConnector1">
            <a:avLst/>
          </a:prstGeom>
          <a:noFill/>
          <a:ln cap="flat" cmpd="sng" w="9525">
            <a:solidFill>
              <a:schemeClr val="dk2"/>
            </a:solidFill>
            <a:prstDash val="solid"/>
            <a:round/>
            <a:headEnd len="med" w="med" type="none"/>
            <a:tailEnd len="med" w="med" type="none"/>
          </a:ln>
        </p:spPr>
      </p:cxnSp>
      <p:sp>
        <p:nvSpPr>
          <p:cNvPr id="2030" name="Google Shape;2030;p171"/>
          <p:cNvSpPr txBox="1"/>
          <p:nvPr/>
        </p:nvSpPr>
        <p:spPr>
          <a:xfrm>
            <a:off x="1069825" y="4383800"/>
            <a:ext cx="59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B5B5B"/>
                </a:solidFill>
              </a:rPr>
              <a:t>S/4</a:t>
            </a:r>
            <a:endParaRPr sz="1800">
              <a:solidFill>
                <a:srgbClr val="5B5B5B"/>
              </a:solidFill>
            </a:endParaRPr>
          </a:p>
        </p:txBody>
      </p:sp>
      <p:sp>
        <p:nvSpPr>
          <p:cNvPr id="2031" name="Google Shape;2031;p171"/>
          <p:cNvSpPr txBox="1"/>
          <p:nvPr/>
        </p:nvSpPr>
        <p:spPr>
          <a:xfrm>
            <a:off x="2645175" y="606413"/>
            <a:ext cx="196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B5B5B"/>
                </a:solidFill>
              </a:rPr>
              <a:t>Core Data Services</a:t>
            </a:r>
            <a:endParaRPr sz="1800">
              <a:solidFill>
                <a:srgbClr val="5B5B5B"/>
              </a:solidFill>
            </a:endParaRPr>
          </a:p>
        </p:txBody>
      </p:sp>
      <p:sp>
        <p:nvSpPr>
          <p:cNvPr id="2032" name="Google Shape;2032;p171"/>
          <p:cNvSpPr txBox="1"/>
          <p:nvPr/>
        </p:nvSpPr>
        <p:spPr>
          <a:xfrm>
            <a:off x="5007750" y="4381500"/>
            <a:ext cx="92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5B5B5B"/>
                </a:solidFill>
              </a:rPr>
              <a:t>BDC</a:t>
            </a:r>
            <a:endParaRPr sz="1800">
              <a:solidFill>
                <a:srgbClr val="5B5B5B"/>
              </a:solidFill>
            </a:endParaRPr>
          </a:p>
        </p:txBody>
      </p:sp>
      <p:cxnSp>
        <p:nvCxnSpPr>
          <p:cNvPr id="2033" name="Google Shape;2033;p171"/>
          <p:cNvCxnSpPr/>
          <p:nvPr/>
        </p:nvCxnSpPr>
        <p:spPr>
          <a:xfrm flipH="1">
            <a:off x="6101700" y="446250"/>
            <a:ext cx="41400" cy="4329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p172"/>
          <p:cNvSpPr/>
          <p:nvPr/>
        </p:nvSpPr>
        <p:spPr>
          <a:xfrm>
            <a:off x="886025" y="2806675"/>
            <a:ext cx="1811100" cy="152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ME- David R. </a:t>
            </a:r>
            <a:endParaRPr sz="1100"/>
          </a:p>
          <a:p>
            <a:pPr indent="0" lvl="0" marL="0" rtl="0" algn="l">
              <a:spcBef>
                <a:spcPts val="0"/>
              </a:spcBef>
              <a:spcAft>
                <a:spcPts val="0"/>
              </a:spcAft>
              <a:buNone/>
            </a:pPr>
            <a:r>
              <a:rPr lang="en" sz="1100"/>
              <a:t>100 TB</a:t>
            </a:r>
            <a:endParaRPr sz="1100"/>
          </a:p>
          <a:p>
            <a:pPr indent="0" lvl="0" marL="0" rtl="0" algn="l">
              <a:spcBef>
                <a:spcPts val="0"/>
              </a:spcBef>
              <a:spcAft>
                <a:spcPts val="0"/>
              </a:spcAft>
              <a:buNone/>
            </a:pPr>
            <a:r>
              <a:rPr lang="en" sz="1100"/>
              <a:t>Snowflake account</a:t>
            </a:r>
            <a:endParaRPr sz="1100"/>
          </a:p>
          <a:p>
            <a:pPr indent="0" lvl="0" marL="0" rtl="0" algn="l">
              <a:spcBef>
                <a:spcPts val="0"/>
              </a:spcBef>
              <a:spcAft>
                <a:spcPts val="0"/>
              </a:spcAft>
              <a:buNone/>
            </a:pPr>
            <a:r>
              <a:rPr lang="en" sz="1100"/>
              <a:t>AWS Frankfurt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$0 compute</a:t>
            </a:r>
            <a:endParaRPr sz="1100"/>
          </a:p>
          <a:p>
            <a:pPr indent="0" lvl="0" marL="0" rtl="0" algn="l">
              <a:spcBef>
                <a:spcPts val="0"/>
              </a:spcBef>
              <a:spcAft>
                <a:spcPts val="0"/>
              </a:spcAft>
              <a:buNone/>
            </a:pPr>
            <a:r>
              <a:rPr lang="en" sz="1100"/>
              <a:t>$23/TB/month</a:t>
            </a:r>
            <a:endParaRPr sz="1100"/>
          </a:p>
        </p:txBody>
      </p:sp>
      <p:sp>
        <p:nvSpPr>
          <p:cNvPr id="2039" name="Google Shape;2039;p172"/>
          <p:cNvSpPr/>
          <p:nvPr/>
        </p:nvSpPr>
        <p:spPr>
          <a:xfrm>
            <a:off x="3506321" y="2748500"/>
            <a:ext cx="1845300" cy="1648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Consumer - David S.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1 hour - XS Virtual Warehouse.</a:t>
            </a:r>
            <a:endParaRPr sz="1200"/>
          </a:p>
          <a:p>
            <a:pPr indent="0" lvl="0" marL="0" rtl="0" algn="ctr">
              <a:spcBef>
                <a:spcPts val="0"/>
              </a:spcBef>
              <a:spcAft>
                <a:spcPts val="0"/>
              </a:spcAft>
              <a:buNone/>
            </a:pPr>
            <a:r>
              <a:rPr lang="en" sz="1200"/>
              <a:t>$3</a:t>
            </a:r>
            <a:endParaRPr sz="1200"/>
          </a:p>
        </p:txBody>
      </p:sp>
      <p:sp>
        <p:nvSpPr>
          <p:cNvPr id="2040" name="Google Shape;2040;p172"/>
          <p:cNvSpPr/>
          <p:nvPr/>
        </p:nvSpPr>
        <p:spPr>
          <a:xfrm>
            <a:off x="804125" y="1735050"/>
            <a:ext cx="1865700" cy="7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Apache Spark</a:t>
            </a:r>
            <a:endParaRPr/>
          </a:p>
        </p:txBody>
      </p:sp>
      <p:sp>
        <p:nvSpPr>
          <p:cNvPr id="2041" name="Google Shape;2041;p172"/>
          <p:cNvSpPr/>
          <p:nvPr/>
        </p:nvSpPr>
        <p:spPr>
          <a:xfrm>
            <a:off x="3514650" y="517850"/>
            <a:ext cx="1845300" cy="7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Snowflake storage (FDN)</a:t>
            </a:r>
            <a:endParaRPr sz="1100"/>
          </a:p>
        </p:txBody>
      </p:sp>
      <p:sp>
        <p:nvSpPr>
          <p:cNvPr id="2042" name="Google Shape;2042;p172"/>
          <p:cNvSpPr/>
          <p:nvPr/>
        </p:nvSpPr>
        <p:spPr>
          <a:xfrm>
            <a:off x="3506321" y="1648050"/>
            <a:ext cx="1845300" cy="92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900"/>
              <a:t>Apache Iceberg Table (AWS S3)</a:t>
            </a:r>
            <a:endParaRPr sz="900"/>
          </a:p>
        </p:txBody>
      </p:sp>
      <p:cxnSp>
        <p:nvCxnSpPr>
          <p:cNvPr id="2043" name="Google Shape;2043;p172"/>
          <p:cNvCxnSpPr>
            <a:stCxn id="2040" idx="3"/>
            <a:endCxn id="2042" idx="1"/>
          </p:cNvCxnSpPr>
          <p:nvPr/>
        </p:nvCxnSpPr>
        <p:spPr>
          <a:xfrm>
            <a:off x="2669825" y="2109900"/>
            <a:ext cx="836400" cy="0"/>
          </a:xfrm>
          <a:prstGeom prst="straightConnector1">
            <a:avLst/>
          </a:prstGeom>
          <a:noFill/>
          <a:ln cap="flat" cmpd="sng" w="9525">
            <a:solidFill>
              <a:schemeClr val="dk2"/>
            </a:solidFill>
            <a:prstDash val="solid"/>
            <a:round/>
            <a:headEnd len="med" w="med" type="none"/>
            <a:tailEnd len="med" w="med" type="triangle"/>
          </a:ln>
        </p:spPr>
      </p:cxnSp>
      <p:sp>
        <p:nvSpPr>
          <p:cNvPr id="2044" name="Google Shape;2044;p172"/>
          <p:cNvSpPr/>
          <p:nvPr/>
        </p:nvSpPr>
        <p:spPr>
          <a:xfrm>
            <a:off x="831425" y="517850"/>
            <a:ext cx="1811100" cy="74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Datasphere</a:t>
            </a:r>
            <a:endParaRPr/>
          </a:p>
        </p:txBody>
      </p:sp>
      <p:cxnSp>
        <p:nvCxnSpPr>
          <p:cNvPr id="2045" name="Google Shape;2045;p172"/>
          <p:cNvCxnSpPr>
            <a:stCxn id="2044" idx="3"/>
            <a:endCxn id="2041" idx="1"/>
          </p:cNvCxnSpPr>
          <p:nvPr/>
        </p:nvCxnSpPr>
        <p:spPr>
          <a:xfrm>
            <a:off x="2642525" y="892700"/>
            <a:ext cx="872100" cy="0"/>
          </a:xfrm>
          <a:prstGeom prst="straightConnector1">
            <a:avLst/>
          </a:prstGeom>
          <a:noFill/>
          <a:ln cap="flat" cmpd="sng" w="9525">
            <a:solidFill>
              <a:schemeClr val="dk2"/>
            </a:solidFill>
            <a:prstDash val="solid"/>
            <a:round/>
            <a:headEnd len="med" w="med" type="none"/>
            <a:tailEnd len="med" w="med" type="triangle"/>
          </a:ln>
        </p:spPr>
      </p:cxnSp>
      <p:sp>
        <p:nvSpPr>
          <p:cNvPr id="2046" name="Google Shape;2046;p172"/>
          <p:cNvSpPr txBox="1"/>
          <p:nvPr/>
        </p:nvSpPr>
        <p:spPr>
          <a:xfrm>
            <a:off x="2691138" y="574700"/>
            <a:ext cx="809100" cy="3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5B5B5B"/>
                </a:solidFill>
              </a:rPr>
              <a:t>JDBC</a:t>
            </a:r>
            <a:endParaRPr sz="1300">
              <a:solidFill>
                <a:srgbClr val="5B5B5B"/>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173"/>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Insud Pharma</a:t>
            </a:r>
            <a:endParaRPr/>
          </a:p>
        </p:txBody>
      </p:sp>
      <p:sp>
        <p:nvSpPr>
          <p:cNvPr id="2052" name="Google Shape;2052;p173"/>
          <p:cNvSpPr/>
          <p:nvPr/>
        </p:nvSpPr>
        <p:spPr>
          <a:xfrm>
            <a:off x="511150" y="1277900"/>
            <a:ext cx="798600" cy="52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ECC</a:t>
            </a:r>
            <a:endParaRPr sz="1000"/>
          </a:p>
        </p:txBody>
      </p:sp>
      <p:sp>
        <p:nvSpPr>
          <p:cNvPr id="2053" name="Google Shape;2053;p173"/>
          <p:cNvSpPr/>
          <p:nvPr/>
        </p:nvSpPr>
        <p:spPr>
          <a:xfrm>
            <a:off x="511150" y="2410425"/>
            <a:ext cx="798600" cy="52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ECC</a:t>
            </a:r>
            <a:endParaRPr sz="1000"/>
          </a:p>
        </p:txBody>
      </p:sp>
      <p:sp>
        <p:nvSpPr>
          <p:cNvPr id="2054" name="Google Shape;2054;p173"/>
          <p:cNvSpPr/>
          <p:nvPr/>
        </p:nvSpPr>
        <p:spPr>
          <a:xfrm>
            <a:off x="1903875" y="1277900"/>
            <a:ext cx="2181300" cy="52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BDC RF</a:t>
            </a:r>
            <a:endParaRPr sz="1000"/>
          </a:p>
        </p:txBody>
      </p:sp>
      <p:cxnSp>
        <p:nvCxnSpPr>
          <p:cNvPr id="2055" name="Google Shape;2055;p173"/>
          <p:cNvCxnSpPr>
            <a:stCxn id="2052" idx="3"/>
            <a:endCxn id="2054" idx="1"/>
          </p:cNvCxnSpPr>
          <p:nvPr/>
        </p:nvCxnSpPr>
        <p:spPr>
          <a:xfrm>
            <a:off x="1309750" y="1540400"/>
            <a:ext cx="594000" cy="0"/>
          </a:xfrm>
          <a:prstGeom prst="straightConnector1">
            <a:avLst/>
          </a:prstGeom>
          <a:noFill/>
          <a:ln cap="flat" cmpd="sng" w="9525">
            <a:solidFill>
              <a:schemeClr val="dk2"/>
            </a:solidFill>
            <a:prstDash val="solid"/>
            <a:round/>
            <a:headEnd len="med" w="med" type="none"/>
            <a:tailEnd len="med" w="med" type="triangle"/>
          </a:ln>
        </p:spPr>
      </p:cxnSp>
      <p:sp>
        <p:nvSpPr>
          <p:cNvPr id="2056" name="Google Shape;2056;p173"/>
          <p:cNvSpPr/>
          <p:nvPr/>
        </p:nvSpPr>
        <p:spPr>
          <a:xfrm>
            <a:off x="1903875" y="1885425"/>
            <a:ext cx="2181300" cy="6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Datasphere object store</a:t>
            </a:r>
            <a:endParaRPr sz="1200"/>
          </a:p>
        </p:txBody>
      </p:sp>
      <p:sp>
        <p:nvSpPr>
          <p:cNvPr id="2057" name="Google Shape;2057;p173"/>
          <p:cNvSpPr/>
          <p:nvPr/>
        </p:nvSpPr>
        <p:spPr>
          <a:xfrm>
            <a:off x="4320125" y="1885425"/>
            <a:ext cx="1299000" cy="6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zc</a:t>
            </a:r>
            <a:endParaRPr sz="1000"/>
          </a:p>
        </p:txBody>
      </p:sp>
      <p:sp>
        <p:nvSpPr>
          <p:cNvPr id="2058" name="Google Shape;2058;p173"/>
          <p:cNvSpPr/>
          <p:nvPr/>
        </p:nvSpPr>
        <p:spPr>
          <a:xfrm>
            <a:off x="5777525" y="1885425"/>
            <a:ext cx="1672200" cy="6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Snowflake</a:t>
            </a:r>
            <a:endParaRPr sz="1000"/>
          </a:p>
          <a:p>
            <a:pPr indent="0" lvl="0" marL="0" rtl="0" algn="ctr">
              <a:spcBef>
                <a:spcPts val="0"/>
              </a:spcBef>
              <a:spcAft>
                <a:spcPts val="0"/>
              </a:spcAft>
              <a:buNone/>
            </a:pPr>
            <a:r>
              <a:rPr lang="en" sz="1000"/>
              <a:t>20 USD</a:t>
            </a:r>
            <a:endParaRPr sz="1000"/>
          </a:p>
        </p:txBody>
      </p:sp>
      <p:sp>
        <p:nvSpPr>
          <p:cNvPr id="2059" name="Google Shape;2059;p173"/>
          <p:cNvSpPr/>
          <p:nvPr/>
        </p:nvSpPr>
        <p:spPr>
          <a:xfrm>
            <a:off x="1903875" y="2780363"/>
            <a:ext cx="2181300" cy="107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BDC</a:t>
            </a:r>
            <a:endParaRPr sz="1000"/>
          </a:p>
          <a:p>
            <a:pPr indent="0" lvl="0" marL="0" rtl="0" algn="l">
              <a:spcBef>
                <a:spcPts val="0"/>
              </a:spcBef>
              <a:spcAft>
                <a:spcPts val="0"/>
              </a:spcAft>
              <a:buNone/>
            </a:pPr>
            <a:r>
              <a:rPr lang="en" sz="1000"/>
              <a:t>Datasphere - 128 GB</a:t>
            </a:r>
            <a:endParaRPr sz="1000"/>
          </a:p>
          <a:p>
            <a:pPr indent="0" lvl="0" marL="0" rtl="0" algn="l">
              <a:spcBef>
                <a:spcPts val="0"/>
              </a:spcBef>
              <a:spcAft>
                <a:spcPts val="0"/>
              </a:spcAft>
              <a:buNone/>
            </a:pPr>
            <a:r>
              <a:rPr lang="en" sz="1000"/>
              <a:t>Sap Analytics Cloud</a:t>
            </a:r>
            <a:endParaRPr sz="1000"/>
          </a:p>
          <a:p>
            <a:pPr indent="0" lvl="0" marL="0" rtl="0" algn="l">
              <a:spcBef>
                <a:spcPts val="0"/>
              </a:spcBef>
              <a:spcAft>
                <a:spcPts val="0"/>
              </a:spcAft>
              <a:buNone/>
            </a:pPr>
            <a:r>
              <a:rPr lang="en" sz="1000"/>
              <a:t>BDC Connect </a:t>
            </a:r>
            <a:endParaRPr sz="1000"/>
          </a:p>
          <a:p>
            <a:pPr indent="0" lvl="0" marL="0" rtl="0" algn="l">
              <a:spcBef>
                <a:spcPts val="0"/>
              </a:spcBef>
              <a:spcAft>
                <a:spcPts val="0"/>
              </a:spcAft>
              <a:buNone/>
            </a:pPr>
            <a:r>
              <a:rPr lang="en" sz="1000"/>
              <a:t>Pay for Custom DP</a:t>
            </a:r>
            <a:endParaRPr sz="1000"/>
          </a:p>
        </p:txBody>
      </p:sp>
      <p:sp>
        <p:nvSpPr>
          <p:cNvPr id="2060" name="Google Shape;2060;p173"/>
          <p:cNvSpPr/>
          <p:nvPr/>
        </p:nvSpPr>
        <p:spPr>
          <a:xfrm>
            <a:off x="1903875" y="4066200"/>
            <a:ext cx="2181300" cy="767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t>Intelligent Application</a:t>
            </a:r>
            <a:endParaRPr sz="1000"/>
          </a:p>
          <a:p>
            <a:pPr indent="0" lvl="0" marL="0" rtl="0" algn="l">
              <a:spcBef>
                <a:spcPts val="0"/>
              </a:spcBef>
              <a:spcAft>
                <a:spcPts val="0"/>
              </a:spcAft>
              <a:buNone/>
            </a:pPr>
            <a:r>
              <a:rPr lang="en" sz="1000"/>
              <a:t>Data products </a:t>
            </a:r>
            <a:endParaRPr sz="1000"/>
          </a:p>
        </p:txBody>
      </p:sp>
      <p:sp>
        <p:nvSpPr>
          <p:cNvPr id="2061" name="Google Shape;2061;p173"/>
          <p:cNvSpPr txBox="1"/>
          <p:nvPr/>
        </p:nvSpPr>
        <p:spPr>
          <a:xfrm>
            <a:off x="4320125" y="2680800"/>
            <a:ext cx="4161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Ingestion = 2min*24*$3</a:t>
            </a:r>
            <a:endParaRPr sz="1000">
              <a:solidFill>
                <a:srgbClr val="5B5B5B"/>
              </a:solidFill>
            </a:endParaRPr>
          </a:p>
          <a:p>
            <a:pPr indent="0" lvl="0" marL="0" rtl="0" algn="l">
              <a:spcBef>
                <a:spcPts val="0"/>
              </a:spcBef>
              <a:spcAft>
                <a:spcPts val="0"/>
              </a:spcAft>
              <a:buNone/>
            </a:pPr>
            <a:r>
              <a:rPr lang="en" sz="1000">
                <a:solidFill>
                  <a:srgbClr val="5B5B5B"/>
                </a:solidFill>
              </a:rPr>
              <a:t>Transform = 4h* 30* $3 (xs vwh) </a:t>
            </a:r>
            <a:endParaRPr sz="1000">
              <a:solidFill>
                <a:srgbClr val="5B5B5B"/>
              </a:solidFill>
            </a:endParaRPr>
          </a:p>
          <a:p>
            <a:pPr indent="0" lvl="0" marL="0" rtl="0" algn="l">
              <a:spcBef>
                <a:spcPts val="0"/>
              </a:spcBef>
              <a:spcAft>
                <a:spcPts val="0"/>
              </a:spcAft>
              <a:buNone/>
            </a:pPr>
            <a:r>
              <a:rPr lang="en" sz="1000">
                <a:solidFill>
                  <a:srgbClr val="5B5B5B"/>
                </a:solidFill>
              </a:rPr>
              <a:t>Reporting = 8h* $12 (m vwh) </a:t>
            </a:r>
            <a:endParaRPr sz="1000">
              <a:solidFill>
                <a:srgbClr val="5B5B5B"/>
              </a:solidFill>
            </a:endParaRPr>
          </a:p>
          <a:p>
            <a:pPr indent="0" lvl="0" marL="0" rtl="0" algn="l">
              <a:spcBef>
                <a:spcPts val="0"/>
              </a:spcBef>
              <a:spcAft>
                <a:spcPts val="0"/>
              </a:spcAft>
              <a:buNone/>
            </a:pPr>
            <a:r>
              <a:rPr lang="en" sz="1000">
                <a:solidFill>
                  <a:srgbClr val="5B5B5B"/>
                </a:solidFill>
              </a:rPr>
              <a:t>= $360+$96 = $454</a:t>
            </a:r>
            <a:endParaRPr sz="1000">
              <a:solidFill>
                <a:srgbClr val="5B5B5B"/>
              </a:solidFill>
            </a:endParaRPr>
          </a:p>
          <a:p>
            <a:pPr indent="0" lvl="0" marL="0" rtl="0" algn="l">
              <a:spcBef>
                <a:spcPts val="0"/>
              </a:spcBef>
              <a:spcAft>
                <a:spcPts val="0"/>
              </a:spcAft>
              <a:buNone/>
            </a:pPr>
            <a:r>
              <a:rPr lang="en" sz="1000">
                <a:solidFill>
                  <a:srgbClr val="5B5B5B"/>
                </a:solidFill>
              </a:rPr>
              <a:t>$454*.604*$1.25= $343</a:t>
            </a:r>
            <a:endParaRPr sz="1000">
              <a:solidFill>
                <a:srgbClr val="5B5B5B"/>
              </a:solidFill>
            </a:endParaRPr>
          </a:p>
          <a:p>
            <a:pPr indent="0" lvl="0" marL="0" rtl="0" algn="l">
              <a:spcBef>
                <a:spcPts val="0"/>
              </a:spcBef>
              <a:spcAft>
                <a:spcPts val="0"/>
              </a:spcAft>
              <a:buNone/>
            </a:pPr>
            <a:r>
              <a:rPr lang="en" sz="1000">
                <a:solidFill>
                  <a:srgbClr val="5B5B5B"/>
                </a:solidFill>
              </a:rPr>
              <a:t>$454+$343= $797</a:t>
            </a:r>
            <a:endParaRPr sz="1800">
              <a:solidFill>
                <a:srgbClr val="5B5B5B"/>
              </a:solidFill>
            </a:endParaRPr>
          </a:p>
        </p:txBody>
      </p:sp>
      <p:sp>
        <p:nvSpPr>
          <p:cNvPr id="2062" name="Google Shape;2062;p173"/>
          <p:cNvSpPr/>
          <p:nvPr/>
        </p:nvSpPr>
        <p:spPr>
          <a:xfrm>
            <a:off x="7562450" y="1885425"/>
            <a:ext cx="948600" cy="6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Dynamic Table (land data in SF)</a:t>
            </a:r>
            <a:endParaRPr sz="1000"/>
          </a:p>
        </p:txBody>
      </p:sp>
      <p:sp>
        <p:nvSpPr>
          <p:cNvPr id="2063" name="Google Shape;2063;p173"/>
          <p:cNvSpPr txBox="1"/>
          <p:nvPr/>
        </p:nvSpPr>
        <p:spPr>
          <a:xfrm>
            <a:off x="4408275" y="209825"/>
            <a:ext cx="4161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5B5B5B"/>
                </a:solidFill>
              </a:rPr>
              <a:t>Possible scenarios to test:</a:t>
            </a:r>
            <a:endParaRPr sz="1200">
              <a:solidFill>
                <a:srgbClr val="5B5B5B"/>
              </a:solidFill>
            </a:endParaRPr>
          </a:p>
          <a:p>
            <a:pPr indent="0" lvl="0" marL="0" rtl="0" algn="l">
              <a:spcBef>
                <a:spcPts val="0"/>
              </a:spcBef>
              <a:spcAft>
                <a:spcPts val="0"/>
              </a:spcAft>
              <a:buNone/>
            </a:pPr>
            <a:r>
              <a:rPr b="1" lang="en" sz="1200">
                <a:solidFill>
                  <a:srgbClr val="5B5B5B"/>
                </a:solidFill>
              </a:rPr>
              <a:t>Scenario 1</a:t>
            </a:r>
            <a:r>
              <a:rPr lang="en" sz="1200">
                <a:solidFill>
                  <a:srgbClr val="5B5B5B"/>
                </a:solidFill>
              </a:rPr>
              <a:t>: every hour copy DP to Snowflake. CDC works?</a:t>
            </a:r>
            <a:endParaRPr sz="1200">
              <a:solidFill>
                <a:srgbClr val="5B5B5B"/>
              </a:solidFill>
            </a:endParaRPr>
          </a:p>
          <a:p>
            <a:pPr indent="0" lvl="0" marL="0" rtl="0" algn="l">
              <a:spcBef>
                <a:spcPts val="0"/>
              </a:spcBef>
              <a:spcAft>
                <a:spcPts val="0"/>
              </a:spcAft>
              <a:buNone/>
            </a:pPr>
            <a:r>
              <a:rPr b="1" lang="en" sz="1200">
                <a:solidFill>
                  <a:srgbClr val="5B5B5B"/>
                </a:solidFill>
              </a:rPr>
              <a:t>Scenario 2</a:t>
            </a:r>
            <a:r>
              <a:rPr lang="en" sz="1200">
                <a:solidFill>
                  <a:srgbClr val="5B5B5B"/>
                </a:solidFill>
              </a:rPr>
              <a:t>: Use agent directly on ZeroCopy</a:t>
            </a:r>
            <a:endParaRPr sz="1800">
              <a:solidFill>
                <a:srgbClr val="5B5B5B"/>
              </a:solidFill>
            </a:endParaRPr>
          </a:p>
        </p:txBody>
      </p:sp>
      <p:sp>
        <p:nvSpPr>
          <p:cNvPr id="2064" name="Google Shape;2064;p173"/>
          <p:cNvSpPr txBox="1"/>
          <p:nvPr/>
        </p:nvSpPr>
        <p:spPr>
          <a:xfrm>
            <a:off x="5117875" y="4314725"/>
            <a:ext cx="4041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hlink"/>
                </a:solidFill>
                <a:hlinkClick r:id="rId3"/>
              </a:rPr>
              <a:t>Datasphere Replication Flow from ABAP system SAP Note: 2890171</a:t>
            </a:r>
            <a:endParaRPr sz="1800">
              <a:solidFill>
                <a:srgbClr val="5B5B5B"/>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174"/>
          <p:cNvSpPr/>
          <p:nvPr/>
        </p:nvSpPr>
        <p:spPr>
          <a:xfrm>
            <a:off x="531219" y="2147193"/>
            <a:ext cx="7206000" cy="75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Finance  Universal Data Model Built in Snowflake</a:t>
            </a:r>
            <a:endParaRPr sz="1000"/>
          </a:p>
          <a:p>
            <a:pPr indent="457200" lvl="0" marL="3200400" rtl="0" algn="l">
              <a:spcBef>
                <a:spcPts val="0"/>
              </a:spcBef>
              <a:spcAft>
                <a:spcPts val="0"/>
              </a:spcAft>
              <a:buNone/>
            </a:pPr>
            <a:r>
              <a:rPr lang="en" sz="1000"/>
              <a:t>Agents</a:t>
            </a:r>
            <a:endParaRPr sz="1000"/>
          </a:p>
          <a:p>
            <a:pPr indent="0" lvl="0" marL="0" rtl="0" algn="l">
              <a:spcBef>
                <a:spcPts val="0"/>
              </a:spcBef>
              <a:spcAft>
                <a:spcPts val="0"/>
              </a:spcAft>
              <a:buNone/>
            </a:pPr>
            <a:r>
              <a:rPr lang="en" sz="1000"/>
              <a:t> 		      						Semantic Views</a:t>
            </a:r>
            <a:endParaRPr sz="1000"/>
          </a:p>
          <a:p>
            <a:pPr indent="0" lvl="0" marL="0" rtl="0" algn="l">
              <a:spcBef>
                <a:spcPts val="0"/>
              </a:spcBef>
              <a:spcAft>
                <a:spcPts val="0"/>
              </a:spcAft>
              <a:buNone/>
            </a:pPr>
            <a:r>
              <a:rPr lang="en" sz="1000"/>
              <a:t>F1 | F2 | F3 | F4 | F5 | F6 | F7 | F8 | F9 | F10 | F11		Data product definitions–grouping of fields</a:t>
            </a:r>
            <a:endParaRPr/>
          </a:p>
        </p:txBody>
      </p:sp>
      <p:sp>
        <p:nvSpPr>
          <p:cNvPr id="2070" name="Google Shape;2070;p174"/>
          <p:cNvSpPr/>
          <p:nvPr/>
        </p:nvSpPr>
        <p:spPr>
          <a:xfrm>
            <a:off x="4033519" y="4287075"/>
            <a:ext cx="24048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S/4 HANA</a:t>
            </a:r>
            <a:r>
              <a:rPr lang="en"/>
              <a:t> </a:t>
            </a:r>
            <a:endParaRPr/>
          </a:p>
        </p:txBody>
      </p:sp>
      <p:sp>
        <p:nvSpPr>
          <p:cNvPr id="2071" name="Google Shape;2071;p174"/>
          <p:cNvSpPr/>
          <p:nvPr/>
        </p:nvSpPr>
        <p:spPr>
          <a:xfrm>
            <a:off x="739544" y="4287050"/>
            <a:ext cx="27543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ECC</a:t>
            </a:r>
            <a:endParaRPr/>
          </a:p>
        </p:txBody>
      </p:sp>
      <p:sp>
        <p:nvSpPr>
          <p:cNvPr id="2072" name="Google Shape;2072;p174"/>
          <p:cNvSpPr/>
          <p:nvPr/>
        </p:nvSpPr>
        <p:spPr>
          <a:xfrm>
            <a:off x="739544" y="3787725"/>
            <a:ext cx="1347000" cy="30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VBAK</a:t>
            </a:r>
            <a:endParaRPr/>
          </a:p>
        </p:txBody>
      </p:sp>
      <p:sp>
        <p:nvSpPr>
          <p:cNvPr id="2073" name="Google Shape;2073;p174"/>
          <p:cNvSpPr/>
          <p:nvPr/>
        </p:nvSpPr>
        <p:spPr>
          <a:xfrm>
            <a:off x="4033519" y="3772513"/>
            <a:ext cx="24048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ACDOCA</a:t>
            </a:r>
            <a:endParaRPr/>
          </a:p>
        </p:txBody>
      </p:sp>
      <p:sp>
        <p:nvSpPr>
          <p:cNvPr id="2074" name="Google Shape;2074;p174"/>
          <p:cNvSpPr/>
          <p:nvPr/>
        </p:nvSpPr>
        <p:spPr>
          <a:xfrm>
            <a:off x="739544" y="3257975"/>
            <a:ext cx="13470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F1 | F2 | F3 | F4 | F5</a:t>
            </a:r>
            <a:endParaRPr/>
          </a:p>
        </p:txBody>
      </p:sp>
      <p:sp>
        <p:nvSpPr>
          <p:cNvPr id="2075" name="Google Shape;2075;p174"/>
          <p:cNvSpPr/>
          <p:nvPr/>
        </p:nvSpPr>
        <p:spPr>
          <a:xfrm>
            <a:off x="4033519" y="3257975"/>
            <a:ext cx="24048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F11 | F22 | F200 | F400 | F500</a:t>
            </a:r>
            <a:endParaRPr/>
          </a:p>
        </p:txBody>
      </p:sp>
      <p:sp>
        <p:nvSpPr>
          <p:cNvPr id="2076" name="Google Shape;2076;p174"/>
          <p:cNvSpPr/>
          <p:nvPr/>
        </p:nvSpPr>
        <p:spPr>
          <a:xfrm>
            <a:off x="2146844" y="3257975"/>
            <a:ext cx="13470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F1 | F2 | F3 | F4 | F5</a:t>
            </a:r>
            <a:endParaRPr/>
          </a:p>
        </p:txBody>
      </p:sp>
      <p:sp>
        <p:nvSpPr>
          <p:cNvPr id="2077" name="Google Shape;2077;p174"/>
          <p:cNvSpPr/>
          <p:nvPr/>
        </p:nvSpPr>
        <p:spPr>
          <a:xfrm>
            <a:off x="2146844" y="3772525"/>
            <a:ext cx="1347000" cy="30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Vxxx</a:t>
            </a:r>
            <a:endParaRPr/>
          </a:p>
        </p:txBody>
      </p:sp>
      <p:cxnSp>
        <p:nvCxnSpPr>
          <p:cNvPr id="2078" name="Google Shape;2078;p174"/>
          <p:cNvCxnSpPr/>
          <p:nvPr/>
        </p:nvCxnSpPr>
        <p:spPr>
          <a:xfrm rot="10800000">
            <a:off x="712394" y="2856675"/>
            <a:ext cx="225600" cy="459000"/>
          </a:xfrm>
          <a:prstGeom prst="straightConnector1">
            <a:avLst/>
          </a:prstGeom>
          <a:noFill/>
          <a:ln cap="flat" cmpd="sng" w="28575">
            <a:solidFill>
              <a:srgbClr val="FF9900"/>
            </a:solidFill>
            <a:prstDash val="solid"/>
            <a:round/>
            <a:headEnd len="med" w="med" type="none"/>
            <a:tailEnd len="med" w="med" type="none"/>
          </a:ln>
        </p:spPr>
      </p:cxnSp>
      <p:cxnSp>
        <p:nvCxnSpPr>
          <p:cNvPr id="2079" name="Google Shape;2079;p174"/>
          <p:cNvCxnSpPr/>
          <p:nvPr/>
        </p:nvCxnSpPr>
        <p:spPr>
          <a:xfrm rot="10800000">
            <a:off x="979869" y="2873675"/>
            <a:ext cx="251700" cy="493800"/>
          </a:xfrm>
          <a:prstGeom prst="straightConnector1">
            <a:avLst/>
          </a:prstGeom>
          <a:noFill/>
          <a:ln cap="flat" cmpd="sng" w="28575">
            <a:solidFill>
              <a:srgbClr val="FF9900"/>
            </a:solidFill>
            <a:prstDash val="solid"/>
            <a:round/>
            <a:headEnd len="med" w="med" type="none"/>
            <a:tailEnd len="med" w="med" type="none"/>
          </a:ln>
        </p:spPr>
      </p:cxnSp>
      <p:cxnSp>
        <p:nvCxnSpPr>
          <p:cNvPr id="2080" name="Google Shape;2080;p174"/>
          <p:cNvCxnSpPr/>
          <p:nvPr/>
        </p:nvCxnSpPr>
        <p:spPr>
          <a:xfrm rot="10800000">
            <a:off x="1230369" y="2873750"/>
            <a:ext cx="476100" cy="485100"/>
          </a:xfrm>
          <a:prstGeom prst="straightConnector1">
            <a:avLst/>
          </a:prstGeom>
          <a:noFill/>
          <a:ln cap="flat" cmpd="sng" w="28575">
            <a:solidFill>
              <a:srgbClr val="FF9900"/>
            </a:solidFill>
            <a:prstDash val="solid"/>
            <a:round/>
            <a:headEnd len="med" w="med" type="none"/>
            <a:tailEnd len="med" w="med" type="none"/>
          </a:ln>
        </p:spPr>
      </p:cxnSp>
      <p:cxnSp>
        <p:nvCxnSpPr>
          <p:cNvPr id="2081" name="Google Shape;2081;p174"/>
          <p:cNvCxnSpPr/>
          <p:nvPr/>
        </p:nvCxnSpPr>
        <p:spPr>
          <a:xfrm rot="10800000">
            <a:off x="1946419" y="2839325"/>
            <a:ext cx="597600" cy="467700"/>
          </a:xfrm>
          <a:prstGeom prst="straightConnector1">
            <a:avLst/>
          </a:prstGeom>
          <a:noFill/>
          <a:ln cap="flat" cmpd="sng" w="28575">
            <a:solidFill>
              <a:srgbClr val="FF9900"/>
            </a:solidFill>
            <a:prstDash val="solid"/>
            <a:round/>
            <a:headEnd len="med" w="med" type="none"/>
            <a:tailEnd len="med" w="med" type="none"/>
          </a:ln>
        </p:spPr>
      </p:cxnSp>
      <p:cxnSp>
        <p:nvCxnSpPr>
          <p:cNvPr id="2082" name="Google Shape;2082;p174"/>
          <p:cNvCxnSpPr/>
          <p:nvPr/>
        </p:nvCxnSpPr>
        <p:spPr>
          <a:xfrm rot="10800000">
            <a:off x="2464244" y="2856475"/>
            <a:ext cx="831000" cy="485100"/>
          </a:xfrm>
          <a:prstGeom prst="straightConnector1">
            <a:avLst/>
          </a:prstGeom>
          <a:noFill/>
          <a:ln cap="flat" cmpd="sng" w="28575">
            <a:solidFill>
              <a:srgbClr val="FF9900"/>
            </a:solidFill>
            <a:prstDash val="solid"/>
            <a:round/>
            <a:headEnd len="med" w="med" type="none"/>
            <a:tailEnd len="med" w="med" type="none"/>
          </a:ln>
        </p:spPr>
      </p:cxnSp>
      <p:cxnSp>
        <p:nvCxnSpPr>
          <p:cNvPr id="2083" name="Google Shape;2083;p174"/>
          <p:cNvCxnSpPr/>
          <p:nvPr/>
        </p:nvCxnSpPr>
        <p:spPr>
          <a:xfrm rot="10800000">
            <a:off x="1247644" y="2899675"/>
            <a:ext cx="3247800" cy="441900"/>
          </a:xfrm>
          <a:prstGeom prst="straightConnector1">
            <a:avLst/>
          </a:prstGeom>
          <a:noFill/>
          <a:ln cap="flat" cmpd="sng" w="28575">
            <a:solidFill>
              <a:srgbClr val="9900FF"/>
            </a:solidFill>
            <a:prstDash val="solid"/>
            <a:round/>
            <a:headEnd len="med" w="med" type="none"/>
            <a:tailEnd len="med" w="med" type="none"/>
          </a:ln>
        </p:spPr>
      </p:cxnSp>
      <p:sp>
        <p:nvSpPr>
          <p:cNvPr id="2084" name="Google Shape;2084;p174"/>
          <p:cNvSpPr txBox="1"/>
          <p:nvPr/>
        </p:nvSpPr>
        <p:spPr>
          <a:xfrm>
            <a:off x="323825" y="301500"/>
            <a:ext cx="83631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5B5B5B"/>
                </a:solidFill>
              </a:rPr>
              <a:t>By Building your own Universal Data Model you can:</a:t>
            </a:r>
            <a:endParaRPr sz="1000">
              <a:solidFill>
                <a:srgbClr val="5B5B5B"/>
              </a:solidFill>
            </a:endParaRPr>
          </a:p>
          <a:p>
            <a:pPr indent="0" lvl="0" marL="457200" rtl="0" algn="l">
              <a:spcBef>
                <a:spcPts val="0"/>
              </a:spcBef>
              <a:spcAft>
                <a:spcPts val="0"/>
              </a:spcAft>
              <a:buNone/>
            </a:pPr>
            <a:r>
              <a:rPr lang="en" sz="1000">
                <a:solidFill>
                  <a:srgbClr val="5B5B5B"/>
                </a:solidFill>
              </a:rPr>
              <a:t>Keep the lights on during your transition from ECC to S/4.</a:t>
            </a:r>
            <a:endParaRPr sz="1000">
              <a:solidFill>
                <a:srgbClr val="5B5B5B"/>
              </a:solidFill>
            </a:endParaRPr>
          </a:p>
          <a:p>
            <a:pPr indent="0" lvl="0" marL="457200" rtl="0" algn="l">
              <a:spcBef>
                <a:spcPts val="0"/>
              </a:spcBef>
              <a:spcAft>
                <a:spcPts val="0"/>
              </a:spcAft>
              <a:buNone/>
            </a:pPr>
            <a:r>
              <a:rPr lang="en" sz="1000">
                <a:solidFill>
                  <a:srgbClr val="5B5B5B"/>
                </a:solidFill>
              </a:rPr>
              <a:t>Consolidate data coming from multiple ECCs, S/4, and other enterprise system</a:t>
            </a:r>
            <a:endParaRPr sz="1000">
              <a:solidFill>
                <a:srgbClr val="5B5B5B"/>
              </a:solidFill>
            </a:endParaRPr>
          </a:p>
          <a:p>
            <a:pPr indent="0" lvl="0" marL="457200" rtl="0" algn="l">
              <a:spcBef>
                <a:spcPts val="0"/>
              </a:spcBef>
              <a:spcAft>
                <a:spcPts val="0"/>
              </a:spcAft>
              <a:buNone/>
            </a:pPr>
            <a:r>
              <a:rPr lang="en" sz="1000">
                <a:solidFill>
                  <a:srgbClr val="5B5B5B"/>
                </a:solidFill>
              </a:rPr>
              <a:t>Use up-to-date SAP Data Product semantic definitions from SAP (ORD-CSNs automatically shared, or leverage </a:t>
            </a:r>
            <a:r>
              <a:rPr lang="en" sz="1000" u="sng">
                <a:solidFill>
                  <a:schemeClr val="hlink"/>
                </a:solidFill>
                <a:hlinkClick r:id="rId3"/>
              </a:rPr>
              <a:t>api.sap.com</a:t>
            </a:r>
            <a:r>
              <a:rPr lang="en" sz="1000">
                <a:solidFill>
                  <a:srgbClr val="5B5B5B"/>
                </a:solidFill>
              </a:rPr>
              <a:t>)</a:t>
            </a:r>
            <a:endParaRPr sz="1000">
              <a:solidFill>
                <a:srgbClr val="5B5B5B"/>
              </a:solidFill>
            </a:endParaRPr>
          </a:p>
          <a:p>
            <a:pPr indent="0" lvl="0" marL="457200" rtl="0" algn="l">
              <a:spcBef>
                <a:spcPts val="0"/>
              </a:spcBef>
              <a:spcAft>
                <a:spcPts val="0"/>
              </a:spcAft>
              <a:buNone/>
            </a:pPr>
            <a:r>
              <a:rPr lang="en" sz="1000">
                <a:solidFill>
                  <a:srgbClr val="5B5B5B"/>
                </a:solidFill>
              </a:rPr>
              <a:t>Incorporate non-SAP systems into your data model</a:t>
            </a:r>
            <a:endParaRPr sz="1000">
              <a:solidFill>
                <a:srgbClr val="5B5B5B"/>
              </a:solidFill>
            </a:endParaRPr>
          </a:p>
          <a:p>
            <a:pPr indent="0" lvl="0" marL="0" rtl="0" algn="l">
              <a:spcBef>
                <a:spcPts val="0"/>
              </a:spcBef>
              <a:spcAft>
                <a:spcPts val="0"/>
              </a:spcAft>
              <a:buNone/>
            </a:pPr>
            <a:r>
              <a:t/>
            </a:r>
            <a:endParaRPr sz="1000">
              <a:solidFill>
                <a:srgbClr val="5B5B5B"/>
              </a:solidFill>
            </a:endParaRPr>
          </a:p>
          <a:p>
            <a:pPr indent="0" lvl="0" marL="0" rtl="0" algn="l">
              <a:spcBef>
                <a:spcPts val="0"/>
              </a:spcBef>
              <a:spcAft>
                <a:spcPts val="0"/>
              </a:spcAft>
              <a:buNone/>
            </a:pPr>
            <a:r>
              <a:rPr lang="en" sz="1000">
                <a:solidFill>
                  <a:srgbClr val="5B5B5B"/>
                </a:solidFill>
              </a:rPr>
              <a:t>Use Snowflake Cortex Code (Coco) to:</a:t>
            </a:r>
            <a:endParaRPr sz="1000">
              <a:solidFill>
                <a:srgbClr val="5B5B5B"/>
              </a:solidFill>
            </a:endParaRPr>
          </a:p>
          <a:p>
            <a:pPr indent="457200" lvl="0" marL="0" rtl="0" algn="l">
              <a:spcBef>
                <a:spcPts val="0"/>
              </a:spcBef>
              <a:spcAft>
                <a:spcPts val="0"/>
              </a:spcAft>
              <a:buNone/>
            </a:pPr>
            <a:r>
              <a:rPr lang="en" sz="1000">
                <a:solidFill>
                  <a:srgbClr val="5B5B5B"/>
                </a:solidFill>
              </a:rPr>
              <a:t>build robust imperative data flows in DBT </a:t>
            </a:r>
            <a:endParaRPr sz="1000">
              <a:solidFill>
                <a:srgbClr val="5B5B5B"/>
              </a:solidFill>
            </a:endParaRPr>
          </a:p>
          <a:p>
            <a:pPr indent="457200" lvl="0" marL="0" rtl="0" algn="l">
              <a:spcBef>
                <a:spcPts val="0"/>
              </a:spcBef>
              <a:spcAft>
                <a:spcPts val="0"/>
              </a:spcAft>
              <a:buNone/>
            </a:pPr>
            <a:r>
              <a:rPr lang="en" sz="1000">
                <a:solidFill>
                  <a:srgbClr val="5B5B5B"/>
                </a:solidFill>
              </a:rPr>
              <a:t>or declarative data flows using Dynamic Tables</a:t>
            </a:r>
            <a:endParaRPr sz="1000">
              <a:solidFill>
                <a:srgbClr val="5B5B5B"/>
              </a:solidFill>
            </a:endParaRPr>
          </a:p>
          <a:p>
            <a:pPr indent="457200" lvl="0" marL="0" rtl="0" algn="l">
              <a:spcBef>
                <a:spcPts val="0"/>
              </a:spcBef>
              <a:spcAft>
                <a:spcPts val="0"/>
              </a:spcAft>
              <a:buNone/>
            </a:pPr>
            <a:r>
              <a:rPr lang="en" sz="1000">
                <a:solidFill>
                  <a:srgbClr val="5B5B5B"/>
                </a:solidFill>
              </a:rPr>
              <a:t>Assemble digest and act upon metadata and documentation to build your analytic models.</a:t>
            </a:r>
            <a:endParaRPr sz="1000">
              <a:solidFill>
                <a:srgbClr val="5B5B5B"/>
              </a:solidFill>
            </a:endParaRPr>
          </a:p>
          <a:p>
            <a:pPr indent="0" lvl="0" marL="0" rtl="0" algn="l">
              <a:spcBef>
                <a:spcPts val="0"/>
              </a:spcBef>
              <a:spcAft>
                <a:spcPts val="0"/>
              </a:spcAft>
              <a:buNone/>
            </a:pPr>
            <a:r>
              <a:t/>
            </a:r>
            <a:endParaRPr sz="1000">
              <a:solidFill>
                <a:srgbClr val="5B5B5B"/>
              </a:solidFill>
            </a:endParaRPr>
          </a:p>
        </p:txBody>
      </p:sp>
      <p:cxnSp>
        <p:nvCxnSpPr>
          <p:cNvPr id="2085" name="Google Shape;2085;p174"/>
          <p:cNvCxnSpPr/>
          <p:nvPr/>
        </p:nvCxnSpPr>
        <p:spPr>
          <a:xfrm rot="10800000">
            <a:off x="1670494" y="2847900"/>
            <a:ext cx="3132600" cy="483300"/>
          </a:xfrm>
          <a:prstGeom prst="straightConnector1">
            <a:avLst/>
          </a:prstGeom>
          <a:noFill/>
          <a:ln cap="flat" cmpd="sng" w="28575">
            <a:solidFill>
              <a:srgbClr val="9900FF"/>
            </a:solidFill>
            <a:prstDash val="solid"/>
            <a:round/>
            <a:headEnd len="med" w="med" type="none"/>
            <a:tailEnd len="med" w="med" type="none"/>
          </a:ln>
        </p:spPr>
      </p:cxnSp>
      <p:cxnSp>
        <p:nvCxnSpPr>
          <p:cNvPr id="2086" name="Google Shape;2086;p174"/>
          <p:cNvCxnSpPr/>
          <p:nvPr/>
        </p:nvCxnSpPr>
        <p:spPr>
          <a:xfrm rot="10800000">
            <a:off x="2490369" y="2856550"/>
            <a:ext cx="2796000" cy="517800"/>
          </a:xfrm>
          <a:prstGeom prst="straightConnector1">
            <a:avLst/>
          </a:prstGeom>
          <a:noFill/>
          <a:ln cap="flat" cmpd="sng" w="28575">
            <a:solidFill>
              <a:srgbClr val="9900FF"/>
            </a:solidFill>
            <a:prstDash val="solid"/>
            <a:round/>
            <a:headEnd len="med" w="med" type="none"/>
            <a:tailEnd len="med" w="med" type="none"/>
          </a:ln>
        </p:spPr>
      </p:cxnSp>
      <p:sp>
        <p:nvSpPr>
          <p:cNvPr id="2087" name="Google Shape;2087;p174"/>
          <p:cNvSpPr/>
          <p:nvPr/>
        </p:nvSpPr>
        <p:spPr>
          <a:xfrm>
            <a:off x="6589519" y="4309100"/>
            <a:ext cx="1209600" cy="30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non-SAP</a:t>
            </a:r>
            <a:endParaRPr/>
          </a:p>
        </p:txBody>
      </p:sp>
      <p:sp>
        <p:nvSpPr>
          <p:cNvPr id="2088" name="Google Shape;2088;p174"/>
          <p:cNvSpPr/>
          <p:nvPr/>
        </p:nvSpPr>
        <p:spPr>
          <a:xfrm>
            <a:off x="6589519" y="3783525"/>
            <a:ext cx="12096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Table</a:t>
            </a:r>
            <a:endParaRPr/>
          </a:p>
        </p:txBody>
      </p:sp>
      <p:sp>
        <p:nvSpPr>
          <p:cNvPr id="2089" name="Google Shape;2089;p174"/>
          <p:cNvSpPr/>
          <p:nvPr/>
        </p:nvSpPr>
        <p:spPr>
          <a:xfrm>
            <a:off x="6589519" y="3257975"/>
            <a:ext cx="1209600" cy="34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F1 | F2</a:t>
            </a:r>
            <a:endParaRPr/>
          </a:p>
        </p:txBody>
      </p:sp>
      <p:cxnSp>
        <p:nvCxnSpPr>
          <p:cNvPr id="2090" name="Google Shape;2090;p174"/>
          <p:cNvCxnSpPr/>
          <p:nvPr/>
        </p:nvCxnSpPr>
        <p:spPr>
          <a:xfrm rot="10800000">
            <a:off x="3051044" y="2873850"/>
            <a:ext cx="3978600" cy="474600"/>
          </a:xfrm>
          <a:prstGeom prst="straightConnector1">
            <a:avLst/>
          </a:prstGeom>
          <a:noFill/>
          <a:ln cap="flat" cmpd="sng" w="28575">
            <a:solidFill>
              <a:schemeClr val="accent1"/>
            </a:solidFill>
            <a:prstDash val="solid"/>
            <a:round/>
            <a:headEnd len="med" w="med" type="none"/>
            <a:tailEnd len="med" w="med" type="none"/>
          </a:ln>
        </p:spPr>
      </p:cxnSp>
      <p:cxnSp>
        <p:nvCxnSpPr>
          <p:cNvPr id="2091" name="Google Shape;2091;p174"/>
          <p:cNvCxnSpPr/>
          <p:nvPr/>
        </p:nvCxnSpPr>
        <p:spPr>
          <a:xfrm rot="10800000">
            <a:off x="3353369" y="2822075"/>
            <a:ext cx="4056000" cy="47460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5" name="Shape 2095"/>
        <p:cNvGrpSpPr/>
        <p:nvPr/>
      </p:nvGrpSpPr>
      <p:grpSpPr>
        <a:xfrm>
          <a:off x="0" y="0"/>
          <a:ext cx="0" cy="0"/>
          <a:chOff x="0" y="0"/>
          <a:chExt cx="0" cy="0"/>
        </a:xfrm>
      </p:grpSpPr>
      <p:sp>
        <p:nvSpPr>
          <p:cNvPr id="2096" name="Google Shape;2096;p175"/>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097" name="Google Shape;2097;p175"/>
          <p:cNvSpPr/>
          <p:nvPr/>
        </p:nvSpPr>
        <p:spPr>
          <a:xfrm>
            <a:off x="1979700" y="4076400"/>
            <a:ext cx="15798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product</a:t>
            </a:r>
            <a:endParaRPr/>
          </a:p>
        </p:txBody>
      </p:sp>
      <p:sp>
        <p:nvSpPr>
          <p:cNvPr id="2098" name="Google Shape;2098;p175"/>
          <p:cNvSpPr/>
          <p:nvPr/>
        </p:nvSpPr>
        <p:spPr>
          <a:xfrm>
            <a:off x="1979700" y="2434600"/>
            <a:ext cx="15798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Analytic Model</a:t>
            </a:r>
            <a:endParaRPr/>
          </a:p>
        </p:txBody>
      </p:sp>
      <p:sp>
        <p:nvSpPr>
          <p:cNvPr id="2099" name="Google Shape;2099;p175"/>
          <p:cNvSpPr/>
          <p:nvPr/>
        </p:nvSpPr>
        <p:spPr>
          <a:xfrm>
            <a:off x="1979700" y="3405325"/>
            <a:ext cx="15798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ORD-CSN</a:t>
            </a:r>
            <a:endParaRPr/>
          </a:p>
        </p:txBody>
      </p:sp>
      <p:pic>
        <p:nvPicPr>
          <p:cNvPr id="2100" name="Google Shape;2100;p175"/>
          <p:cNvPicPr preferRelativeResize="0"/>
          <p:nvPr/>
        </p:nvPicPr>
        <p:blipFill rotWithShape="1">
          <a:blip r:embed="rId3">
            <a:alphaModFix/>
          </a:blip>
          <a:srcRect b="0" l="45427" r="0" t="0"/>
          <a:stretch/>
        </p:blipFill>
        <p:spPr>
          <a:xfrm>
            <a:off x="6371125" y="1353637"/>
            <a:ext cx="2412699" cy="1584350"/>
          </a:xfrm>
          <a:prstGeom prst="rect">
            <a:avLst/>
          </a:prstGeom>
          <a:noFill/>
          <a:ln>
            <a:noFill/>
          </a:ln>
        </p:spPr>
      </p:pic>
      <p:sp>
        <p:nvSpPr>
          <p:cNvPr id="2101" name="Google Shape;2101;p175"/>
          <p:cNvSpPr/>
          <p:nvPr/>
        </p:nvSpPr>
        <p:spPr>
          <a:xfrm>
            <a:off x="238150" y="3523600"/>
            <a:ext cx="15798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a:t>
            </a:r>
            <a:endParaRPr/>
          </a:p>
        </p:txBody>
      </p:sp>
      <p:sp>
        <p:nvSpPr>
          <p:cNvPr id="2102" name="Google Shape;2102;p175"/>
          <p:cNvSpPr/>
          <p:nvPr/>
        </p:nvSpPr>
        <p:spPr>
          <a:xfrm>
            <a:off x="238150" y="2434600"/>
            <a:ext cx="15798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Datasphere</a:t>
            </a:r>
            <a:endParaRPr/>
          </a:p>
        </p:txBody>
      </p:sp>
      <p:sp>
        <p:nvSpPr>
          <p:cNvPr id="2103" name="Google Shape;2103;p175"/>
          <p:cNvSpPr/>
          <p:nvPr/>
        </p:nvSpPr>
        <p:spPr>
          <a:xfrm>
            <a:off x="4611600" y="4133500"/>
            <a:ext cx="15402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product</a:t>
            </a:r>
            <a:endParaRPr/>
          </a:p>
        </p:txBody>
      </p:sp>
      <p:sp>
        <p:nvSpPr>
          <p:cNvPr id="2104" name="Google Shape;2104;p175"/>
          <p:cNvSpPr/>
          <p:nvPr/>
        </p:nvSpPr>
        <p:spPr>
          <a:xfrm>
            <a:off x="4572000" y="3321600"/>
            <a:ext cx="15798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Semantic View</a:t>
            </a:r>
            <a:endParaRPr/>
          </a:p>
        </p:txBody>
      </p:sp>
      <p:sp>
        <p:nvSpPr>
          <p:cNvPr id="2105" name="Google Shape;2105;p175"/>
          <p:cNvSpPr/>
          <p:nvPr/>
        </p:nvSpPr>
        <p:spPr>
          <a:xfrm>
            <a:off x="6306550" y="3321600"/>
            <a:ext cx="20862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Cortex Code</a:t>
            </a:r>
            <a:endParaRPr/>
          </a:p>
          <a:p>
            <a:pPr indent="0" lvl="0" marL="0" rtl="0" algn="ctr">
              <a:spcBef>
                <a:spcPts val="0"/>
              </a:spcBef>
              <a:spcAft>
                <a:spcPts val="0"/>
              </a:spcAft>
              <a:buNone/>
            </a:pPr>
            <a:r>
              <a:rPr lang="en"/>
              <a:t>-skill available</a:t>
            </a:r>
            <a:endParaRPr/>
          </a:p>
        </p:txBody>
      </p:sp>
      <p:sp>
        <p:nvSpPr>
          <p:cNvPr id="2106" name="Google Shape;2106;p175"/>
          <p:cNvSpPr/>
          <p:nvPr/>
        </p:nvSpPr>
        <p:spPr>
          <a:xfrm>
            <a:off x="4543350" y="2434600"/>
            <a:ext cx="1579800" cy="60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Star, snowflake, puppini, wide table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176"/>
          <p:cNvSpPr txBox="1"/>
          <p:nvPr>
            <p:ph type="title"/>
          </p:nvPr>
        </p:nvSpPr>
        <p:spPr>
          <a:xfrm>
            <a:off x="311700" y="445025"/>
            <a:ext cx="8520600" cy="52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12" name="Google Shape;2112;p176"/>
          <p:cNvSpPr/>
          <p:nvPr/>
        </p:nvSpPr>
        <p:spPr>
          <a:xfrm>
            <a:off x="3667325" y="2091275"/>
            <a:ext cx="1101600" cy="108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Sap S/4 Cloud Public or Private</a:t>
            </a:r>
            <a:endParaRPr/>
          </a:p>
        </p:txBody>
      </p:sp>
      <p:sp>
        <p:nvSpPr>
          <p:cNvPr id="2113" name="Google Shape;2113;p176"/>
          <p:cNvSpPr/>
          <p:nvPr/>
        </p:nvSpPr>
        <p:spPr>
          <a:xfrm>
            <a:off x="3667325" y="3266900"/>
            <a:ext cx="1101600" cy="16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Sap bw</a:t>
            </a:r>
            <a:endParaRPr/>
          </a:p>
        </p:txBody>
      </p:sp>
      <p:sp>
        <p:nvSpPr>
          <p:cNvPr id="2114" name="Google Shape;2114;p176"/>
          <p:cNvSpPr/>
          <p:nvPr/>
        </p:nvSpPr>
        <p:spPr>
          <a:xfrm>
            <a:off x="5400900" y="3512650"/>
            <a:ext cx="2135700" cy="60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Sap bw Private Cloud Ed.</a:t>
            </a:r>
            <a:endParaRPr/>
          </a:p>
        </p:txBody>
      </p:sp>
      <p:sp>
        <p:nvSpPr>
          <p:cNvPr id="2115" name="Google Shape;2115;p176"/>
          <p:cNvSpPr/>
          <p:nvPr/>
        </p:nvSpPr>
        <p:spPr>
          <a:xfrm>
            <a:off x="1255413" y="2863038"/>
            <a:ext cx="1101600" cy="36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anyDB</a:t>
            </a:r>
            <a:endParaRPr/>
          </a:p>
        </p:txBody>
      </p:sp>
      <p:sp>
        <p:nvSpPr>
          <p:cNvPr id="2116" name="Google Shape;2116;p176"/>
          <p:cNvSpPr/>
          <p:nvPr/>
        </p:nvSpPr>
        <p:spPr>
          <a:xfrm>
            <a:off x="5400750" y="1473675"/>
            <a:ext cx="2135700" cy="36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BDC</a:t>
            </a:r>
            <a:endParaRPr/>
          </a:p>
        </p:txBody>
      </p:sp>
      <p:sp>
        <p:nvSpPr>
          <p:cNvPr id="2117" name="Google Shape;2117;p176"/>
          <p:cNvSpPr/>
          <p:nvPr/>
        </p:nvSpPr>
        <p:spPr>
          <a:xfrm>
            <a:off x="5400900" y="1946875"/>
            <a:ext cx="2135700" cy="36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Foundation Services</a:t>
            </a:r>
            <a:endParaRPr/>
          </a:p>
        </p:txBody>
      </p:sp>
      <p:sp>
        <p:nvSpPr>
          <p:cNvPr id="2118" name="Google Shape;2118;p176"/>
          <p:cNvSpPr/>
          <p:nvPr/>
        </p:nvSpPr>
        <p:spPr>
          <a:xfrm>
            <a:off x="5400900" y="2454275"/>
            <a:ext cx="2135700" cy="36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Curated Data Product</a:t>
            </a:r>
            <a:endParaRPr/>
          </a:p>
        </p:txBody>
      </p:sp>
      <p:cxnSp>
        <p:nvCxnSpPr>
          <p:cNvPr id="2119" name="Google Shape;2119;p176"/>
          <p:cNvCxnSpPr>
            <a:stCxn id="2112" idx="3"/>
            <a:endCxn id="2118" idx="1"/>
          </p:cNvCxnSpPr>
          <p:nvPr/>
        </p:nvCxnSpPr>
        <p:spPr>
          <a:xfrm>
            <a:off x="4768925" y="2635625"/>
            <a:ext cx="632100" cy="0"/>
          </a:xfrm>
          <a:prstGeom prst="straightConnector1">
            <a:avLst/>
          </a:prstGeom>
          <a:noFill/>
          <a:ln cap="flat" cmpd="sng" w="9525">
            <a:solidFill>
              <a:schemeClr val="dk2"/>
            </a:solidFill>
            <a:prstDash val="solid"/>
            <a:round/>
            <a:headEnd len="med" w="med" type="none"/>
            <a:tailEnd len="med" w="med" type="triangle"/>
          </a:ln>
        </p:spPr>
      </p:cxnSp>
      <p:sp>
        <p:nvSpPr>
          <p:cNvPr id="2120" name="Google Shape;2120;p176"/>
          <p:cNvSpPr/>
          <p:nvPr/>
        </p:nvSpPr>
        <p:spPr>
          <a:xfrm>
            <a:off x="5400900" y="2961675"/>
            <a:ext cx="2135700" cy="36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Object Store</a:t>
            </a:r>
            <a:endParaRPr/>
          </a:p>
        </p:txBody>
      </p:sp>
      <p:cxnSp>
        <p:nvCxnSpPr>
          <p:cNvPr id="2121" name="Google Shape;2121;p176"/>
          <p:cNvCxnSpPr>
            <a:stCxn id="2118" idx="2"/>
            <a:endCxn id="2120" idx="0"/>
          </p:cNvCxnSpPr>
          <p:nvPr/>
        </p:nvCxnSpPr>
        <p:spPr>
          <a:xfrm>
            <a:off x="6468750" y="2816975"/>
            <a:ext cx="0" cy="144600"/>
          </a:xfrm>
          <a:prstGeom prst="straightConnector1">
            <a:avLst/>
          </a:prstGeom>
          <a:noFill/>
          <a:ln cap="flat" cmpd="sng" w="9525">
            <a:solidFill>
              <a:schemeClr val="dk2"/>
            </a:solidFill>
            <a:prstDash val="solid"/>
            <a:round/>
            <a:headEnd len="med" w="med" type="none"/>
            <a:tailEnd len="med" w="med" type="triangle"/>
          </a:ln>
        </p:spPr>
      </p:cxnSp>
      <p:cxnSp>
        <p:nvCxnSpPr>
          <p:cNvPr id="2122" name="Google Shape;2122;p176"/>
          <p:cNvCxnSpPr>
            <a:stCxn id="2114" idx="3"/>
            <a:endCxn id="2120" idx="3"/>
          </p:cNvCxnSpPr>
          <p:nvPr/>
        </p:nvCxnSpPr>
        <p:spPr>
          <a:xfrm flipH="1" rot="10800000">
            <a:off x="7536600" y="3142900"/>
            <a:ext cx="600" cy="669900"/>
          </a:xfrm>
          <a:prstGeom prst="bentConnector3">
            <a:avLst>
              <a:gd fmla="val 39687500" name="adj1"/>
            </a:avLst>
          </a:prstGeom>
          <a:noFill/>
          <a:ln cap="flat" cmpd="sng" w="9525">
            <a:solidFill>
              <a:schemeClr val="dk2"/>
            </a:solidFill>
            <a:prstDash val="solid"/>
            <a:round/>
            <a:headEnd len="med" w="med" type="none"/>
            <a:tailEnd len="med" w="med" type="stealth"/>
          </a:ln>
        </p:spPr>
      </p:cxnSp>
      <p:sp>
        <p:nvSpPr>
          <p:cNvPr id="2123" name="Google Shape;2123;p176"/>
          <p:cNvSpPr/>
          <p:nvPr/>
        </p:nvSpPr>
        <p:spPr>
          <a:xfrm>
            <a:off x="7924238" y="2666138"/>
            <a:ext cx="1101600" cy="36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Snowflake</a:t>
            </a:r>
            <a:endParaRPr/>
          </a:p>
        </p:txBody>
      </p:sp>
      <p:cxnSp>
        <p:nvCxnSpPr>
          <p:cNvPr id="2124" name="Google Shape;2124;p176"/>
          <p:cNvCxnSpPr>
            <a:stCxn id="2123" idx="1"/>
            <a:endCxn id="2120" idx="3"/>
          </p:cNvCxnSpPr>
          <p:nvPr/>
        </p:nvCxnSpPr>
        <p:spPr>
          <a:xfrm flipH="1">
            <a:off x="7536638" y="2847488"/>
            <a:ext cx="387600" cy="295500"/>
          </a:xfrm>
          <a:prstGeom prst="bentConnector3">
            <a:avLst>
              <a:gd fmla="val 50005" name="adj1"/>
            </a:avLst>
          </a:prstGeom>
          <a:noFill/>
          <a:ln cap="flat" cmpd="sng" w="9525">
            <a:solidFill>
              <a:schemeClr val="dk2"/>
            </a:solidFill>
            <a:prstDash val="solid"/>
            <a:round/>
            <a:headEnd len="med" w="med" type="none"/>
            <a:tailEnd len="med" w="med" type="none"/>
          </a:ln>
        </p:spPr>
      </p:cxnSp>
      <p:sp>
        <p:nvSpPr>
          <p:cNvPr id="2125" name="Google Shape;2125;p176"/>
          <p:cNvSpPr/>
          <p:nvPr/>
        </p:nvSpPr>
        <p:spPr>
          <a:xfrm>
            <a:off x="5400750" y="4301225"/>
            <a:ext cx="2135700" cy="60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Datasphere</a:t>
            </a:r>
            <a:endParaRPr/>
          </a:p>
        </p:txBody>
      </p:sp>
      <p:cxnSp>
        <p:nvCxnSpPr>
          <p:cNvPr id="2126" name="Google Shape;2126;p176"/>
          <p:cNvCxnSpPr/>
          <p:nvPr/>
        </p:nvCxnSpPr>
        <p:spPr>
          <a:xfrm>
            <a:off x="5910575" y="3807975"/>
            <a:ext cx="561600" cy="794400"/>
          </a:xfrm>
          <a:prstGeom prst="straightConnector1">
            <a:avLst/>
          </a:prstGeom>
          <a:noFill/>
          <a:ln cap="flat" cmpd="sng" w="9525">
            <a:solidFill>
              <a:schemeClr val="dk2"/>
            </a:solidFill>
            <a:prstDash val="solid"/>
            <a:round/>
            <a:headEnd len="med" w="med" type="none"/>
            <a:tailEnd len="med" w="med" type="triangle"/>
          </a:ln>
        </p:spPr>
      </p:cxnSp>
      <p:cxnSp>
        <p:nvCxnSpPr>
          <p:cNvPr id="2127" name="Google Shape;2127;p176"/>
          <p:cNvCxnSpPr/>
          <p:nvPr/>
        </p:nvCxnSpPr>
        <p:spPr>
          <a:xfrm flipH="1">
            <a:off x="6369300" y="3609350"/>
            <a:ext cx="301500" cy="294600"/>
          </a:xfrm>
          <a:prstGeom prst="straightConnector1">
            <a:avLst/>
          </a:prstGeom>
          <a:noFill/>
          <a:ln cap="flat" cmpd="sng" w="9525">
            <a:solidFill>
              <a:schemeClr val="dk2"/>
            </a:solidFill>
            <a:prstDash val="solid"/>
            <a:round/>
            <a:headEnd len="med" w="med" type="none"/>
            <a:tailEnd len="med" w="med" type="none"/>
          </a:ln>
        </p:spPr>
      </p:cxnSp>
      <p:cxnSp>
        <p:nvCxnSpPr>
          <p:cNvPr id="2128" name="Google Shape;2128;p176"/>
          <p:cNvCxnSpPr/>
          <p:nvPr/>
        </p:nvCxnSpPr>
        <p:spPr>
          <a:xfrm rot="10800000">
            <a:off x="6287300" y="3643600"/>
            <a:ext cx="438300" cy="280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nowflake 2022">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